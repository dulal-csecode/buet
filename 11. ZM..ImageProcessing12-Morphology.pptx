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 /><Relationship Id="rId2" Type="http://schemas.openxmlformats.org/package/2006/relationships/metadata/thumbnail" Target="docProps/thumbnail.jpeg" /><Relationship Id="rId1" Type="http://schemas.openxmlformats.org/officeDocument/2006/relationships/officeDocument" Target="ppt/presentation.xml" /><Relationship Id="rId4" Type="http://schemas.openxmlformats.org/officeDocument/2006/relationships/extended-properties" Target="docProps/app.xml" 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73" r:id="rId1"/>
  </p:sldMasterIdLst>
  <p:notesMasterIdLst>
    <p:notesMasterId r:id="rId50"/>
  </p:notesMasterIdLst>
  <p:sldIdLst>
    <p:sldId id="256" r:id="rId2"/>
    <p:sldId id="261" r:id="rId3"/>
    <p:sldId id="359" r:id="rId4"/>
    <p:sldId id="331" r:id="rId5"/>
    <p:sldId id="345" r:id="rId6"/>
    <p:sldId id="332" r:id="rId7"/>
    <p:sldId id="347" r:id="rId8"/>
    <p:sldId id="333" r:id="rId9"/>
    <p:sldId id="334" r:id="rId10"/>
    <p:sldId id="335" r:id="rId11"/>
    <p:sldId id="370" r:id="rId12"/>
    <p:sldId id="364" r:id="rId13"/>
    <p:sldId id="349" r:id="rId14"/>
    <p:sldId id="348" r:id="rId15"/>
    <p:sldId id="354" r:id="rId16"/>
    <p:sldId id="336" r:id="rId17"/>
    <p:sldId id="365" r:id="rId18"/>
    <p:sldId id="363" r:id="rId19"/>
    <p:sldId id="350" r:id="rId20"/>
    <p:sldId id="351" r:id="rId21"/>
    <p:sldId id="355" r:id="rId22"/>
    <p:sldId id="337" r:id="rId23"/>
    <p:sldId id="338" r:id="rId24"/>
    <p:sldId id="373" r:id="rId25"/>
    <p:sldId id="375" r:id="rId26"/>
    <p:sldId id="376" r:id="rId27"/>
    <p:sldId id="352" r:id="rId28"/>
    <p:sldId id="374" r:id="rId29"/>
    <p:sldId id="377" r:id="rId30"/>
    <p:sldId id="378" r:id="rId31"/>
    <p:sldId id="353" r:id="rId32"/>
    <p:sldId id="342" r:id="rId33"/>
    <p:sldId id="343" r:id="rId34"/>
    <p:sldId id="356" r:id="rId35"/>
    <p:sldId id="344" r:id="rId36"/>
    <p:sldId id="361" r:id="rId37"/>
    <p:sldId id="360" r:id="rId38"/>
    <p:sldId id="358" r:id="rId39"/>
    <p:sldId id="282" r:id="rId40"/>
    <p:sldId id="346" r:id="rId41"/>
    <p:sldId id="366" r:id="rId42"/>
    <p:sldId id="369" r:id="rId43"/>
    <p:sldId id="371" r:id="rId44"/>
    <p:sldId id="372" r:id="rId45"/>
    <p:sldId id="379" r:id="rId46"/>
    <p:sldId id="381" r:id="rId47"/>
    <p:sldId id="383" r:id="rId48"/>
    <p:sldId id="382" r:id="rId49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101">
          <p15:clr>
            <a:srgbClr val="A4A3A4"/>
          </p15:clr>
        </p15:guide>
        <p15:guide id="2" pos="3083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9F1FD"/>
    <a:srgbClr val="FF6600"/>
    <a:srgbClr val="F6A8ED"/>
    <a:srgbClr val="F5C1A9"/>
    <a:srgbClr val="EAF1FC"/>
    <a:srgbClr val="E5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10" d="100"/>
          <a:sy n="110" d="100"/>
        </p:scale>
        <p:origin x="-1644" y="-96"/>
      </p:cViewPr>
      <p:guideLst>
        <p:guide orient="horz" pos="4101"/>
        <p:guide pos="3083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309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 /><Relationship Id="rId18" Type="http://schemas.openxmlformats.org/officeDocument/2006/relationships/slide" Target="slides/slide17.xml" /><Relationship Id="rId26" Type="http://schemas.openxmlformats.org/officeDocument/2006/relationships/slide" Target="slides/slide25.xml" /><Relationship Id="rId39" Type="http://schemas.openxmlformats.org/officeDocument/2006/relationships/slide" Target="slides/slide38.xml" /><Relationship Id="rId3" Type="http://schemas.openxmlformats.org/officeDocument/2006/relationships/slide" Target="slides/slide2.xml" /><Relationship Id="rId21" Type="http://schemas.openxmlformats.org/officeDocument/2006/relationships/slide" Target="slides/slide20.xml" /><Relationship Id="rId34" Type="http://schemas.openxmlformats.org/officeDocument/2006/relationships/slide" Target="slides/slide33.xml" /><Relationship Id="rId42" Type="http://schemas.openxmlformats.org/officeDocument/2006/relationships/slide" Target="slides/slide41.xml" /><Relationship Id="rId47" Type="http://schemas.openxmlformats.org/officeDocument/2006/relationships/slide" Target="slides/slide46.xml" /><Relationship Id="rId50" Type="http://schemas.openxmlformats.org/officeDocument/2006/relationships/notesMaster" Target="notesMasters/notesMaster1.xml" /><Relationship Id="rId7" Type="http://schemas.openxmlformats.org/officeDocument/2006/relationships/slide" Target="slides/slide6.xml" /><Relationship Id="rId12" Type="http://schemas.openxmlformats.org/officeDocument/2006/relationships/slide" Target="slides/slide11.xml" /><Relationship Id="rId17" Type="http://schemas.openxmlformats.org/officeDocument/2006/relationships/slide" Target="slides/slide16.xml" /><Relationship Id="rId25" Type="http://schemas.openxmlformats.org/officeDocument/2006/relationships/slide" Target="slides/slide24.xml" /><Relationship Id="rId33" Type="http://schemas.openxmlformats.org/officeDocument/2006/relationships/slide" Target="slides/slide32.xml" /><Relationship Id="rId38" Type="http://schemas.openxmlformats.org/officeDocument/2006/relationships/slide" Target="slides/slide37.xml" /><Relationship Id="rId46" Type="http://schemas.openxmlformats.org/officeDocument/2006/relationships/slide" Target="slides/slide45.xml" /><Relationship Id="rId2" Type="http://schemas.openxmlformats.org/officeDocument/2006/relationships/slide" Target="slides/slide1.xml" /><Relationship Id="rId16" Type="http://schemas.openxmlformats.org/officeDocument/2006/relationships/slide" Target="slides/slide15.xml" /><Relationship Id="rId20" Type="http://schemas.openxmlformats.org/officeDocument/2006/relationships/slide" Target="slides/slide19.xml" /><Relationship Id="rId29" Type="http://schemas.openxmlformats.org/officeDocument/2006/relationships/slide" Target="slides/slide28.xml" /><Relationship Id="rId41" Type="http://schemas.openxmlformats.org/officeDocument/2006/relationships/slide" Target="slides/slide40.xml" /><Relationship Id="rId54" Type="http://schemas.openxmlformats.org/officeDocument/2006/relationships/tableStyles" Target="tableStyles.xml" /><Relationship Id="rId1" Type="http://schemas.openxmlformats.org/officeDocument/2006/relationships/slideMaster" Target="slideMasters/slideMaster1.xml" /><Relationship Id="rId6" Type="http://schemas.openxmlformats.org/officeDocument/2006/relationships/slide" Target="slides/slide5.xml" /><Relationship Id="rId11" Type="http://schemas.openxmlformats.org/officeDocument/2006/relationships/slide" Target="slides/slide10.xml" /><Relationship Id="rId24" Type="http://schemas.openxmlformats.org/officeDocument/2006/relationships/slide" Target="slides/slide23.xml" /><Relationship Id="rId32" Type="http://schemas.openxmlformats.org/officeDocument/2006/relationships/slide" Target="slides/slide31.xml" /><Relationship Id="rId37" Type="http://schemas.openxmlformats.org/officeDocument/2006/relationships/slide" Target="slides/slide36.xml" /><Relationship Id="rId40" Type="http://schemas.openxmlformats.org/officeDocument/2006/relationships/slide" Target="slides/slide39.xml" /><Relationship Id="rId45" Type="http://schemas.openxmlformats.org/officeDocument/2006/relationships/slide" Target="slides/slide44.xml" /><Relationship Id="rId53" Type="http://schemas.openxmlformats.org/officeDocument/2006/relationships/theme" Target="theme/theme1.xml" /><Relationship Id="rId5" Type="http://schemas.openxmlformats.org/officeDocument/2006/relationships/slide" Target="slides/slide4.xml" /><Relationship Id="rId15" Type="http://schemas.openxmlformats.org/officeDocument/2006/relationships/slide" Target="slides/slide14.xml" /><Relationship Id="rId23" Type="http://schemas.openxmlformats.org/officeDocument/2006/relationships/slide" Target="slides/slide22.xml" /><Relationship Id="rId28" Type="http://schemas.openxmlformats.org/officeDocument/2006/relationships/slide" Target="slides/slide27.xml" /><Relationship Id="rId36" Type="http://schemas.openxmlformats.org/officeDocument/2006/relationships/slide" Target="slides/slide35.xml" /><Relationship Id="rId49" Type="http://schemas.openxmlformats.org/officeDocument/2006/relationships/slide" Target="slides/slide48.xml" /><Relationship Id="rId10" Type="http://schemas.openxmlformats.org/officeDocument/2006/relationships/slide" Target="slides/slide9.xml" /><Relationship Id="rId19" Type="http://schemas.openxmlformats.org/officeDocument/2006/relationships/slide" Target="slides/slide18.xml" /><Relationship Id="rId31" Type="http://schemas.openxmlformats.org/officeDocument/2006/relationships/slide" Target="slides/slide30.xml" /><Relationship Id="rId44" Type="http://schemas.openxmlformats.org/officeDocument/2006/relationships/slide" Target="slides/slide43.xml" /><Relationship Id="rId52" Type="http://schemas.openxmlformats.org/officeDocument/2006/relationships/viewProps" Target="viewProps.xml" /><Relationship Id="rId4" Type="http://schemas.openxmlformats.org/officeDocument/2006/relationships/slide" Target="slides/slide3.xml" /><Relationship Id="rId9" Type="http://schemas.openxmlformats.org/officeDocument/2006/relationships/slide" Target="slides/slide8.xml" /><Relationship Id="rId14" Type="http://schemas.openxmlformats.org/officeDocument/2006/relationships/slide" Target="slides/slide13.xml" /><Relationship Id="rId22" Type="http://schemas.openxmlformats.org/officeDocument/2006/relationships/slide" Target="slides/slide21.xml" /><Relationship Id="rId27" Type="http://schemas.openxmlformats.org/officeDocument/2006/relationships/slide" Target="slides/slide26.xml" /><Relationship Id="rId30" Type="http://schemas.openxmlformats.org/officeDocument/2006/relationships/slide" Target="slides/slide29.xml" /><Relationship Id="rId35" Type="http://schemas.openxmlformats.org/officeDocument/2006/relationships/slide" Target="slides/slide34.xml" /><Relationship Id="rId43" Type="http://schemas.openxmlformats.org/officeDocument/2006/relationships/slide" Target="slides/slide42.xml" /><Relationship Id="rId48" Type="http://schemas.openxmlformats.org/officeDocument/2006/relationships/slide" Target="slides/slide47.xml" /><Relationship Id="rId8" Type="http://schemas.openxmlformats.org/officeDocument/2006/relationships/slide" Target="slides/slide7.xml" /><Relationship Id="rId51" Type="http://schemas.openxmlformats.org/officeDocument/2006/relationships/presProps" Target="presProps.xml" 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 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03733E3-1124-8571-7DF6-CE7D557426B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  <a:ea typeface="ＭＳ Ｐゴシック" pitchFamily="-112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1F81C710-93ED-607A-7386-08B005A5E61E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  <a:ea typeface="ＭＳ Ｐゴシック" pitchFamily="-112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4516" name="Rectangle 4">
            <a:extLst>
              <a:ext uri="{FF2B5EF4-FFF2-40B4-BE49-F238E27FC236}">
                <a16:creationId xmlns:a16="http://schemas.microsoft.com/office/drawing/2014/main" id="{2D698982-E150-EF10-304B-BB8E6DEA20B5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ED75ECBC-BE73-1DE9-B5F5-E8FFA4FEAE24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7848C4CF-763F-DE10-B721-6F9E7A534E02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  <a:ea typeface="ＭＳ Ｐゴシック" pitchFamily="-112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11EB651D-53E0-0620-6E4D-A3D2E0CAD3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7F9E13EB-AF6F-45AD-A942-CF9E4FA0DFFF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-112" charset="0"/>
        <a:ea typeface="MS PGothic" pitchFamily="34" charset="-128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-112" charset="0"/>
        <a:ea typeface="MS PGothic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-112" charset="0"/>
        <a:ea typeface="MS PGothic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-112" charset="0"/>
        <a:ea typeface="MS PGothic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-112" charset="0"/>
        <a:ea typeface="MS PGothic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 /><Relationship Id="rId1" Type="http://schemas.openxmlformats.org/officeDocument/2006/relationships/notesMaster" Target="../notesMasters/notesMaster1.xml" 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 /><Relationship Id="rId1" Type="http://schemas.openxmlformats.org/officeDocument/2006/relationships/notesMaster" Target="../notesMasters/notesMaster1.xml" 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 /><Relationship Id="rId1" Type="http://schemas.openxmlformats.org/officeDocument/2006/relationships/notesMaster" Target="../notesMasters/notesMaster1.xml" 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 /><Relationship Id="rId1" Type="http://schemas.openxmlformats.org/officeDocument/2006/relationships/notesMaster" Target="../notesMasters/notesMaster1.xml" 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 /><Relationship Id="rId1" Type="http://schemas.openxmlformats.org/officeDocument/2006/relationships/notesMaster" Target="../notesMasters/notesMaster1.xml" 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 /><Relationship Id="rId1" Type="http://schemas.openxmlformats.org/officeDocument/2006/relationships/notesMaster" Target="../notesMasters/notesMaster1.xml" 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 /><Relationship Id="rId1" Type="http://schemas.openxmlformats.org/officeDocument/2006/relationships/notesMaster" Target="../notesMasters/notesMaster1.xml" 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 /><Relationship Id="rId1" Type="http://schemas.openxmlformats.org/officeDocument/2006/relationships/notesMaster" Target="../notesMasters/notesMaster1.xml" 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 /><Relationship Id="rId1" Type="http://schemas.openxmlformats.org/officeDocument/2006/relationships/notesMaster" Target="../notesMasters/notesMaster1.xml" 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 /><Relationship Id="rId1" Type="http://schemas.openxmlformats.org/officeDocument/2006/relationships/notesMaster" Target="../notesMasters/notesMaster1.xml" 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 /><Relationship Id="rId1" Type="http://schemas.openxmlformats.org/officeDocument/2006/relationships/notesMaster" Target="../notesMasters/notesMaster1.xml" 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 /><Relationship Id="rId1" Type="http://schemas.openxmlformats.org/officeDocument/2006/relationships/notesMaster" Target="../notesMasters/notesMaster1.xml" 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 /><Relationship Id="rId1" Type="http://schemas.openxmlformats.org/officeDocument/2006/relationships/notesMaster" Target="../notesMasters/notesMaster1.xml" 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 /><Relationship Id="rId1" Type="http://schemas.openxmlformats.org/officeDocument/2006/relationships/notesMaster" Target="../notesMasters/notesMaster1.xml" 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 /><Relationship Id="rId1" Type="http://schemas.openxmlformats.org/officeDocument/2006/relationships/notesMaster" Target="../notesMasters/notesMaster1.xml" 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 /><Relationship Id="rId1" Type="http://schemas.openxmlformats.org/officeDocument/2006/relationships/notesMaster" Target="../notesMasters/notesMaster1.xml" 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 /><Relationship Id="rId1" Type="http://schemas.openxmlformats.org/officeDocument/2006/relationships/notesMaster" Target="../notesMasters/notesMaster1.xml" 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 /><Relationship Id="rId1" Type="http://schemas.openxmlformats.org/officeDocument/2006/relationships/notesMaster" Target="../notesMasters/notesMaster1.xml" 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 /><Relationship Id="rId1" Type="http://schemas.openxmlformats.org/officeDocument/2006/relationships/notesMaster" Target="../notesMasters/notesMaster1.xml" 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 /><Relationship Id="rId1" Type="http://schemas.openxmlformats.org/officeDocument/2006/relationships/notesMaster" Target="../notesMasters/notesMaster1.xml" 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 /><Relationship Id="rId1" Type="http://schemas.openxmlformats.org/officeDocument/2006/relationships/notesMaster" Target="../notesMasters/notesMaster1.xml" 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 /><Relationship Id="rId1" Type="http://schemas.openxmlformats.org/officeDocument/2006/relationships/notesMaster" Target="../notesMasters/notesMaster1.xml" 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 /><Relationship Id="rId1" Type="http://schemas.openxmlformats.org/officeDocument/2006/relationships/notesMaster" Target="../notesMasters/notesMaster1.xml" 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 /><Relationship Id="rId1" Type="http://schemas.openxmlformats.org/officeDocument/2006/relationships/notesMaster" Target="../notesMasters/notesMaster1.xml" 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 /><Relationship Id="rId1" Type="http://schemas.openxmlformats.org/officeDocument/2006/relationships/notesMaster" Target="../notesMasters/notesMaster1.xml" 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 /><Relationship Id="rId1" Type="http://schemas.openxmlformats.org/officeDocument/2006/relationships/notesMaster" Target="../notesMasters/notesMaster1.xml" 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 /><Relationship Id="rId1" Type="http://schemas.openxmlformats.org/officeDocument/2006/relationships/notesMaster" Target="../notesMasters/notesMaster1.xml" 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 /><Relationship Id="rId1" Type="http://schemas.openxmlformats.org/officeDocument/2006/relationships/notesMaster" Target="../notesMasters/notesMaster1.xml" 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 /><Relationship Id="rId1" Type="http://schemas.openxmlformats.org/officeDocument/2006/relationships/notesMaster" Target="../notesMasters/notesMaster1.xml" 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 /><Relationship Id="rId1" Type="http://schemas.openxmlformats.org/officeDocument/2006/relationships/notesMaster" Target="../notesMasters/notesMaster1.xml" 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 /><Relationship Id="rId1" Type="http://schemas.openxmlformats.org/officeDocument/2006/relationships/notesMaster" Target="../notesMasters/notesMaster1.xml" 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 /><Relationship Id="rId1" Type="http://schemas.openxmlformats.org/officeDocument/2006/relationships/notesMaster" Target="../notesMasters/notesMaster1.xml" 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 /><Relationship Id="rId1" Type="http://schemas.openxmlformats.org/officeDocument/2006/relationships/notesMaster" Target="../notesMasters/notesMaster1.xml" 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 /><Relationship Id="rId1" Type="http://schemas.openxmlformats.org/officeDocument/2006/relationships/notesMaster" Target="../notesMasters/notesMaster1.xml" 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 /><Relationship Id="rId1" Type="http://schemas.openxmlformats.org/officeDocument/2006/relationships/notesMaster" Target="../notesMasters/notesMaster1.xml" 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 /><Relationship Id="rId1" Type="http://schemas.openxmlformats.org/officeDocument/2006/relationships/notesMaster" Target="../notesMasters/notesMaster1.xml" 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 /><Relationship Id="rId1" Type="http://schemas.openxmlformats.org/officeDocument/2006/relationships/notesMaster" Target="../notesMasters/notesMaster1.xml" 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 /><Relationship Id="rId1" Type="http://schemas.openxmlformats.org/officeDocument/2006/relationships/notesMaster" Target="../notesMasters/notesMaster1.xml" 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 /><Relationship Id="rId1" Type="http://schemas.openxmlformats.org/officeDocument/2006/relationships/notesMaster" Target="../notesMasters/notesMaster1.xml" 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 /><Relationship Id="rId1" Type="http://schemas.openxmlformats.org/officeDocument/2006/relationships/notesMaster" Target="../notesMasters/notesMaster1.xml" 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 /><Relationship Id="rId1" Type="http://schemas.openxmlformats.org/officeDocument/2006/relationships/notesMaster" Target="../notesMasters/notesMaster1.xml" 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 /><Relationship Id="rId1" Type="http://schemas.openxmlformats.org/officeDocument/2006/relationships/notesMaster" Target="../notesMasters/notesMaster1.xml" 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 /><Relationship Id="rId1" Type="http://schemas.openxmlformats.org/officeDocument/2006/relationships/notesMaster" Target="../notesMasters/notesMaster1.xml" 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 /><Relationship Id="rId1" Type="http://schemas.openxmlformats.org/officeDocument/2006/relationships/notesMaster" Target="../notesMasters/notesMaster1.xml" 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7">
            <a:extLst>
              <a:ext uri="{FF2B5EF4-FFF2-40B4-BE49-F238E27FC236}">
                <a16:creationId xmlns:a16="http://schemas.microsoft.com/office/drawing/2014/main" id="{CA540BFC-AAB7-FD0B-5FD1-2FF89B2DCBC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2901E53-F66E-4D23-B93D-6FC8472AD03D}" type="slidenum">
              <a:rPr lang="en-US" altLang="en-US"/>
              <a:pPr/>
              <a:t>1</a:t>
            </a:fld>
            <a:endParaRPr lang="en-US" altLang="en-US"/>
          </a:p>
        </p:txBody>
      </p:sp>
      <p:sp>
        <p:nvSpPr>
          <p:cNvPr id="65539" name="Rectangle 2">
            <a:extLst>
              <a:ext uri="{FF2B5EF4-FFF2-40B4-BE49-F238E27FC236}">
                <a16:creationId xmlns:a16="http://schemas.microsoft.com/office/drawing/2014/main" id="{7DB5D233-3ABA-F1B7-CC77-EADAC5B779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40" name="Rectangle 3">
            <a:extLst>
              <a:ext uri="{FF2B5EF4-FFF2-40B4-BE49-F238E27FC236}">
                <a16:creationId xmlns:a16="http://schemas.microsoft.com/office/drawing/2014/main" id="{99100C73-89CE-A608-56AD-DD312129F60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>
            <a:extLst>
              <a:ext uri="{FF2B5EF4-FFF2-40B4-BE49-F238E27FC236}">
                <a16:creationId xmlns:a16="http://schemas.microsoft.com/office/drawing/2014/main" id="{507D43A2-632B-71E8-611D-2D1FB077DE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FB8866A-15E2-4A01-83AD-4030C36EA7AB}" type="slidenum">
              <a:rPr lang="en-US" altLang="en-US"/>
              <a:pPr/>
              <a:t>2</a:t>
            </a:fld>
            <a:endParaRPr lang="en-US" altLang="en-US"/>
          </a:p>
        </p:txBody>
      </p:sp>
      <p:sp>
        <p:nvSpPr>
          <p:cNvPr id="66563" name="Rectangle 2">
            <a:extLst>
              <a:ext uri="{FF2B5EF4-FFF2-40B4-BE49-F238E27FC236}">
                <a16:creationId xmlns:a16="http://schemas.microsoft.com/office/drawing/2014/main" id="{70545B98-2A47-9682-EEB8-AFAEDBFB2D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4" name="Rectangle 3">
            <a:extLst>
              <a:ext uri="{FF2B5EF4-FFF2-40B4-BE49-F238E27FC236}">
                <a16:creationId xmlns:a16="http://schemas.microsoft.com/office/drawing/2014/main" id="{E79D9179-6D14-31F6-8845-3AC59004E6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7">
            <a:extLst>
              <a:ext uri="{FF2B5EF4-FFF2-40B4-BE49-F238E27FC236}">
                <a16:creationId xmlns:a16="http://schemas.microsoft.com/office/drawing/2014/main" id="{F50B7DB6-FC10-3ACF-62CB-55FC8FA3D1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B6C70D3-6234-4665-9142-8E5A0C66EC0C}" type="slidenum">
              <a:rPr lang="en-US" altLang="en-US"/>
              <a:pPr/>
              <a:t>3</a:t>
            </a:fld>
            <a:endParaRPr lang="en-US" altLang="en-US"/>
          </a:p>
        </p:txBody>
      </p:sp>
      <p:sp>
        <p:nvSpPr>
          <p:cNvPr id="67587" name="Rectangle 2">
            <a:extLst>
              <a:ext uri="{FF2B5EF4-FFF2-40B4-BE49-F238E27FC236}">
                <a16:creationId xmlns:a16="http://schemas.microsoft.com/office/drawing/2014/main" id="{01E8408D-6CB4-1FCC-1684-806296FF878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8" name="Rectangle 3">
            <a:extLst>
              <a:ext uri="{FF2B5EF4-FFF2-40B4-BE49-F238E27FC236}">
                <a16:creationId xmlns:a16="http://schemas.microsoft.com/office/drawing/2014/main" id="{5D134E2F-501F-44D0-823A-C8F26510D2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49577A88-F545-7388-D6A8-226834B8A28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82F7F15-86A9-4A3A-AED5-8247B04D207B}" type="slidenum">
              <a:rPr lang="en-US" altLang="en-US"/>
              <a:pPr/>
              <a:t>4</a:t>
            </a:fld>
            <a:endParaRPr lang="en-US" altLang="en-US"/>
          </a:p>
        </p:txBody>
      </p:sp>
      <p:sp>
        <p:nvSpPr>
          <p:cNvPr id="68611" name="Rectangle 2">
            <a:extLst>
              <a:ext uri="{FF2B5EF4-FFF2-40B4-BE49-F238E27FC236}">
                <a16:creationId xmlns:a16="http://schemas.microsoft.com/office/drawing/2014/main" id="{0E43CF37-332C-5E0E-C684-D9606E84C0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2" name="Rectangle 3">
            <a:extLst>
              <a:ext uri="{FF2B5EF4-FFF2-40B4-BE49-F238E27FC236}">
                <a16:creationId xmlns:a16="http://schemas.microsoft.com/office/drawing/2014/main" id="{8B7B6F2E-93FF-010C-328F-6E91254D626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7">
            <a:extLst>
              <a:ext uri="{FF2B5EF4-FFF2-40B4-BE49-F238E27FC236}">
                <a16:creationId xmlns:a16="http://schemas.microsoft.com/office/drawing/2014/main" id="{03344EBC-98D2-D078-E10B-58D292965E5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FB68A02-3F32-4D87-A7E0-29BAFCD37142}" type="slidenum">
              <a:rPr lang="en-US" altLang="en-US"/>
              <a:pPr/>
              <a:t>5</a:t>
            </a:fld>
            <a:endParaRPr lang="en-US" altLang="en-US"/>
          </a:p>
        </p:txBody>
      </p:sp>
      <p:sp>
        <p:nvSpPr>
          <p:cNvPr id="69635" name="Rectangle 2">
            <a:extLst>
              <a:ext uri="{FF2B5EF4-FFF2-40B4-BE49-F238E27FC236}">
                <a16:creationId xmlns:a16="http://schemas.microsoft.com/office/drawing/2014/main" id="{46FB24D8-B4AF-7F86-F45B-8EAB1E7946C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6" name="Rectangle 3">
            <a:extLst>
              <a:ext uri="{FF2B5EF4-FFF2-40B4-BE49-F238E27FC236}">
                <a16:creationId xmlns:a16="http://schemas.microsoft.com/office/drawing/2014/main" id="{5D8EC6B7-3753-E615-DE2E-9A1400D7FA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7">
            <a:extLst>
              <a:ext uri="{FF2B5EF4-FFF2-40B4-BE49-F238E27FC236}">
                <a16:creationId xmlns:a16="http://schemas.microsoft.com/office/drawing/2014/main" id="{D18CBE74-2974-11A3-E2D1-33C4CD5D042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5DD5737-1F7A-4EDE-AED3-9EFAAAC32643}" type="slidenum">
              <a:rPr lang="en-US" altLang="en-US"/>
              <a:pPr/>
              <a:t>6</a:t>
            </a:fld>
            <a:endParaRPr lang="en-US" altLang="en-US"/>
          </a:p>
        </p:txBody>
      </p:sp>
      <p:sp>
        <p:nvSpPr>
          <p:cNvPr id="70659" name="Rectangle 2">
            <a:extLst>
              <a:ext uri="{FF2B5EF4-FFF2-40B4-BE49-F238E27FC236}">
                <a16:creationId xmlns:a16="http://schemas.microsoft.com/office/drawing/2014/main" id="{14E509CA-A95E-D466-A34A-B22DE33377E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60" name="Rectangle 3">
            <a:extLst>
              <a:ext uri="{FF2B5EF4-FFF2-40B4-BE49-F238E27FC236}">
                <a16:creationId xmlns:a16="http://schemas.microsoft.com/office/drawing/2014/main" id="{4BC350BA-52FB-AC31-CFCB-1370617E533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7">
            <a:extLst>
              <a:ext uri="{FF2B5EF4-FFF2-40B4-BE49-F238E27FC236}">
                <a16:creationId xmlns:a16="http://schemas.microsoft.com/office/drawing/2014/main" id="{AD94B69C-262B-09C0-5EC4-1A110C0BD44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8AD8449-B9E9-45AE-B841-F32AB93C957A}" type="slidenum">
              <a:rPr lang="en-US" altLang="en-US"/>
              <a:pPr/>
              <a:t>7</a:t>
            </a:fld>
            <a:endParaRPr lang="en-US" altLang="en-US"/>
          </a:p>
        </p:txBody>
      </p:sp>
      <p:sp>
        <p:nvSpPr>
          <p:cNvPr id="71683" name="Rectangle 2">
            <a:extLst>
              <a:ext uri="{FF2B5EF4-FFF2-40B4-BE49-F238E27FC236}">
                <a16:creationId xmlns:a16="http://schemas.microsoft.com/office/drawing/2014/main" id="{4CBB0CF9-2EE7-F0F5-561B-D8B770FF76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4" name="Rectangle 3">
            <a:extLst>
              <a:ext uri="{FF2B5EF4-FFF2-40B4-BE49-F238E27FC236}">
                <a16:creationId xmlns:a16="http://schemas.microsoft.com/office/drawing/2014/main" id="{A4B5D82A-A289-4B86-7241-587EBD97040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>
            <a:extLst>
              <a:ext uri="{FF2B5EF4-FFF2-40B4-BE49-F238E27FC236}">
                <a16:creationId xmlns:a16="http://schemas.microsoft.com/office/drawing/2014/main" id="{F6112685-DB6C-0A90-C017-651853D7C29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D34BEB2-0071-476D-ABEB-65BA35F1B1BD}" type="slidenum">
              <a:rPr lang="en-US" altLang="en-US"/>
              <a:pPr/>
              <a:t>8</a:t>
            </a:fld>
            <a:endParaRPr lang="en-US" altLang="en-US"/>
          </a:p>
        </p:txBody>
      </p:sp>
      <p:sp>
        <p:nvSpPr>
          <p:cNvPr id="72707" name="Rectangle 2">
            <a:extLst>
              <a:ext uri="{FF2B5EF4-FFF2-40B4-BE49-F238E27FC236}">
                <a16:creationId xmlns:a16="http://schemas.microsoft.com/office/drawing/2014/main" id="{D68F7D46-A830-5E0E-ACE4-E4F3E9866AC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8" name="Rectangle 3">
            <a:extLst>
              <a:ext uri="{FF2B5EF4-FFF2-40B4-BE49-F238E27FC236}">
                <a16:creationId xmlns:a16="http://schemas.microsoft.com/office/drawing/2014/main" id="{F87C90B0-5F83-019A-262D-A67A604D1E7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>
            <a:extLst>
              <a:ext uri="{FF2B5EF4-FFF2-40B4-BE49-F238E27FC236}">
                <a16:creationId xmlns:a16="http://schemas.microsoft.com/office/drawing/2014/main" id="{B6AB6B58-D772-6BDE-663E-392533123B2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32B074E-CEAB-499C-92D7-B8ACD7341AE9}" type="slidenum">
              <a:rPr lang="en-US" altLang="en-US"/>
              <a:pPr/>
              <a:t>9</a:t>
            </a:fld>
            <a:endParaRPr lang="en-US" altLang="en-US"/>
          </a:p>
        </p:txBody>
      </p:sp>
      <p:sp>
        <p:nvSpPr>
          <p:cNvPr id="73731" name="Rectangle 2">
            <a:extLst>
              <a:ext uri="{FF2B5EF4-FFF2-40B4-BE49-F238E27FC236}">
                <a16:creationId xmlns:a16="http://schemas.microsoft.com/office/drawing/2014/main" id="{43B1D970-C67C-AF47-0B87-47300C5669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2" name="Rectangle 3">
            <a:extLst>
              <a:ext uri="{FF2B5EF4-FFF2-40B4-BE49-F238E27FC236}">
                <a16:creationId xmlns:a16="http://schemas.microsoft.com/office/drawing/2014/main" id="{DF9D6BAD-2586-52BC-7C0B-094DDB8772A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>
            <a:extLst>
              <a:ext uri="{FF2B5EF4-FFF2-40B4-BE49-F238E27FC236}">
                <a16:creationId xmlns:a16="http://schemas.microsoft.com/office/drawing/2014/main" id="{9A54D36D-4E58-EE1C-37DF-5717C58D5F3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9844EDB-5A15-4687-B432-89334F315AA9}" type="slidenum">
              <a:rPr lang="en-US" altLang="en-US"/>
              <a:pPr/>
              <a:t>10</a:t>
            </a:fld>
            <a:endParaRPr lang="en-US" altLang="en-US"/>
          </a:p>
        </p:txBody>
      </p:sp>
      <p:sp>
        <p:nvSpPr>
          <p:cNvPr id="74755" name="Rectangle 2">
            <a:extLst>
              <a:ext uri="{FF2B5EF4-FFF2-40B4-BE49-F238E27FC236}">
                <a16:creationId xmlns:a16="http://schemas.microsoft.com/office/drawing/2014/main" id="{87FF2EA3-29A6-F1E8-DC14-2CC7FBFC9E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756" name="Rectangle 3">
            <a:extLst>
              <a:ext uri="{FF2B5EF4-FFF2-40B4-BE49-F238E27FC236}">
                <a16:creationId xmlns:a16="http://schemas.microsoft.com/office/drawing/2014/main" id="{6F8B6299-624C-F969-E7EB-DBA5A0AF29D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7">
            <a:extLst>
              <a:ext uri="{FF2B5EF4-FFF2-40B4-BE49-F238E27FC236}">
                <a16:creationId xmlns:a16="http://schemas.microsoft.com/office/drawing/2014/main" id="{B9418D5D-61F1-A808-970C-94BC0DB2995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DF21E46-5A80-40FD-9986-995D4D535E8D}" type="slidenum">
              <a:rPr lang="en-US" altLang="en-US"/>
              <a:pPr/>
              <a:t>11</a:t>
            </a:fld>
            <a:endParaRPr lang="en-US" altLang="en-US"/>
          </a:p>
        </p:txBody>
      </p:sp>
      <p:sp>
        <p:nvSpPr>
          <p:cNvPr id="75779" name="Rectangle 2">
            <a:extLst>
              <a:ext uri="{FF2B5EF4-FFF2-40B4-BE49-F238E27FC236}">
                <a16:creationId xmlns:a16="http://schemas.microsoft.com/office/drawing/2014/main" id="{C0B75C8A-4D2F-A491-5775-D0B8010263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80" name="Rectangle 3">
            <a:extLst>
              <a:ext uri="{FF2B5EF4-FFF2-40B4-BE49-F238E27FC236}">
                <a16:creationId xmlns:a16="http://schemas.microsoft.com/office/drawing/2014/main" id="{C306B6BC-D003-BFC6-8F50-EC89576FEBF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>
            <a:extLst>
              <a:ext uri="{FF2B5EF4-FFF2-40B4-BE49-F238E27FC236}">
                <a16:creationId xmlns:a16="http://schemas.microsoft.com/office/drawing/2014/main" id="{B0C0CC55-B2DF-2AB1-18C0-968A7C258AC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F2B99FB-CE67-4490-A34F-46636C4F153F}" type="slidenum">
              <a:rPr lang="en-US" altLang="en-US"/>
              <a:pPr/>
              <a:t>12</a:t>
            </a:fld>
            <a:endParaRPr lang="en-US" altLang="en-US"/>
          </a:p>
        </p:txBody>
      </p:sp>
      <p:sp>
        <p:nvSpPr>
          <p:cNvPr id="76803" name="Rectangle 2">
            <a:extLst>
              <a:ext uri="{FF2B5EF4-FFF2-40B4-BE49-F238E27FC236}">
                <a16:creationId xmlns:a16="http://schemas.microsoft.com/office/drawing/2014/main" id="{F9AED393-0D81-E55E-65DF-3EFE5B787F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804" name="Rectangle 3">
            <a:extLst>
              <a:ext uri="{FF2B5EF4-FFF2-40B4-BE49-F238E27FC236}">
                <a16:creationId xmlns:a16="http://schemas.microsoft.com/office/drawing/2014/main" id="{21107F13-736B-63FF-242A-C13276F55A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7">
            <a:extLst>
              <a:ext uri="{FF2B5EF4-FFF2-40B4-BE49-F238E27FC236}">
                <a16:creationId xmlns:a16="http://schemas.microsoft.com/office/drawing/2014/main" id="{354E6287-7750-C9D2-6A0E-0845E7ACFE3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2B2932F-9FDE-436E-B2B4-67265A7BFDB1}" type="slidenum">
              <a:rPr lang="en-US" altLang="en-US"/>
              <a:pPr/>
              <a:t>13</a:t>
            </a:fld>
            <a:endParaRPr lang="en-US" altLang="en-US"/>
          </a:p>
        </p:txBody>
      </p:sp>
      <p:sp>
        <p:nvSpPr>
          <p:cNvPr id="77827" name="Rectangle 2">
            <a:extLst>
              <a:ext uri="{FF2B5EF4-FFF2-40B4-BE49-F238E27FC236}">
                <a16:creationId xmlns:a16="http://schemas.microsoft.com/office/drawing/2014/main" id="{54CBE629-FB81-7000-ECB6-B08CA3A6399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87F33C92-5A9A-934A-6A69-753DBC0F72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>
            <a:extLst>
              <a:ext uri="{FF2B5EF4-FFF2-40B4-BE49-F238E27FC236}">
                <a16:creationId xmlns:a16="http://schemas.microsoft.com/office/drawing/2014/main" id="{EF7E726E-DD12-8780-89F1-811F0B7006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67CE7D7-27C4-4D81-ADAF-562D0CB7E896}" type="slidenum">
              <a:rPr lang="en-US" altLang="en-US"/>
              <a:pPr/>
              <a:t>14</a:t>
            </a:fld>
            <a:endParaRPr lang="en-US" altLang="en-US"/>
          </a:p>
        </p:txBody>
      </p:sp>
      <p:sp>
        <p:nvSpPr>
          <p:cNvPr id="78851" name="Rectangle 2">
            <a:extLst>
              <a:ext uri="{FF2B5EF4-FFF2-40B4-BE49-F238E27FC236}">
                <a16:creationId xmlns:a16="http://schemas.microsoft.com/office/drawing/2014/main" id="{62653C97-7C32-0A08-5752-298B0851A95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852" name="Rectangle 3">
            <a:extLst>
              <a:ext uri="{FF2B5EF4-FFF2-40B4-BE49-F238E27FC236}">
                <a16:creationId xmlns:a16="http://schemas.microsoft.com/office/drawing/2014/main" id="{9B64A28D-C499-2DB3-3225-97A7B98A042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>
            <a:extLst>
              <a:ext uri="{FF2B5EF4-FFF2-40B4-BE49-F238E27FC236}">
                <a16:creationId xmlns:a16="http://schemas.microsoft.com/office/drawing/2014/main" id="{F8FB44EC-E799-414A-849C-1878533A23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B727982-F345-4BC3-A6F4-BDAEF3851A24}" type="slidenum">
              <a:rPr lang="en-US" altLang="en-US"/>
              <a:pPr/>
              <a:t>15</a:t>
            </a:fld>
            <a:endParaRPr lang="en-US" altLang="en-US"/>
          </a:p>
        </p:txBody>
      </p:sp>
      <p:sp>
        <p:nvSpPr>
          <p:cNvPr id="79875" name="Rectangle 2">
            <a:extLst>
              <a:ext uri="{FF2B5EF4-FFF2-40B4-BE49-F238E27FC236}">
                <a16:creationId xmlns:a16="http://schemas.microsoft.com/office/drawing/2014/main" id="{D950F4D3-7EFF-146D-06A5-2FF91A0C9DA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>
            <a:extLst>
              <a:ext uri="{FF2B5EF4-FFF2-40B4-BE49-F238E27FC236}">
                <a16:creationId xmlns:a16="http://schemas.microsoft.com/office/drawing/2014/main" id="{652BA851-C25A-7E56-E0A8-DB0EF5E1B87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7">
            <a:extLst>
              <a:ext uri="{FF2B5EF4-FFF2-40B4-BE49-F238E27FC236}">
                <a16:creationId xmlns:a16="http://schemas.microsoft.com/office/drawing/2014/main" id="{D0F163D3-2F5D-A6F8-96D0-0484E55F16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C3CB05A-D1C0-47F6-9B72-186F36A9561B}" type="slidenum">
              <a:rPr lang="en-US" altLang="en-US"/>
              <a:pPr/>
              <a:t>16</a:t>
            </a:fld>
            <a:endParaRPr lang="en-US" altLang="en-US"/>
          </a:p>
        </p:txBody>
      </p:sp>
      <p:sp>
        <p:nvSpPr>
          <p:cNvPr id="80899" name="Rectangle 2">
            <a:extLst>
              <a:ext uri="{FF2B5EF4-FFF2-40B4-BE49-F238E27FC236}">
                <a16:creationId xmlns:a16="http://schemas.microsoft.com/office/drawing/2014/main" id="{4F19A9DB-EB29-BB69-9B4D-DFA5FB494B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900" name="Rectangle 3">
            <a:extLst>
              <a:ext uri="{FF2B5EF4-FFF2-40B4-BE49-F238E27FC236}">
                <a16:creationId xmlns:a16="http://schemas.microsoft.com/office/drawing/2014/main" id="{ADD7C729-FA42-5429-4999-29F1BF31B3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>
            <a:extLst>
              <a:ext uri="{FF2B5EF4-FFF2-40B4-BE49-F238E27FC236}">
                <a16:creationId xmlns:a16="http://schemas.microsoft.com/office/drawing/2014/main" id="{4BE7C4C9-48D6-422A-89EA-01274138CF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C735990-2DA3-4FE6-9D42-3776D697109D}" type="slidenum">
              <a:rPr lang="en-US" altLang="en-US"/>
              <a:pPr/>
              <a:t>17</a:t>
            </a:fld>
            <a:endParaRPr lang="en-US" altLang="en-US"/>
          </a:p>
        </p:txBody>
      </p:sp>
      <p:sp>
        <p:nvSpPr>
          <p:cNvPr id="81923" name="Rectangle 2">
            <a:extLst>
              <a:ext uri="{FF2B5EF4-FFF2-40B4-BE49-F238E27FC236}">
                <a16:creationId xmlns:a16="http://schemas.microsoft.com/office/drawing/2014/main" id="{1A3F70B4-C4A2-01A7-E651-D5E689C7D3A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4" name="Rectangle 3">
            <a:extLst>
              <a:ext uri="{FF2B5EF4-FFF2-40B4-BE49-F238E27FC236}">
                <a16:creationId xmlns:a16="http://schemas.microsoft.com/office/drawing/2014/main" id="{FE07052C-C7C4-1D5B-D959-C4BB2E36AD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>
            <a:extLst>
              <a:ext uri="{FF2B5EF4-FFF2-40B4-BE49-F238E27FC236}">
                <a16:creationId xmlns:a16="http://schemas.microsoft.com/office/drawing/2014/main" id="{CF664B43-4C13-DAFD-69D7-24011A3AD5A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640C0B5-D80A-4797-8868-FB47BD727D52}" type="slidenum">
              <a:rPr lang="en-US" altLang="en-US"/>
              <a:pPr/>
              <a:t>18</a:t>
            </a:fld>
            <a:endParaRPr lang="en-US" altLang="en-US"/>
          </a:p>
        </p:txBody>
      </p:sp>
      <p:sp>
        <p:nvSpPr>
          <p:cNvPr id="82947" name="Rectangle 2">
            <a:extLst>
              <a:ext uri="{FF2B5EF4-FFF2-40B4-BE49-F238E27FC236}">
                <a16:creationId xmlns:a16="http://schemas.microsoft.com/office/drawing/2014/main" id="{D4B9F154-C7BD-A648-5468-FCF00DB6DF3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8" name="Rectangle 3">
            <a:extLst>
              <a:ext uri="{FF2B5EF4-FFF2-40B4-BE49-F238E27FC236}">
                <a16:creationId xmlns:a16="http://schemas.microsoft.com/office/drawing/2014/main" id="{B5756CB2-8B06-EF90-11AD-4A818062C37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>
            <a:extLst>
              <a:ext uri="{FF2B5EF4-FFF2-40B4-BE49-F238E27FC236}">
                <a16:creationId xmlns:a16="http://schemas.microsoft.com/office/drawing/2014/main" id="{E67B350E-F79E-3F39-26E8-F5026E59114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660ACA4-92F2-477C-B763-6E43AD281F56}" type="slidenum">
              <a:rPr lang="en-US" altLang="en-US"/>
              <a:pPr/>
              <a:t>19</a:t>
            </a:fld>
            <a:endParaRPr lang="en-US" altLang="en-US"/>
          </a:p>
        </p:txBody>
      </p:sp>
      <p:sp>
        <p:nvSpPr>
          <p:cNvPr id="83971" name="Rectangle 2">
            <a:extLst>
              <a:ext uri="{FF2B5EF4-FFF2-40B4-BE49-F238E27FC236}">
                <a16:creationId xmlns:a16="http://schemas.microsoft.com/office/drawing/2014/main" id="{DB33755C-BE53-78B1-98A8-318F6C8E88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323A7983-7EF5-FE4B-11C8-56329BDF718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>
            <a:extLst>
              <a:ext uri="{FF2B5EF4-FFF2-40B4-BE49-F238E27FC236}">
                <a16:creationId xmlns:a16="http://schemas.microsoft.com/office/drawing/2014/main" id="{2D3247EB-5087-14A6-0C09-F45D8BE9B6B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C52D09D-B673-4779-8483-35CB3A774520}" type="slidenum">
              <a:rPr lang="en-US" altLang="en-US"/>
              <a:pPr/>
              <a:t>20</a:t>
            </a:fld>
            <a:endParaRPr lang="en-US" altLang="en-US"/>
          </a:p>
        </p:txBody>
      </p:sp>
      <p:sp>
        <p:nvSpPr>
          <p:cNvPr id="84995" name="Rectangle 2">
            <a:extLst>
              <a:ext uri="{FF2B5EF4-FFF2-40B4-BE49-F238E27FC236}">
                <a16:creationId xmlns:a16="http://schemas.microsoft.com/office/drawing/2014/main" id="{D1FCAD5A-8C5E-1BC9-769C-2DB389E3424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4996" name="Rectangle 3">
            <a:extLst>
              <a:ext uri="{FF2B5EF4-FFF2-40B4-BE49-F238E27FC236}">
                <a16:creationId xmlns:a16="http://schemas.microsoft.com/office/drawing/2014/main" id="{5A281FB0-5747-80B7-4AA1-0E6C20F8B0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7">
            <a:extLst>
              <a:ext uri="{FF2B5EF4-FFF2-40B4-BE49-F238E27FC236}">
                <a16:creationId xmlns:a16="http://schemas.microsoft.com/office/drawing/2014/main" id="{DF2936AD-910D-7234-59D6-2F047B630F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9AC7195-AC0C-4FB0-9288-E081572C5A34}" type="slidenum">
              <a:rPr lang="en-US" altLang="en-US"/>
              <a:pPr/>
              <a:t>21</a:t>
            </a:fld>
            <a:endParaRPr lang="en-US" altLang="en-US"/>
          </a:p>
        </p:txBody>
      </p:sp>
      <p:sp>
        <p:nvSpPr>
          <p:cNvPr id="86019" name="Rectangle 2">
            <a:extLst>
              <a:ext uri="{FF2B5EF4-FFF2-40B4-BE49-F238E27FC236}">
                <a16:creationId xmlns:a16="http://schemas.microsoft.com/office/drawing/2014/main" id="{3F201555-97FD-5B2D-58D9-BBB5A739AC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20" name="Rectangle 3">
            <a:extLst>
              <a:ext uri="{FF2B5EF4-FFF2-40B4-BE49-F238E27FC236}">
                <a16:creationId xmlns:a16="http://schemas.microsoft.com/office/drawing/2014/main" id="{A40D80D1-57C8-AEA6-6FB0-05542596BDA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>
            <a:extLst>
              <a:ext uri="{FF2B5EF4-FFF2-40B4-BE49-F238E27FC236}">
                <a16:creationId xmlns:a16="http://schemas.microsoft.com/office/drawing/2014/main" id="{301ADE34-C149-2AC2-89B4-795D752437E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316FE50-1951-44E5-AB39-D65F48BB7A96}" type="slidenum">
              <a:rPr lang="en-US" altLang="en-US"/>
              <a:pPr/>
              <a:t>22</a:t>
            </a:fld>
            <a:endParaRPr lang="en-US" altLang="en-US"/>
          </a:p>
        </p:txBody>
      </p:sp>
      <p:sp>
        <p:nvSpPr>
          <p:cNvPr id="87043" name="Rectangle 2">
            <a:extLst>
              <a:ext uri="{FF2B5EF4-FFF2-40B4-BE49-F238E27FC236}">
                <a16:creationId xmlns:a16="http://schemas.microsoft.com/office/drawing/2014/main" id="{3EBC6500-2332-9EA4-E07D-59D46FF34A4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7044" name="Rectangle 3">
            <a:extLst>
              <a:ext uri="{FF2B5EF4-FFF2-40B4-BE49-F238E27FC236}">
                <a16:creationId xmlns:a16="http://schemas.microsoft.com/office/drawing/2014/main" id="{99A7C384-18BB-1AD8-3A9D-B3DD5E37F3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7">
            <a:extLst>
              <a:ext uri="{FF2B5EF4-FFF2-40B4-BE49-F238E27FC236}">
                <a16:creationId xmlns:a16="http://schemas.microsoft.com/office/drawing/2014/main" id="{B2E3D3B5-2C8E-1294-9E6B-59D4A92CD5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664A3F2-B979-45BB-B008-3951035A1FE1}" type="slidenum">
              <a:rPr lang="en-US" altLang="en-US"/>
              <a:pPr/>
              <a:t>23</a:t>
            </a:fld>
            <a:endParaRPr lang="en-US" altLang="en-US"/>
          </a:p>
        </p:txBody>
      </p:sp>
      <p:sp>
        <p:nvSpPr>
          <p:cNvPr id="88067" name="Rectangle 2">
            <a:extLst>
              <a:ext uri="{FF2B5EF4-FFF2-40B4-BE49-F238E27FC236}">
                <a16:creationId xmlns:a16="http://schemas.microsoft.com/office/drawing/2014/main" id="{8C7DB07E-7CCD-1299-A8B9-9AB25F7BCE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8" name="Rectangle 3">
            <a:extLst>
              <a:ext uri="{FF2B5EF4-FFF2-40B4-BE49-F238E27FC236}">
                <a16:creationId xmlns:a16="http://schemas.microsoft.com/office/drawing/2014/main" id="{42598BFE-9666-9D9A-4233-76F0EC25864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7">
            <a:extLst>
              <a:ext uri="{FF2B5EF4-FFF2-40B4-BE49-F238E27FC236}">
                <a16:creationId xmlns:a16="http://schemas.microsoft.com/office/drawing/2014/main" id="{DBC911ED-9E33-153C-B0CD-F43ACBAC138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06218FE-990E-4F05-A127-C0683057C75A}" type="slidenum">
              <a:rPr lang="en-US" altLang="en-US"/>
              <a:pPr/>
              <a:t>25</a:t>
            </a:fld>
            <a:endParaRPr lang="en-US" altLang="en-US"/>
          </a:p>
        </p:txBody>
      </p:sp>
      <p:sp>
        <p:nvSpPr>
          <p:cNvPr id="89091" name="Rectangle 2">
            <a:extLst>
              <a:ext uri="{FF2B5EF4-FFF2-40B4-BE49-F238E27FC236}">
                <a16:creationId xmlns:a16="http://schemas.microsoft.com/office/drawing/2014/main" id="{D0C4AF88-B6CD-79AE-0115-5E2C798C4F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9092" name="Rectangle 3">
            <a:extLst>
              <a:ext uri="{FF2B5EF4-FFF2-40B4-BE49-F238E27FC236}">
                <a16:creationId xmlns:a16="http://schemas.microsoft.com/office/drawing/2014/main" id="{5003E94C-6F2E-F343-B2AD-15B897C8F05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7">
            <a:extLst>
              <a:ext uri="{FF2B5EF4-FFF2-40B4-BE49-F238E27FC236}">
                <a16:creationId xmlns:a16="http://schemas.microsoft.com/office/drawing/2014/main" id="{C64905A8-97C4-1297-E459-56AEC0400A7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F80B544-6908-4478-8378-F18A293D3301}" type="slidenum">
              <a:rPr lang="en-US" altLang="en-US"/>
              <a:pPr/>
              <a:t>26</a:t>
            </a:fld>
            <a:endParaRPr lang="en-US" altLang="en-US"/>
          </a:p>
        </p:txBody>
      </p:sp>
      <p:sp>
        <p:nvSpPr>
          <p:cNvPr id="90115" name="Rectangle 2">
            <a:extLst>
              <a:ext uri="{FF2B5EF4-FFF2-40B4-BE49-F238E27FC236}">
                <a16:creationId xmlns:a16="http://schemas.microsoft.com/office/drawing/2014/main" id="{6F71FF61-E6D7-2B54-A1FA-A502061177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6" name="Rectangle 3">
            <a:extLst>
              <a:ext uri="{FF2B5EF4-FFF2-40B4-BE49-F238E27FC236}">
                <a16:creationId xmlns:a16="http://schemas.microsoft.com/office/drawing/2014/main" id="{7DDFED1B-AE53-A295-0912-E97BC33C425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7">
            <a:extLst>
              <a:ext uri="{FF2B5EF4-FFF2-40B4-BE49-F238E27FC236}">
                <a16:creationId xmlns:a16="http://schemas.microsoft.com/office/drawing/2014/main" id="{26F10144-8127-BB83-C11D-D8DF596F9DE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C118D3E-C1F2-4052-9AED-D1D08A66FB69}" type="slidenum">
              <a:rPr lang="en-US" altLang="en-US"/>
              <a:pPr/>
              <a:t>27</a:t>
            </a:fld>
            <a:endParaRPr lang="en-US" altLang="en-US"/>
          </a:p>
        </p:txBody>
      </p:sp>
      <p:sp>
        <p:nvSpPr>
          <p:cNvPr id="91139" name="Rectangle 2">
            <a:extLst>
              <a:ext uri="{FF2B5EF4-FFF2-40B4-BE49-F238E27FC236}">
                <a16:creationId xmlns:a16="http://schemas.microsoft.com/office/drawing/2014/main" id="{8FFC6DD3-09BA-7AAE-A424-AEF05358D9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>
            <a:extLst>
              <a:ext uri="{FF2B5EF4-FFF2-40B4-BE49-F238E27FC236}">
                <a16:creationId xmlns:a16="http://schemas.microsoft.com/office/drawing/2014/main" id="{8F6AF693-34F3-14CE-5971-3A9B7FB6019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7">
            <a:extLst>
              <a:ext uri="{FF2B5EF4-FFF2-40B4-BE49-F238E27FC236}">
                <a16:creationId xmlns:a16="http://schemas.microsoft.com/office/drawing/2014/main" id="{B2873E73-9B9C-A589-FC66-75C9B68B69A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237187D-AEDA-43AD-BDCA-C6759229FBB0}" type="slidenum">
              <a:rPr lang="en-US" altLang="en-US"/>
              <a:pPr/>
              <a:t>29</a:t>
            </a:fld>
            <a:endParaRPr lang="en-US" altLang="en-US"/>
          </a:p>
        </p:txBody>
      </p:sp>
      <p:sp>
        <p:nvSpPr>
          <p:cNvPr id="92163" name="Rectangle 2">
            <a:extLst>
              <a:ext uri="{FF2B5EF4-FFF2-40B4-BE49-F238E27FC236}">
                <a16:creationId xmlns:a16="http://schemas.microsoft.com/office/drawing/2014/main" id="{61A4CBC4-C97E-5F55-958A-A813D3BB7B0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4" name="Rectangle 3">
            <a:extLst>
              <a:ext uri="{FF2B5EF4-FFF2-40B4-BE49-F238E27FC236}">
                <a16:creationId xmlns:a16="http://schemas.microsoft.com/office/drawing/2014/main" id="{21242983-054D-FE61-3059-47E3F3BAE1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7">
            <a:extLst>
              <a:ext uri="{FF2B5EF4-FFF2-40B4-BE49-F238E27FC236}">
                <a16:creationId xmlns:a16="http://schemas.microsoft.com/office/drawing/2014/main" id="{7725052E-62DC-0E87-DEB1-0BCC90D84D0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418DBB2D-D4FE-4755-BAD4-F14B4132F119}" type="slidenum">
              <a:rPr lang="en-US" altLang="en-US"/>
              <a:pPr/>
              <a:t>30</a:t>
            </a:fld>
            <a:endParaRPr lang="en-US" altLang="en-US"/>
          </a:p>
        </p:txBody>
      </p:sp>
      <p:sp>
        <p:nvSpPr>
          <p:cNvPr id="93187" name="Rectangle 2">
            <a:extLst>
              <a:ext uri="{FF2B5EF4-FFF2-40B4-BE49-F238E27FC236}">
                <a16:creationId xmlns:a16="http://schemas.microsoft.com/office/drawing/2014/main" id="{05AEA456-10D3-CD5E-E378-83491371C7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3188" name="Rectangle 3">
            <a:extLst>
              <a:ext uri="{FF2B5EF4-FFF2-40B4-BE49-F238E27FC236}">
                <a16:creationId xmlns:a16="http://schemas.microsoft.com/office/drawing/2014/main" id="{05FAF282-4DE5-DC2C-9EB8-C091ADA412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">
            <a:extLst>
              <a:ext uri="{FF2B5EF4-FFF2-40B4-BE49-F238E27FC236}">
                <a16:creationId xmlns:a16="http://schemas.microsoft.com/office/drawing/2014/main" id="{4363ACB7-54F5-DC26-93C7-E8F333DF018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FC4B7F1-E7C7-4251-B416-67A333972899}" type="slidenum">
              <a:rPr lang="en-US" altLang="en-US"/>
              <a:pPr/>
              <a:t>31</a:t>
            </a:fld>
            <a:endParaRPr lang="en-US" altLang="en-US"/>
          </a:p>
        </p:txBody>
      </p:sp>
      <p:sp>
        <p:nvSpPr>
          <p:cNvPr id="94211" name="Rectangle 2">
            <a:extLst>
              <a:ext uri="{FF2B5EF4-FFF2-40B4-BE49-F238E27FC236}">
                <a16:creationId xmlns:a16="http://schemas.microsoft.com/office/drawing/2014/main" id="{9BBA6964-7A8E-9CD2-4A78-35E56DFBEF3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2" name="Rectangle 3">
            <a:extLst>
              <a:ext uri="{FF2B5EF4-FFF2-40B4-BE49-F238E27FC236}">
                <a16:creationId xmlns:a16="http://schemas.microsoft.com/office/drawing/2014/main" id="{61A0E5AC-3A1A-E220-9B8C-232F680E76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>
            <a:extLst>
              <a:ext uri="{FF2B5EF4-FFF2-40B4-BE49-F238E27FC236}">
                <a16:creationId xmlns:a16="http://schemas.microsoft.com/office/drawing/2014/main" id="{F9F0083F-8AF7-26A3-AE7E-379FACA40EE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A2450CA-66F9-4DA4-A5EB-1916E04D05C4}" type="slidenum">
              <a:rPr lang="en-US" altLang="en-US"/>
              <a:pPr/>
              <a:t>32</a:t>
            </a:fld>
            <a:endParaRPr lang="en-US" altLang="en-US"/>
          </a:p>
        </p:txBody>
      </p:sp>
      <p:sp>
        <p:nvSpPr>
          <p:cNvPr id="95235" name="Rectangle 2">
            <a:extLst>
              <a:ext uri="{FF2B5EF4-FFF2-40B4-BE49-F238E27FC236}">
                <a16:creationId xmlns:a16="http://schemas.microsoft.com/office/drawing/2014/main" id="{2D2C3F76-30B1-2A9F-20C9-DEAE7A920C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5236" name="Rectangle 3">
            <a:extLst>
              <a:ext uri="{FF2B5EF4-FFF2-40B4-BE49-F238E27FC236}">
                <a16:creationId xmlns:a16="http://schemas.microsoft.com/office/drawing/2014/main" id="{7482B354-F834-DE52-40C0-5725242FE6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>
            <a:extLst>
              <a:ext uri="{FF2B5EF4-FFF2-40B4-BE49-F238E27FC236}">
                <a16:creationId xmlns:a16="http://schemas.microsoft.com/office/drawing/2014/main" id="{6428A7C0-3026-DCE3-EF99-46F2ED7EDB5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F4B7FC2-43DE-4A8A-9EBB-FF8BB290383C}" type="slidenum">
              <a:rPr lang="en-US" altLang="en-US"/>
              <a:pPr/>
              <a:t>33</a:t>
            </a:fld>
            <a:endParaRPr lang="en-US" altLang="en-US"/>
          </a:p>
        </p:txBody>
      </p:sp>
      <p:sp>
        <p:nvSpPr>
          <p:cNvPr id="96259" name="Rectangle 2">
            <a:extLst>
              <a:ext uri="{FF2B5EF4-FFF2-40B4-BE49-F238E27FC236}">
                <a16:creationId xmlns:a16="http://schemas.microsoft.com/office/drawing/2014/main" id="{079447B3-17EA-CCD2-150C-F28612C35C1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60" name="Rectangle 3">
            <a:extLst>
              <a:ext uri="{FF2B5EF4-FFF2-40B4-BE49-F238E27FC236}">
                <a16:creationId xmlns:a16="http://schemas.microsoft.com/office/drawing/2014/main" id="{C7981954-7851-E767-4922-6449A406DB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>
            <a:extLst>
              <a:ext uri="{FF2B5EF4-FFF2-40B4-BE49-F238E27FC236}">
                <a16:creationId xmlns:a16="http://schemas.microsoft.com/office/drawing/2014/main" id="{0E75C4F5-5CF9-B23F-7A54-4AD9CDE0675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B2FBB7F4-64A0-4EE6-BD1B-886E912E0C2F}" type="slidenum">
              <a:rPr lang="en-US" altLang="en-US"/>
              <a:pPr/>
              <a:t>34</a:t>
            </a:fld>
            <a:endParaRPr lang="en-US" altLang="en-US"/>
          </a:p>
        </p:txBody>
      </p:sp>
      <p:sp>
        <p:nvSpPr>
          <p:cNvPr id="97283" name="Rectangle 2">
            <a:extLst>
              <a:ext uri="{FF2B5EF4-FFF2-40B4-BE49-F238E27FC236}">
                <a16:creationId xmlns:a16="http://schemas.microsoft.com/office/drawing/2014/main" id="{126C2402-5106-B41D-7933-E2A91BE45F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7284" name="Rectangle 3">
            <a:extLst>
              <a:ext uri="{FF2B5EF4-FFF2-40B4-BE49-F238E27FC236}">
                <a16:creationId xmlns:a16="http://schemas.microsoft.com/office/drawing/2014/main" id="{80074A16-4597-F39F-1A5A-B1832C622A9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>
            <a:extLst>
              <a:ext uri="{FF2B5EF4-FFF2-40B4-BE49-F238E27FC236}">
                <a16:creationId xmlns:a16="http://schemas.microsoft.com/office/drawing/2014/main" id="{862DF0BE-6D68-6969-9CE6-A13B6016985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E351166-2E94-4D55-915D-91D1CC3E916E}" type="slidenum">
              <a:rPr lang="en-US" altLang="en-US"/>
              <a:pPr/>
              <a:t>35</a:t>
            </a:fld>
            <a:endParaRPr lang="en-US" altLang="en-US"/>
          </a:p>
        </p:txBody>
      </p:sp>
      <p:sp>
        <p:nvSpPr>
          <p:cNvPr id="98307" name="Rectangle 2">
            <a:extLst>
              <a:ext uri="{FF2B5EF4-FFF2-40B4-BE49-F238E27FC236}">
                <a16:creationId xmlns:a16="http://schemas.microsoft.com/office/drawing/2014/main" id="{0B193448-BE44-05AB-7862-6DD529260D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8" name="Rectangle 3">
            <a:extLst>
              <a:ext uri="{FF2B5EF4-FFF2-40B4-BE49-F238E27FC236}">
                <a16:creationId xmlns:a16="http://schemas.microsoft.com/office/drawing/2014/main" id="{B5DE7176-3761-6A68-A0F2-4A67F98066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>
            <a:extLst>
              <a:ext uri="{FF2B5EF4-FFF2-40B4-BE49-F238E27FC236}">
                <a16:creationId xmlns:a16="http://schemas.microsoft.com/office/drawing/2014/main" id="{BAE42B02-1FB4-6F09-8D52-B5632FF827F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A16F5E2-9BDE-4E14-89D8-DBC952B87818}" type="slidenum">
              <a:rPr lang="en-US" altLang="en-US"/>
              <a:pPr/>
              <a:t>36</a:t>
            </a:fld>
            <a:endParaRPr lang="en-US" altLang="en-US"/>
          </a:p>
        </p:txBody>
      </p:sp>
      <p:sp>
        <p:nvSpPr>
          <p:cNvPr id="99331" name="Rectangle 2">
            <a:extLst>
              <a:ext uri="{FF2B5EF4-FFF2-40B4-BE49-F238E27FC236}">
                <a16:creationId xmlns:a16="http://schemas.microsoft.com/office/drawing/2014/main" id="{87193793-B20D-FF87-B5D0-6F66081D82A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9332" name="Rectangle 3">
            <a:extLst>
              <a:ext uri="{FF2B5EF4-FFF2-40B4-BE49-F238E27FC236}">
                <a16:creationId xmlns:a16="http://schemas.microsoft.com/office/drawing/2014/main" id="{BA5C0963-356A-4298-7274-CDADA51E26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>
            <a:extLst>
              <a:ext uri="{FF2B5EF4-FFF2-40B4-BE49-F238E27FC236}">
                <a16:creationId xmlns:a16="http://schemas.microsoft.com/office/drawing/2014/main" id="{8E94D5FF-4CD4-7DFF-8442-F2F33F3EBC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AB2D101-3036-4890-A4F7-4D900D6286B7}" type="slidenum">
              <a:rPr lang="en-US" altLang="en-US"/>
              <a:pPr/>
              <a:t>37</a:t>
            </a:fld>
            <a:endParaRPr lang="en-US" altLang="en-US"/>
          </a:p>
        </p:txBody>
      </p:sp>
      <p:sp>
        <p:nvSpPr>
          <p:cNvPr id="100355" name="Rectangle 2">
            <a:extLst>
              <a:ext uri="{FF2B5EF4-FFF2-40B4-BE49-F238E27FC236}">
                <a16:creationId xmlns:a16="http://schemas.microsoft.com/office/drawing/2014/main" id="{A919E874-AD92-225C-CF1C-96C88C7B051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6" name="Rectangle 3">
            <a:extLst>
              <a:ext uri="{FF2B5EF4-FFF2-40B4-BE49-F238E27FC236}">
                <a16:creationId xmlns:a16="http://schemas.microsoft.com/office/drawing/2014/main" id="{A40FD2FA-816F-12A5-EEF5-F7AE3304D44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7">
            <a:extLst>
              <a:ext uri="{FF2B5EF4-FFF2-40B4-BE49-F238E27FC236}">
                <a16:creationId xmlns:a16="http://schemas.microsoft.com/office/drawing/2014/main" id="{59BFEE16-627B-48AA-7719-79EE69A801C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A062F07-F89C-48DE-87E0-2F04F3299A5C}" type="slidenum">
              <a:rPr lang="en-US" altLang="en-US"/>
              <a:pPr/>
              <a:t>38</a:t>
            </a:fld>
            <a:endParaRPr lang="en-US" altLang="en-US"/>
          </a:p>
        </p:txBody>
      </p:sp>
      <p:sp>
        <p:nvSpPr>
          <p:cNvPr id="101379" name="Rectangle 2">
            <a:extLst>
              <a:ext uri="{FF2B5EF4-FFF2-40B4-BE49-F238E27FC236}">
                <a16:creationId xmlns:a16="http://schemas.microsoft.com/office/drawing/2014/main" id="{3DFC0057-DD2B-8937-D70A-66155D9E57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1380" name="Rectangle 3">
            <a:extLst>
              <a:ext uri="{FF2B5EF4-FFF2-40B4-BE49-F238E27FC236}">
                <a16:creationId xmlns:a16="http://schemas.microsoft.com/office/drawing/2014/main" id="{5D754A75-AC0F-2E07-1FD3-4E3DBB78B8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>
            <a:extLst>
              <a:ext uri="{FF2B5EF4-FFF2-40B4-BE49-F238E27FC236}">
                <a16:creationId xmlns:a16="http://schemas.microsoft.com/office/drawing/2014/main" id="{F842074C-6213-70B8-9069-88B5A190D1F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1DD75FE-A3AD-4087-8398-8CED35C2F613}" type="slidenum">
              <a:rPr lang="en-US" altLang="en-US"/>
              <a:pPr/>
              <a:t>39</a:t>
            </a:fld>
            <a:endParaRPr lang="en-US" altLang="en-US"/>
          </a:p>
        </p:txBody>
      </p:sp>
      <p:sp>
        <p:nvSpPr>
          <p:cNvPr id="102403" name="Rectangle 2">
            <a:extLst>
              <a:ext uri="{FF2B5EF4-FFF2-40B4-BE49-F238E27FC236}">
                <a16:creationId xmlns:a16="http://schemas.microsoft.com/office/drawing/2014/main" id="{419E1DFB-9F21-97F4-D238-D07BCE922C0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4" name="Rectangle 3">
            <a:extLst>
              <a:ext uri="{FF2B5EF4-FFF2-40B4-BE49-F238E27FC236}">
                <a16:creationId xmlns:a16="http://schemas.microsoft.com/office/drawing/2014/main" id="{0EDD4DE5-E298-0A4A-06BB-B89A2D03B1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7">
            <a:extLst>
              <a:ext uri="{FF2B5EF4-FFF2-40B4-BE49-F238E27FC236}">
                <a16:creationId xmlns:a16="http://schemas.microsoft.com/office/drawing/2014/main" id="{FFB01467-24E1-B8F4-AB1D-2A6533FC4BE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95AFAD3-6B79-4C00-9F2A-122725F10078}" type="slidenum">
              <a:rPr lang="en-US" altLang="en-US"/>
              <a:pPr/>
              <a:t>40</a:t>
            </a:fld>
            <a:endParaRPr lang="en-US" altLang="en-US"/>
          </a:p>
        </p:txBody>
      </p:sp>
      <p:sp>
        <p:nvSpPr>
          <p:cNvPr id="103427" name="Rectangle 2">
            <a:extLst>
              <a:ext uri="{FF2B5EF4-FFF2-40B4-BE49-F238E27FC236}">
                <a16:creationId xmlns:a16="http://schemas.microsoft.com/office/drawing/2014/main" id="{9E75CA07-2CB5-16BC-857E-88845EF125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3428" name="Rectangle 3">
            <a:extLst>
              <a:ext uri="{FF2B5EF4-FFF2-40B4-BE49-F238E27FC236}">
                <a16:creationId xmlns:a16="http://schemas.microsoft.com/office/drawing/2014/main" id="{947E05DD-AF45-CC9B-DAA8-B5F4DA946D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>
            <a:extLst>
              <a:ext uri="{FF2B5EF4-FFF2-40B4-BE49-F238E27FC236}">
                <a16:creationId xmlns:a16="http://schemas.microsoft.com/office/drawing/2014/main" id="{A78CDE34-24B4-8B27-CCE9-118793ECD53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2F0C9C5-EE69-4EBB-85E2-2B00FCBF264C}" type="slidenum">
              <a:rPr lang="en-US" altLang="en-US"/>
              <a:pPr/>
              <a:t>43</a:t>
            </a:fld>
            <a:endParaRPr lang="en-US" altLang="en-US"/>
          </a:p>
        </p:txBody>
      </p:sp>
      <p:sp>
        <p:nvSpPr>
          <p:cNvPr id="104451" name="Rectangle 2">
            <a:extLst>
              <a:ext uri="{FF2B5EF4-FFF2-40B4-BE49-F238E27FC236}">
                <a16:creationId xmlns:a16="http://schemas.microsoft.com/office/drawing/2014/main" id="{045CC8C5-44FE-06C9-B34D-8AA49BE799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2" name="Rectangle 3">
            <a:extLst>
              <a:ext uri="{FF2B5EF4-FFF2-40B4-BE49-F238E27FC236}">
                <a16:creationId xmlns:a16="http://schemas.microsoft.com/office/drawing/2014/main" id="{A05137FD-3519-D38D-1E52-F575477129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>
            <a:extLst>
              <a:ext uri="{FF2B5EF4-FFF2-40B4-BE49-F238E27FC236}">
                <a16:creationId xmlns:a16="http://schemas.microsoft.com/office/drawing/2014/main" id="{B25ECC91-A2C2-CED3-EEB1-16F04A08AF5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199E0D0-1F5A-407F-AAD3-62E40560CE86}" type="slidenum">
              <a:rPr lang="en-US" altLang="en-US"/>
              <a:pPr/>
              <a:t>44</a:t>
            </a:fld>
            <a:endParaRPr lang="en-US" altLang="en-US"/>
          </a:p>
        </p:txBody>
      </p:sp>
      <p:sp>
        <p:nvSpPr>
          <p:cNvPr id="105475" name="Rectangle 2">
            <a:extLst>
              <a:ext uri="{FF2B5EF4-FFF2-40B4-BE49-F238E27FC236}">
                <a16:creationId xmlns:a16="http://schemas.microsoft.com/office/drawing/2014/main" id="{CB49A012-4E69-C28D-BA04-E209DC706EE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5476" name="Rectangle 3">
            <a:extLst>
              <a:ext uri="{FF2B5EF4-FFF2-40B4-BE49-F238E27FC236}">
                <a16:creationId xmlns:a16="http://schemas.microsoft.com/office/drawing/2014/main" id="{7033DC30-47D8-D252-7B64-CBBA09F25DD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>
            <a:extLst>
              <a:ext uri="{FF2B5EF4-FFF2-40B4-BE49-F238E27FC236}">
                <a16:creationId xmlns:a16="http://schemas.microsoft.com/office/drawing/2014/main" id="{3069EDB2-EA0D-318F-FABD-E3C7BC200F2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902AE39-BFA2-40EF-9EB6-4B9A6E1C5FCA}" type="slidenum">
              <a:rPr lang="en-US" altLang="en-US"/>
              <a:pPr/>
              <a:t>45</a:t>
            </a:fld>
            <a:endParaRPr lang="en-US" altLang="en-US"/>
          </a:p>
        </p:txBody>
      </p:sp>
      <p:sp>
        <p:nvSpPr>
          <p:cNvPr id="106499" name="Rectangle 2">
            <a:extLst>
              <a:ext uri="{FF2B5EF4-FFF2-40B4-BE49-F238E27FC236}">
                <a16:creationId xmlns:a16="http://schemas.microsoft.com/office/drawing/2014/main" id="{EEDAA346-D7DB-7F64-DAA1-BC15433A54B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500" name="Rectangle 3">
            <a:extLst>
              <a:ext uri="{FF2B5EF4-FFF2-40B4-BE49-F238E27FC236}">
                <a16:creationId xmlns:a16="http://schemas.microsoft.com/office/drawing/2014/main" id="{039FF7B7-D507-BC2A-47AF-B89190B666B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>
            <a:extLst>
              <a:ext uri="{FF2B5EF4-FFF2-40B4-BE49-F238E27FC236}">
                <a16:creationId xmlns:a16="http://schemas.microsoft.com/office/drawing/2014/main" id="{E0D8A485-2B0A-CB35-4936-95E7B0E846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FCDD48B-6710-44E6-A094-776111B35235}" type="slidenum">
              <a:rPr lang="en-US" altLang="en-US"/>
              <a:pPr/>
              <a:t>46</a:t>
            </a:fld>
            <a:endParaRPr lang="en-US" altLang="en-US"/>
          </a:p>
        </p:txBody>
      </p:sp>
      <p:sp>
        <p:nvSpPr>
          <p:cNvPr id="107523" name="Rectangle 2">
            <a:extLst>
              <a:ext uri="{FF2B5EF4-FFF2-40B4-BE49-F238E27FC236}">
                <a16:creationId xmlns:a16="http://schemas.microsoft.com/office/drawing/2014/main" id="{C9915DC9-FA14-7B78-E8B0-5BAB3F03717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4" name="Rectangle 3">
            <a:extLst>
              <a:ext uri="{FF2B5EF4-FFF2-40B4-BE49-F238E27FC236}">
                <a16:creationId xmlns:a16="http://schemas.microsoft.com/office/drawing/2014/main" id="{9209B64D-9BA9-7968-2DB5-0E4D5E1E140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>
            <a:extLst>
              <a:ext uri="{FF2B5EF4-FFF2-40B4-BE49-F238E27FC236}">
                <a16:creationId xmlns:a16="http://schemas.microsoft.com/office/drawing/2014/main" id="{9E93E3AC-5E93-2B6D-84E8-B839A841E48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B19FDAE-F3C7-42D0-AF62-F58D7C3D9C37}" type="slidenum">
              <a:rPr lang="en-US" altLang="en-US"/>
              <a:pPr/>
              <a:t>47</a:t>
            </a:fld>
            <a:endParaRPr lang="en-US" altLang="en-US"/>
          </a:p>
        </p:txBody>
      </p:sp>
      <p:sp>
        <p:nvSpPr>
          <p:cNvPr id="108547" name="Rectangle 2">
            <a:extLst>
              <a:ext uri="{FF2B5EF4-FFF2-40B4-BE49-F238E27FC236}">
                <a16:creationId xmlns:a16="http://schemas.microsoft.com/office/drawing/2014/main" id="{C1DC602E-D7C5-CA16-C927-64251E52C1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>
            <a:extLst>
              <a:ext uri="{FF2B5EF4-FFF2-40B4-BE49-F238E27FC236}">
                <a16:creationId xmlns:a16="http://schemas.microsoft.com/office/drawing/2014/main" id="{BFD7EEB0-5F88-2B8B-7AFC-F947712823B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>
            <a:extLst>
              <a:ext uri="{FF2B5EF4-FFF2-40B4-BE49-F238E27FC236}">
                <a16:creationId xmlns:a16="http://schemas.microsoft.com/office/drawing/2014/main" id="{FD0A4857-4414-6758-1EF1-A99ED6B6041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0DA2BAA-5D16-4F13-8BE8-652055CFB6AF}" type="slidenum">
              <a:rPr lang="en-US" altLang="en-US"/>
              <a:pPr/>
              <a:t>48</a:t>
            </a:fld>
            <a:endParaRPr lang="en-US" altLang="en-US"/>
          </a:p>
        </p:txBody>
      </p:sp>
      <p:sp>
        <p:nvSpPr>
          <p:cNvPr id="109571" name="Rectangle 2">
            <a:extLst>
              <a:ext uri="{FF2B5EF4-FFF2-40B4-BE49-F238E27FC236}">
                <a16:creationId xmlns:a16="http://schemas.microsoft.com/office/drawing/2014/main" id="{2AC5C164-2734-38A8-938B-311D7679BB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>
            <a:extLst>
              <a:ext uri="{FF2B5EF4-FFF2-40B4-BE49-F238E27FC236}">
                <a16:creationId xmlns:a16="http://schemas.microsoft.com/office/drawing/2014/main" id="{B3760F60-246A-0FDB-B3BB-CBB6D89452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9">
            <a:extLst>
              <a:ext uri="{FF2B5EF4-FFF2-40B4-BE49-F238E27FC236}">
                <a16:creationId xmlns:a16="http://schemas.microsoft.com/office/drawing/2014/main" id="{85BAED79-DE3D-2FE5-45ED-4D33F8AAA48B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" name="Rectangle 20">
            <a:extLst>
              <a:ext uri="{FF2B5EF4-FFF2-40B4-BE49-F238E27FC236}">
                <a16:creationId xmlns:a16="http://schemas.microsoft.com/office/drawing/2014/main" id="{F95842F7-A6F9-00AD-A1AE-4C283316AC13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3175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" name="Rectangle 21">
            <a:extLst>
              <a:ext uri="{FF2B5EF4-FFF2-40B4-BE49-F238E27FC236}">
                <a16:creationId xmlns:a16="http://schemas.microsoft.com/office/drawing/2014/main" id="{BBFFC281-E8A6-CE22-F89C-75E34785389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" name="Rectangle 23">
            <a:extLst>
              <a:ext uri="{FF2B5EF4-FFF2-40B4-BE49-F238E27FC236}">
                <a16:creationId xmlns:a16="http://schemas.microsoft.com/office/drawing/2014/main" id="{42AC0278-0CD4-52AF-3A69-67ED60A1669F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2514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DC3C922-DF61-0827-EED2-96AAFC63F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" y="6391275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7" name="Straight Connector 6">
            <a:extLst>
              <a:ext uri="{FF2B5EF4-FFF2-40B4-BE49-F238E27FC236}">
                <a16:creationId xmlns:a16="http://schemas.microsoft.com/office/drawing/2014/main" id="{44167C2A-457B-BDBD-D7D6-E40B0E77A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5575" y="2419350"/>
            <a:ext cx="8832850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B2DE805-C832-6C62-D268-DB4F437B8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C9BA2C05-1637-F35B-F77B-21DF6E5F17CE}"/>
              </a:ext>
            </a:extLst>
          </p:cNvPr>
          <p:cNvSpPr/>
          <p:nvPr/>
        </p:nvSpPr>
        <p:spPr>
          <a:xfrm>
            <a:off x="4267200" y="2114550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037A4A0-3027-356E-D801-5724DFFC9ADE}"/>
              </a:ext>
            </a:extLst>
          </p:cNvPr>
          <p:cNvSpPr/>
          <p:nvPr/>
        </p:nvSpPr>
        <p:spPr>
          <a:xfrm>
            <a:off x="4362450" y="2209800"/>
            <a:ext cx="419100" cy="420688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9" name="Subtitle 8"/>
          <p:cNvSpPr>
            <a:spLocks noGrp="1"/>
          </p:cNvSpPr>
          <p:nvPr>
            <p:ph type="subTitle" idx="1"/>
          </p:nvPr>
        </p:nvSpPr>
        <p:spPr>
          <a:xfrm>
            <a:off x="1371600" y="2819400"/>
            <a:ext cx="6400800" cy="1752600"/>
          </a:xfrm>
        </p:spPr>
        <p:txBody>
          <a:bodyPr/>
          <a:lstStyle>
            <a:lvl1pPr marL="0" indent="0" algn="ctr">
              <a:buNone/>
              <a:defRPr sz="1600" b="1" cap="all" spc="250" baseline="0">
                <a:solidFill>
                  <a:schemeClr val="tx2"/>
                </a:solidFill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8" name="Title 7"/>
          <p:cNvSpPr>
            <a:spLocks noGrp="1"/>
          </p:cNvSpPr>
          <p:nvPr>
            <p:ph type="ctrTitle"/>
          </p:nvPr>
        </p:nvSpPr>
        <p:spPr>
          <a:xfrm>
            <a:off x="685800" y="381000"/>
            <a:ext cx="7772400" cy="1752600"/>
          </a:xfrm>
        </p:spPr>
        <p:txBody>
          <a:bodyPr/>
          <a:lstStyle>
            <a:lvl1pPr>
              <a:defRPr sz="42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3" name="Date Placeholder 27">
            <a:extLst>
              <a:ext uri="{FF2B5EF4-FFF2-40B4-BE49-F238E27FC236}">
                <a16:creationId xmlns:a16="http://schemas.microsoft.com/office/drawing/2014/main" id="{6E071AEC-7F3C-7850-3432-D3BF434BB4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7628387-CD08-4F00-9FD9-2ED2FAB8F41C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14" name="Footer Placeholder 16">
            <a:extLst>
              <a:ext uri="{FF2B5EF4-FFF2-40B4-BE49-F238E27FC236}">
                <a16:creationId xmlns:a16="http://schemas.microsoft.com/office/drawing/2014/main" id="{AC3AC998-EFFD-DE90-13BE-45EAF1B2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" name="Slide Number Placeholder 28">
            <a:extLst>
              <a:ext uri="{FF2B5EF4-FFF2-40B4-BE49-F238E27FC236}">
                <a16:creationId xmlns:a16="http://schemas.microsoft.com/office/drawing/2014/main" id="{C98158CF-33ED-D375-6170-AEF356F9C7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343400" y="219868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3F920939-8BD1-4141-AC07-6347A5AC030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8435753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8" name="Content Placeholder 7"/>
          <p:cNvSpPr>
            <a:spLocks noGrp="1"/>
          </p:cNvSpPr>
          <p:nvPr>
            <p:ph sz="quarter" idx="1"/>
          </p:nvPr>
        </p:nvSpPr>
        <p:spPr>
          <a:xfrm>
            <a:off x="301752" y="1527048"/>
            <a:ext cx="8503920" cy="45720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F3DE46B1-18E1-BDEB-B290-445225961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F34E3C-5A55-4872-85C2-E88A537A58BD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95C2DF20-F424-4855-C811-918EDB2FA2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AA67179-7DE0-9D4D-8A12-F4150CD195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362450" y="1027113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E9462B43-F2FF-4D5D-A2DB-CE1AE3C3BA4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3373646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9">
            <a:extLst>
              <a:ext uri="{FF2B5EF4-FFF2-40B4-BE49-F238E27FC236}">
                <a16:creationId xmlns:a16="http://schemas.microsoft.com/office/drawing/2014/main" id="{DD648E17-4391-3F9C-5646-34D1517BAF2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" name="Rectangle 20">
            <a:extLst>
              <a:ext uri="{FF2B5EF4-FFF2-40B4-BE49-F238E27FC236}">
                <a16:creationId xmlns:a16="http://schemas.microsoft.com/office/drawing/2014/main" id="{591216B3-A088-69AF-7A7A-4E38CBB9169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C891766B-E69D-D017-37F2-B78B6FB0C7E3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5623CCD3-36DA-F4A8-F3A1-016D51774095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1905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3060B348-019F-C6E4-36ED-155E6EB0309F}"/>
              </a:ext>
            </a:extLst>
          </p:cNvPr>
          <p:cNvSpPr>
            <a:spLocks noChangeArrowheads="1"/>
          </p:cNvSpPr>
          <p:nvPr/>
        </p:nvSpPr>
        <p:spPr bwMode="white">
          <a:xfrm>
            <a:off x="152400" y="2286000"/>
            <a:ext cx="88328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25">
            <a:extLst>
              <a:ext uri="{FF2B5EF4-FFF2-40B4-BE49-F238E27FC236}">
                <a16:creationId xmlns:a16="http://schemas.microsoft.com/office/drawing/2014/main" id="{09781E84-A4F4-D7A3-6DFC-25DB51F23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75" y="142875"/>
            <a:ext cx="8832850" cy="2139950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3B73F6B-E56B-400F-DA7C-C53FB93AF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" y="6391275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82D026F-7C3B-BA03-6327-200AF3B53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2" name="Straight Connector 11">
            <a:extLst>
              <a:ext uri="{FF2B5EF4-FFF2-40B4-BE49-F238E27FC236}">
                <a16:creationId xmlns:a16="http://schemas.microsoft.com/office/drawing/2014/main" id="{0DB08026-BE65-7437-EFFA-F258EF70735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" y="2438400"/>
            <a:ext cx="8832850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3B4CB0F-FDC9-317D-980D-0EA0A84BC526}"/>
              </a:ext>
            </a:extLst>
          </p:cNvPr>
          <p:cNvSpPr/>
          <p:nvPr/>
        </p:nvSpPr>
        <p:spPr>
          <a:xfrm>
            <a:off x="4267200" y="2114550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6568DB-A187-6AB6-4350-E6887F2FF2E1}"/>
              </a:ext>
            </a:extLst>
          </p:cNvPr>
          <p:cNvSpPr/>
          <p:nvPr/>
        </p:nvSpPr>
        <p:spPr>
          <a:xfrm>
            <a:off x="4362450" y="2209800"/>
            <a:ext cx="419100" cy="420688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368426" y="2743200"/>
            <a:ext cx="6480174" cy="1673225"/>
          </a:xfrm>
        </p:spPr>
        <p:txBody>
          <a:bodyPr/>
          <a:lstStyle>
            <a:lvl1pPr marL="0" indent="0" algn="ctr">
              <a:buNone/>
              <a:defRPr sz="1600" b="1" cap="all" spc="250" baseline="0">
                <a:solidFill>
                  <a:schemeClr val="tx2"/>
                </a:solidFill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533400"/>
            <a:ext cx="7772400" cy="1524000"/>
          </a:xfrm>
        </p:spPr>
        <p:txBody>
          <a:bodyPr/>
          <a:lstStyle>
            <a:lvl1pPr algn="ctr">
              <a:buNone/>
              <a:defRPr sz="4200" b="0" cap="none" baseline="0">
                <a:solidFill>
                  <a:srgbClr val="FFFFF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0107DEA6-5528-6FAD-7AC0-42F4DC12893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C7FAAE64-ADAD-8B25-DFD6-3F3CAD3BD1AB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193A58-4C13-4D6D-A8BC-847A370EA7B3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3470571E-2F00-0F3E-5238-3112EE77CB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343400" y="219868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6A975EC6-2E07-4267-B118-D0646A02C7C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861132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traight Connector 19">
            <a:extLst>
              <a:ext uri="{FF2B5EF4-FFF2-40B4-BE49-F238E27FC236}">
                <a16:creationId xmlns:a16="http://schemas.microsoft.com/office/drawing/2014/main" id="{79AB2C54-29E1-C605-AAE7-E4A49646BF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2475" y="1576388"/>
            <a:ext cx="9525" cy="4818062"/>
          </a:xfrm>
          <a:prstGeom prst="line">
            <a:avLst/>
          </a:prstGeom>
          <a:noFill/>
          <a:ln w="9525" algn="ctr">
            <a:solidFill>
              <a:schemeClr val="tx2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1752" y="228600"/>
            <a:ext cx="8534400" cy="75895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half" idx="1"/>
          </p:nvPr>
        </p:nvSpPr>
        <p:spPr>
          <a:xfrm>
            <a:off x="301752" y="1371600"/>
            <a:ext cx="4038600" cy="4681728"/>
          </a:xfrm>
        </p:spPr>
        <p:txBody>
          <a:bodyPr/>
          <a:lstStyle>
            <a:lvl1pPr>
              <a:defRPr sz="25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half" idx="2"/>
          </p:nvPr>
        </p:nvSpPr>
        <p:spPr>
          <a:xfrm>
            <a:off x="4800600" y="1371600"/>
            <a:ext cx="4038600" cy="4681728"/>
          </a:xfrm>
        </p:spPr>
        <p:txBody>
          <a:bodyPr/>
          <a:lstStyle>
            <a:lvl1pPr>
              <a:defRPr sz="25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4">
            <a:extLst>
              <a:ext uri="{FF2B5EF4-FFF2-40B4-BE49-F238E27FC236}">
                <a16:creationId xmlns:a16="http://schemas.microsoft.com/office/drawing/2014/main" id="{3397A44D-AAF6-376F-05B3-280F565CD2C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791200" y="6410325"/>
            <a:ext cx="3044825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2DE2B1-7323-453E-9D6D-DAC87EE398E1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36C05A0-F90F-247C-ECDA-CEA19045C3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4D3C0B9E-0455-5204-060E-A4C0728790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A6CAD-177D-4207-B429-738CDF57FB5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064024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traight Connector 19">
            <a:extLst>
              <a:ext uri="{FF2B5EF4-FFF2-40B4-BE49-F238E27FC236}">
                <a16:creationId xmlns:a16="http://schemas.microsoft.com/office/drawing/2014/main" id="{794BF32F-DBEE-D404-6003-C9FFF62C1F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72000" y="2200275"/>
            <a:ext cx="0" cy="4187825"/>
          </a:xfrm>
          <a:prstGeom prst="line">
            <a:avLst/>
          </a:prstGeom>
          <a:noFill/>
          <a:ln w="9525" algn="ctr">
            <a:solidFill>
              <a:schemeClr val="tx2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" name="Rectangle 20">
            <a:extLst>
              <a:ext uri="{FF2B5EF4-FFF2-40B4-BE49-F238E27FC236}">
                <a16:creationId xmlns:a16="http://schemas.microsoft.com/office/drawing/2014/main" id="{07201491-C265-2D4C-0D50-C544E99A214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44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8E031620-5ACF-CE51-F33C-85517A114711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E25E67A6-9B51-B474-F532-B9DF9757D617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A79E0CEE-1089-4D95-408E-D5D37390ADEF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93AB0E6-F142-2F55-4EC5-3060D4152456}"/>
              </a:ext>
            </a:extLst>
          </p:cNvPr>
          <p:cNvSpPr/>
          <p:nvPr/>
        </p:nvSpPr>
        <p:spPr>
          <a:xfrm>
            <a:off x="152400" y="1371600"/>
            <a:ext cx="8832850" cy="914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72BF077-27E4-0663-79F3-3A94DD79E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" y="6391275"/>
            <a:ext cx="8832850" cy="3111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Straight Connector 10">
            <a:extLst>
              <a:ext uri="{FF2B5EF4-FFF2-40B4-BE49-F238E27FC236}">
                <a16:creationId xmlns:a16="http://schemas.microsoft.com/office/drawing/2014/main" id="{6D998791-E309-9E82-C040-917247982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" y="1279525"/>
            <a:ext cx="8832850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93E7F3B-AC59-1280-97EF-4290DA332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5575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3D785E2-E4BC-584D-2B9A-22304BDB7A4B}"/>
              </a:ext>
            </a:extLst>
          </p:cNvPr>
          <p:cNvSpPr/>
          <p:nvPr/>
        </p:nvSpPr>
        <p:spPr>
          <a:xfrm>
            <a:off x="4267200" y="955675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B464160-65D2-EC2E-B103-9621D8CC8D97}"/>
              </a:ext>
            </a:extLst>
          </p:cNvPr>
          <p:cNvSpPr/>
          <p:nvPr/>
        </p:nvSpPr>
        <p:spPr>
          <a:xfrm>
            <a:off x="4362450" y="1050925"/>
            <a:ext cx="419100" cy="420688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1752" y="1524000"/>
            <a:ext cx="4040188" cy="732974"/>
          </a:xfrm>
          <a:noFill/>
          <a:ln w="15875" cap="rnd" cmpd="sng" algn="ctr">
            <a:noFill/>
            <a:prstDash val="solid"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>
            <a:noAutofit/>
          </a:bodyPr>
          <a:lstStyle>
            <a:lvl1pPr marL="0" indent="0">
              <a:buNone/>
              <a:defRPr lang="en-US" sz="2200" b="1" dirty="0" smtClean="0">
                <a:solidFill>
                  <a:srgbClr val="FFFFFF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3"/>
          </p:nvPr>
        </p:nvSpPr>
        <p:spPr>
          <a:xfrm>
            <a:off x="4791330" y="1524000"/>
            <a:ext cx="4041775" cy="731520"/>
          </a:xfrm>
          <a:noFill/>
          <a:ln w="15875" cap="rnd" cmpd="sng" algn="ctr">
            <a:noFill/>
            <a:prstDash val="solid"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anchor="ctr">
            <a:noAutofit/>
          </a:bodyPr>
          <a:lstStyle>
            <a:lvl1pPr marL="0" indent="0">
              <a:buNone/>
              <a:defRPr sz="2200" b="1"/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Content Placeholder 23"/>
          <p:cNvSpPr>
            <a:spLocks noGrp="1"/>
          </p:cNvSpPr>
          <p:nvPr>
            <p:ph sz="quarter" idx="2"/>
          </p:nvPr>
        </p:nvSpPr>
        <p:spPr>
          <a:xfrm>
            <a:off x="301752" y="2471383"/>
            <a:ext cx="4041648" cy="38184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6" name="Content Placeholder 25"/>
          <p:cNvSpPr>
            <a:spLocks noGrp="1"/>
          </p:cNvSpPr>
          <p:nvPr>
            <p:ph sz="quarter" idx="4"/>
          </p:nvPr>
        </p:nvSpPr>
        <p:spPr>
          <a:xfrm>
            <a:off x="4800600" y="2471383"/>
            <a:ext cx="4038600" cy="382219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3" name="Title 22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5" name="Date Placeholder 6">
            <a:extLst>
              <a:ext uri="{FF2B5EF4-FFF2-40B4-BE49-F238E27FC236}">
                <a16:creationId xmlns:a16="http://schemas.microsoft.com/office/drawing/2014/main" id="{3ABB9B26-A0BF-53CB-3F57-0344C6E164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0ADC24D-B12B-4201-959D-B1C16FFA2482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16" name="Footer Placeholder 7">
            <a:extLst>
              <a:ext uri="{FF2B5EF4-FFF2-40B4-BE49-F238E27FC236}">
                <a16:creationId xmlns:a16="http://schemas.microsoft.com/office/drawing/2014/main" id="{E76F8019-0AAC-A292-369A-99C2FEB079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4800" y="6410325"/>
            <a:ext cx="3581400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7" name="Slide Number Placeholder 8">
            <a:extLst>
              <a:ext uri="{FF2B5EF4-FFF2-40B4-BE49-F238E27FC236}">
                <a16:creationId xmlns:a16="http://schemas.microsoft.com/office/drawing/2014/main" id="{4D4A9602-F45A-9098-3B89-14361A51E9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343400" y="104298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FD1076BD-B014-407D-97FD-306DA59DFAE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0999520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F2FBBC-B6BD-A628-FDAB-1665675D75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8B2CDFA-10A2-4A62-B07B-7EE4DB2241AC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964992-C049-0D94-A280-C1B0909326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D791344-6028-68E9-A7CF-9F14232D28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343400" y="103663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8A87BC87-B96F-40DE-936F-DB33DDEAFBE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194930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9">
            <a:extLst>
              <a:ext uri="{FF2B5EF4-FFF2-40B4-BE49-F238E27FC236}">
                <a16:creationId xmlns:a16="http://schemas.microsoft.com/office/drawing/2014/main" id="{380E293A-BC75-4517-7C92-01FBDA0B2512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" name="Rectangle 20">
            <a:extLst>
              <a:ext uri="{FF2B5EF4-FFF2-40B4-BE49-F238E27FC236}">
                <a16:creationId xmlns:a16="http://schemas.microsoft.com/office/drawing/2014/main" id="{6B7FE4C4-9F8A-50D9-C5CE-96541A5C4993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55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" name="Rectangle 21">
            <a:extLst>
              <a:ext uri="{FF2B5EF4-FFF2-40B4-BE49-F238E27FC236}">
                <a16:creationId xmlns:a16="http://schemas.microsoft.com/office/drawing/2014/main" id="{66262518-5716-91C0-E97F-E4D781EC0015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" name="Rectangle 23">
            <a:extLst>
              <a:ext uri="{FF2B5EF4-FFF2-40B4-BE49-F238E27FC236}">
                <a16:creationId xmlns:a16="http://schemas.microsoft.com/office/drawing/2014/main" id="{C4A1CEF5-35CB-2E76-9E5F-712AA421BC2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9D8C2EE-CC6F-B447-95A3-917742D9C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" y="6391275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462A52C-F61D-92E9-49DF-98A4FFC64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8750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8" name="Date Placeholder 1">
            <a:extLst>
              <a:ext uri="{FF2B5EF4-FFF2-40B4-BE49-F238E27FC236}">
                <a16:creationId xmlns:a16="http://schemas.microsoft.com/office/drawing/2014/main" id="{1B87DE46-A3A0-5B88-5BA2-E00C8F4CC8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3F37C90-1BE1-4966-AFED-6FB22914462C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9" name="Footer Placeholder 2">
            <a:extLst>
              <a:ext uri="{FF2B5EF4-FFF2-40B4-BE49-F238E27FC236}">
                <a16:creationId xmlns:a16="http://schemas.microsoft.com/office/drawing/2014/main" id="{16597FE4-A6D9-F0F5-C8E6-667ADB23F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" name="Slide Number Placeholder 3">
            <a:extLst>
              <a:ext uri="{FF2B5EF4-FFF2-40B4-BE49-F238E27FC236}">
                <a16:creationId xmlns:a16="http://schemas.microsoft.com/office/drawing/2014/main" id="{890DB329-DFD9-0611-1C8D-BDB57AF53D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267200" y="6324600"/>
            <a:ext cx="609600" cy="441325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A197DDB9-F40E-4C2E-82BE-5ACCFF3DD57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042922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72DBEB81-6FD8-3B1D-CF6E-F5AA509E8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8832850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5" name="Rectangle 20">
            <a:extLst>
              <a:ext uri="{FF2B5EF4-FFF2-40B4-BE49-F238E27FC236}">
                <a16:creationId xmlns:a16="http://schemas.microsoft.com/office/drawing/2014/main" id="{E2386AE5-DB32-1B2C-48E9-04F8D3BB293B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ACA19239-33EF-7B93-18A8-7F96A2FA4C84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473DB5DA-326C-BF2C-675B-DE607205AA0E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1906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F95EBAB2-83D2-302E-98E5-1B8838DC838B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91B2DB2-AA85-CA58-8D26-A2421EA0A4AE}"/>
              </a:ext>
            </a:extLst>
          </p:cNvPr>
          <p:cNvSpPr/>
          <p:nvPr/>
        </p:nvSpPr>
        <p:spPr>
          <a:xfrm>
            <a:off x="152400" y="609600"/>
            <a:ext cx="2743200" cy="5867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9797791-2BF3-0402-D169-13B45E845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Straight Connector 10">
            <a:extLst>
              <a:ext uri="{FF2B5EF4-FFF2-40B4-BE49-F238E27FC236}">
                <a16:creationId xmlns:a16="http://schemas.microsoft.com/office/drawing/2014/main" id="{415D1ED9-909F-FFB5-396F-8541E0A9D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" y="533400"/>
            <a:ext cx="8832850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924448D4-5377-9C24-15F5-7B7763C3A8E2}"/>
              </a:ext>
            </a:extLst>
          </p:cNvPr>
          <p:cNvSpPr/>
          <p:nvPr/>
        </p:nvSpPr>
        <p:spPr>
          <a:xfrm>
            <a:off x="1295400" y="228600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DEF6748-99AA-0AEC-394F-562FAFA0F7BF}"/>
              </a:ext>
            </a:extLst>
          </p:cNvPr>
          <p:cNvSpPr/>
          <p:nvPr/>
        </p:nvSpPr>
        <p:spPr>
          <a:xfrm>
            <a:off x="1390650" y="323850"/>
            <a:ext cx="419100" cy="419100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EE90B07-914F-C0D3-682D-407FC116B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" y="6388100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914400"/>
            <a:ext cx="2362200" cy="990600"/>
          </a:xfrm>
        </p:spPr>
        <p:txBody>
          <a:bodyPr>
            <a:noAutofit/>
          </a:bodyPr>
          <a:lstStyle>
            <a:lvl1pPr algn="l">
              <a:buNone/>
              <a:defRPr sz="2200" b="1">
                <a:solidFill>
                  <a:srgbClr val="FFFFF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381000" y="1981200"/>
            <a:ext cx="2362200" cy="4144963"/>
          </a:xfrm>
        </p:spPr>
        <p:txBody>
          <a:bodyPr/>
          <a:lstStyle>
            <a:lvl1pPr marL="0" indent="0">
              <a:spcAft>
                <a:spcPts val="1000"/>
              </a:spcAft>
              <a:buNone/>
              <a:defRPr sz="1600">
                <a:solidFill>
                  <a:srgbClr val="FFFFFF"/>
                </a:solidFill>
              </a:defRPr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Content Placeholder 19"/>
          <p:cNvSpPr>
            <a:spLocks noGrp="1"/>
          </p:cNvSpPr>
          <p:nvPr>
            <p:ph sz="quarter" idx="1"/>
          </p:nvPr>
        </p:nvSpPr>
        <p:spPr>
          <a:xfrm>
            <a:off x="3124200" y="685800"/>
            <a:ext cx="5638800" cy="5410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Slide Number Placeholder 6">
            <a:extLst>
              <a:ext uri="{FF2B5EF4-FFF2-40B4-BE49-F238E27FC236}">
                <a16:creationId xmlns:a16="http://schemas.microsoft.com/office/drawing/2014/main" id="{25F98FDF-812B-7D2B-32C0-BD3398DA66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371600" y="31273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20CE5B8D-3878-4F79-8CE3-6251C6C5277C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6" name="Date Placeholder 4">
            <a:extLst>
              <a:ext uri="{FF2B5EF4-FFF2-40B4-BE49-F238E27FC236}">
                <a16:creationId xmlns:a16="http://schemas.microsoft.com/office/drawing/2014/main" id="{8F296545-5A70-7A4A-CBEF-E56D9880BFCC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9D8FFF-BA79-435E-B107-8D2AD7AF3681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17" name="Footer Placeholder 5">
            <a:extLst>
              <a:ext uri="{FF2B5EF4-FFF2-40B4-BE49-F238E27FC236}">
                <a16:creationId xmlns:a16="http://schemas.microsoft.com/office/drawing/2014/main" id="{A5E6BBDB-85BD-FEDD-A572-DDDFB54A88C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>
          <a:xfrm>
            <a:off x="301625" y="6410325"/>
            <a:ext cx="3382963" cy="36671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516092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traight Connector 4">
            <a:extLst>
              <a:ext uri="{FF2B5EF4-FFF2-40B4-BE49-F238E27FC236}">
                <a16:creationId xmlns:a16="http://schemas.microsoft.com/office/drawing/2014/main" id="{53F43E75-EA6A-4DA0-0FAF-F11AB1D8D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" y="533400"/>
            <a:ext cx="8832850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6" name="Rectangle 20">
            <a:extLst>
              <a:ext uri="{FF2B5EF4-FFF2-40B4-BE49-F238E27FC236}">
                <a16:creationId xmlns:a16="http://schemas.microsoft.com/office/drawing/2014/main" id="{8F65B388-F578-D584-BED8-C7E1C3E54349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1">
            <a:extLst>
              <a:ext uri="{FF2B5EF4-FFF2-40B4-BE49-F238E27FC236}">
                <a16:creationId xmlns:a16="http://schemas.microsoft.com/office/drawing/2014/main" id="{83A00E55-BBE2-AA34-F6C1-38437D1BA2F1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23">
            <a:extLst>
              <a:ext uri="{FF2B5EF4-FFF2-40B4-BE49-F238E27FC236}">
                <a16:creationId xmlns:a16="http://schemas.microsoft.com/office/drawing/2014/main" id="{AE698E8C-C6FA-C819-ABB8-52D0D0857CD5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24">
            <a:extLst>
              <a:ext uri="{FF2B5EF4-FFF2-40B4-BE49-F238E27FC236}">
                <a16:creationId xmlns:a16="http://schemas.microsoft.com/office/drawing/2014/main" id="{29843AC3-0D05-50C4-7DF6-6B60ACEB55C8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77C14D7-C798-55A2-B96D-8B1D9E38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8832850" cy="301625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86A9D51-F3E0-2729-6C63-318F0093843A}"/>
              </a:ext>
            </a:extLst>
          </p:cNvPr>
          <p:cNvSpPr/>
          <p:nvPr/>
        </p:nvSpPr>
        <p:spPr>
          <a:xfrm>
            <a:off x="152400" y="609600"/>
            <a:ext cx="2743200" cy="5867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F675721-D659-E22B-8E6B-6E79F85FC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5575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65AD223-1107-8628-37AC-AE5D45B46B7E}"/>
              </a:ext>
            </a:extLst>
          </p:cNvPr>
          <p:cNvSpPr/>
          <p:nvPr/>
        </p:nvSpPr>
        <p:spPr>
          <a:xfrm>
            <a:off x="1295400" y="228600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4DA731A-F777-D018-3D30-B2402BC39F3D}"/>
              </a:ext>
            </a:extLst>
          </p:cNvPr>
          <p:cNvSpPr/>
          <p:nvPr/>
        </p:nvSpPr>
        <p:spPr>
          <a:xfrm>
            <a:off x="1390650" y="323850"/>
            <a:ext cx="419100" cy="419100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69406D0-5A2B-2C2F-C760-9223F5371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" y="6388100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00375" y="5029200"/>
            <a:ext cx="5867400" cy="1219200"/>
          </a:xfrm>
        </p:spPr>
        <p:txBody>
          <a:bodyPr anchor="t">
            <a:noAutofit/>
          </a:bodyPr>
          <a:lstStyle>
            <a:lvl1pPr algn="l">
              <a:buNone/>
              <a:defRPr sz="2400" b="1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000375" y="609600"/>
            <a:ext cx="5867400" cy="4267200"/>
          </a:xfrm>
        </p:spPr>
        <p:txBody>
          <a:bodyPr>
            <a:normAutofit/>
          </a:bodyPr>
          <a:lstStyle>
            <a:lvl1pPr marL="0" indent="0">
              <a:buNone/>
              <a:defRPr sz="3200"/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81000" y="990600"/>
            <a:ext cx="2438400" cy="5257800"/>
          </a:xfrm>
        </p:spPr>
        <p:txBody>
          <a:bodyPr/>
          <a:lstStyle>
            <a:lvl1pPr marL="0" indent="0">
              <a:spcAft>
                <a:spcPts val="1000"/>
              </a:spcAft>
              <a:buFontTx/>
              <a:buNone/>
              <a:defRPr sz="1600">
                <a:solidFill>
                  <a:srgbClr val="FFFFFF"/>
                </a:solidFill>
              </a:defRPr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Slide Number Placeholder 6">
            <a:extLst>
              <a:ext uri="{FF2B5EF4-FFF2-40B4-BE49-F238E27FC236}">
                <a16:creationId xmlns:a16="http://schemas.microsoft.com/office/drawing/2014/main" id="{66EB5C0A-2727-E5AD-8914-53A889043A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371600" y="312738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DCD71823-516D-4D21-8EE7-9DAFDE986056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7" name="Date Placeholder 4">
            <a:extLst>
              <a:ext uri="{FF2B5EF4-FFF2-40B4-BE49-F238E27FC236}">
                <a16:creationId xmlns:a16="http://schemas.microsoft.com/office/drawing/2014/main" id="{A75E43B9-7150-6B8D-6B3A-35799621A3BE}"/>
              </a:ext>
            </a:extLst>
          </p:cNvPr>
          <p:cNvSpPr>
            <a:spLocks noGrp="1"/>
          </p:cNvSpPr>
          <p:nvPr>
            <p:ph type="dt" sz="half" idx="11"/>
          </p:nvPr>
        </p:nvSpPr>
        <p:spPr>
          <a:xfrm>
            <a:off x="5788025" y="6405563"/>
            <a:ext cx="3044825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AA5A516-705A-408C-B471-D42B29690959}" type="datetimeFigureOut">
              <a:rPr lang="en-US"/>
              <a:pPr>
                <a:defRPr/>
              </a:pPr>
              <a:t>10/16/2026</a:t>
            </a:fld>
            <a:endParaRPr lang="en-US" dirty="0"/>
          </a:p>
        </p:txBody>
      </p:sp>
      <p:sp>
        <p:nvSpPr>
          <p:cNvPr id="18" name="Footer Placeholder 5">
            <a:extLst>
              <a:ext uri="{FF2B5EF4-FFF2-40B4-BE49-F238E27FC236}">
                <a16:creationId xmlns:a16="http://schemas.microsoft.com/office/drawing/2014/main" id="{A71E5582-DD28-C9EF-DE12-7533E13F584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>
          <a:xfrm>
            <a:off x="301625" y="6410325"/>
            <a:ext cx="3584575" cy="36671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722946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D7DC5B-B4A6-C465-3EC6-962274928B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6B00EB1-A5CB-4486-8E2E-FD59071DB506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9D0E5DE-0630-5ABA-8931-728F79DC83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4D7F018-5445-CB81-F8B7-419518720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1632307-867A-44AA-9D1F-BC55838250B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0379398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9">
            <a:extLst>
              <a:ext uri="{FF2B5EF4-FFF2-40B4-BE49-F238E27FC236}">
                <a16:creationId xmlns:a16="http://schemas.microsoft.com/office/drawing/2014/main" id="{63395958-E1E3-6C27-90C0-9917D7C584FC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" name="Rectangle 20">
            <a:extLst>
              <a:ext uri="{FF2B5EF4-FFF2-40B4-BE49-F238E27FC236}">
                <a16:creationId xmlns:a16="http://schemas.microsoft.com/office/drawing/2014/main" id="{F5849CA1-24D4-1E4E-9F08-6EB844C3DD63}"/>
              </a:ext>
            </a:extLst>
          </p:cNvPr>
          <p:cNvSpPr>
            <a:spLocks noChangeArrowheads="1"/>
          </p:cNvSpPr>
          <p:nvPr/>
        </p:nvSpPr>
        <p:spPr bwMode="white">
          <a:xfrm>
            <a:off x="7010400" y="0"/>
            <a:ext cx="21336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FDBB02DE-16D8-76BF-8F32-A8B7E538DA05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55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5F81D056-3880-9171-DA90-FE4606B0C8D2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C4CF749-4520-BA46-56AF-DE62A79A4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" y="6391275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48C1421-5983-5080-4625-BAB4644D1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5575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0" name="Straight Connector 9">
            <a:extLst>
              <a:ext uri="{FF2B5EF4-FFF2-40B4-BE49-F238E27FC236}">
                <a16:creationId xmlns:a16="http://schemas.microsoft.com/office/drawing/2014/main" id="{64CFDE1F-34CA-84B8-15B0-2817B96A4C7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4021137" y="3278188"/>
            <a:ext cx="6245225" cy="0"/>
          </a:xfrm>
          <a:prstGeom prst="line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F165B48-6341-73BD-EEB7-E8C2B1C7A6AE}"/>
              </a:ext>
            </a:extLst>
          </p:cNvPr>
          <p:cNvSpPr/>
          <p:nvPr/>
        </p:nvSpPr>
        <p:spPr>
          <a:xfrm>
            <a:off x="6838950" y="2925763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DE7D38C-B61B-58A3-7B8A-9295DD6055AF}"/>
              </a:ext>
            </a:extLst>
          </p:cNvPr>
          <p:cNvSpPr/>
          <p:nvPr/>
        </p:nvSpPr>
        <p:spPr>
          <a:xfrm>
            <a:off x="6934200" y="3021013"/>
            <a:ext cx="420688" cy="419100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304800"/>
            <a:ext cx="6553200" cy="582136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391400" y="304801"/>
            <a:ext cx="14478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013168A-FE8A-03FE-7C6E-E3A6E51D22C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6915150" y="3009900"/>
            <a:ext cx="457200" cy="441325"/>
          </a:xfrm>
        </p:spPr>
        <p:txBody>
          <a:bodyPr/>
          <a:lstStyle>
            <a:lvl1pPr>
              <a:defRPr/>
            </a:lvl1pPr>
          </a:lstStyle>
          <a:p>
            <a:fld id="{D5CD0C4B-C6D0-459B-B6B1-CE74B59FF35D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4" name="Date Placeholder 3">
            <a:extLst>
              <a:ext uri="{FF2B5EF4-FFF2-40B4-BE49-F238E27FC236}">
                <a16:creationId xmlns:a16="http://schemas.microsoft.com/office/drawing/2014/main" id="{93C849DF-885A-99C0-0FCA-A18E987AAA72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0A7C168-8516-4E01-9BDC-6E1A1E922FB5}" type="datetimeFigureOut">
              <a:rPr lang="en-US"/>
              <a:pPr>
                <a:defRPr/>
              </a:pPr>
              <a:t>10/16/2026</a:t>
            </a:fld>
            <a:endParaRPr lang="en-US"/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2F4203B4-BE3D-AC99-1032-13D777516A90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18856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 /><Relationship Id="rId3" Type="http://schemas.openxmlformats.org/officeDocument/2006/relationships/slideLayout" Target="../slideLayouts/slideLayout3.xml" /><Relationship Id="rId7" Type="http://schemas.openxmlformats.org/officeDocument/2006/relationships/slideLayout" Target="../slideLayouts/slideLayout7.xml" /><Relationship Id="rId12" Type="http://schemas.openxmlformats.org/officeDocument/2006/relationships/theme" Target="../theme/theme1.xml" /><Relationship Id="rId2" Type="http://schemas.openxmlformats.org/officeDocument/2006/relationships/slideLayout" Target="../slideLayouts/slideLayout2.xml" /><Relationship Id="rId1" Type="http://schemas.openxmlformats.org/officeDocument/2006/relationships/slideLayout" Target="../slideLayouts/slideLayout1.xml" /><Relationship Id="rId6" Type="http://schemas.openxmlformats.org/officeDocument/2006/relationships/slideLayout" Target="../slideLayouts/slideLayout6.xml" /><Relationship Id="rId11" Type="http://schemas.openxmlformats.org/officeDocument/2006/relationships/slideLayout" Target="../slideLayouts/slideLayout11.xml" /><Relationship Id="rId5" Type="http://schemas.openxmlformats.org/officeDocument/2006/relationships/slideLayout" Target="../slideLayouts/slideLayout5.xml" /><Relationship Id="rId10" Type="http://schemas.openxmlformats.org/officeDocument/2006/relationships/slideLayout" Target="../slideLayouts/slideLayout10.xml" /><Relationship Id="rId4" Type="http://schemas.openxmlformats.org/officeDocument/2006/relationships/slideLayout" Target="../slideLayouts/slideLayout4.xml" /><Relationship Id="rId9" Type="http://schemas.openxmlformats.org/officeDocument/2006/relationships/slideLayout" Target="../slideLayouts/slideLayout9.xml" 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6">
            <a:extLst>
              <a:ext uri="{FF2B5EF4-FFF2-40B4-BE49-F238E27FC236}">
                <a16:creationId xmlns:a16="http://schemas.microsoft.com/office/drawing/2014/main" id="{070E024B-F922-CC0B-1D60-F9520032B537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6705600"/>
            <a:ext cx="9144000" cy="152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27" name="Rectangle 15">
            <a:extLst>
              <a:ext uri="{FF2B5EF4-FFF2-40B4-BE49-F238E27FC236}">
                <a16:creationId xmlns:a16="http://schemas.microsoft.com/office/drawing/2014/main" id="{ED2F926F-044D-725D-467B-F3ECF5A1BADA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9144000" cy="1393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28" name="Rectangle 17">
            <a:extLst>
              <a:ext uri="{FF2B5EF4-FFF2-40B4-BE49-F238E27FC236}">
                <a16:creationId xmlns:a16="http://schemas.microsoft.com/office/drawing/2014/main" id="{36325761-4181-F41A-366A-E52464359485}"/>
              </a:ext>
            </a:extLst>
          </p:cNvPr>
          <p:cNvSpPr>
            <a:spLocks noChangeArrowheads="1"/>
          </p:cNvSpPr>
          <p:nvPr/>
        </p:nvSpPr>
        <p:spPr bwMode="white">
          <a:xfrm>
            <a:off x="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29" name="Rectangle 18">
            <a:extLst>
              <a:ext uri="{FF2B5EF4-FFF2-40B4-BE49-F238E27FC236}">
                <a16:creationId xmlns:a16="http://schemas.microsoft.com/office/drawing/2014/main" id="{9CF8C146-018C-2D27-44FE-828CB086CEBB}"/>
              </a:ext>
            </a:extLst>
          </p:cNvPr>
          <p:cNvSpPr>
            <a:spLocks noChangeArrowheads="1"/>
          </p:cNvSpPr>
          <p:nvPr/>
        </p:nvSpPr>
        <p:spPr bwMode="white">
          <a:xfrm>
            <a:off x="8991600" y="0"/>
            <a:ext cx="1524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A6F395B-22CB-6DC7-2EA1-6229126AB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" y="6388100"/>
            <a:ext cx="8832850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4" name="Date Placeholder 13">
            <a:extLst>
              <a:ext uri="{FF2B5EF4-FFF2-40B4-BE49-F238E27FC236}">
                <a16:creationId xmlns:a16="http://schemas.microsoft.com/office/drawing/2014/main" id="{F20615EF-D2F8-055C-D4E3-C6CA6C621E4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791200" y="6405563"/>
            <a:ext cx="3044825" cy="365125"/>
          </a:xfrm>
          <a:prstGeom prst="rect">
            <a:avLst/>
          </a:prstGeom>
        </p:spPr>
        <p:txBody>
          <a:bodyPr vert="horz"/>
          <a:lstStyle>
            <a:lvl1pPr algn="r" eaLnBrk="1" latinLnBrk="0" hangingPunct="1">
              <a:defRPr kumimoji="0" sz="1400">
                <a:solidFill>
                  <a:srgbClr val="FFFFFF"/>
                </a:solidFill>
                <a:latin typeface="Arial" charset="0"/>
                <a:ea typeface="ＭＳ Ｐゴシック" pitchFamily="-112" charset="-128"/>
              </a:defRPr>
            </a:lvl1pPr>
          </a:lstStyle>
          <a:p>
            <a:pPr>
              <a:defRPr/>
            </a:pPr>
            <a:fld id="{031DCA43-98E8-4897-8718-F1434796148B}" type="datetimeFigureOut">
              <a:rPr lang="en-US"/>
              <a:pPr>
                <a:defRPr/>
              </a:pPr>
              <a:t>10/16/2026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5DE0489-A200-889A-D3C3-412038A9F24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4800" y="6410325"/>
            <a:ext cx="3581400" cy="366713"/>
          </a:xfrm>
          <a:prstGeom prst="rect">
            <a:avLst/>
          </a:prstGeom>
        </p:spPr>
        <p:txBody>
          <a:bodyPr vert="horz"/>
          <a:lstStyle>
            <a:lvl1pPr algn="l" eaLnBrk="1" latinLnBrk="0" hangingPunct="1">
              <a:defRPr kumimoji="0" sz="1200">
                <a:solidFill>
                  <a:srgbClr val="FFFFFF"/>
                </a:solidFill>
                <a:latin typeface="Arial" charset="0"/>
                <a:ea typeface="ＭＳ Ｐゴシック" pitchFamily="-112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91D88CC-0234-8B7C-BEAE-7DC5A8590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5575"/>
            <a:ext cx="8832850" cy="6546850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 dirty="0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0" name="Straight Connector 9">
            <a:extLst>
              <a:ext uri="{FF2B5EF4-FFF2-40B4-BE49-F238E27FC236}">
                <a16:creationId xmlns:a16="http://schemas.microsoft.com/office/drawing/2014/main" id="{A588FF0B-C914-2262-4095-04C2339B1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" y="1276350"/>
            <a:ext cx="8832850" cy="0"/>
          </a:xfrm>
          <a:prstGeom prst="line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charset="0"/>
              <a:ea typeface="ＭＳ Ｐゴシック" pitchFamily="-112" charset="-128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1EE0B3A-8BBE-D51D-3BC4-99CAF7ABC058}"/>
              </a:ext>
            </a:extLst>
          </p:cNvPr>
          <p:cNvSpPr/>
          <p:nvPr/>
        </p:nvSpPr>
        <p:spPr>
          <a:xfrm>
            <a:off x="4267200" y="955675"/>
            <a:ext cx="6096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B19EBFFB-B050-D328-6FA0-18FD9CCE8DAF}"/>
              </a:ext>
            </a:extLst>
          </p:cNvPr>
          <p:cNvSpPr/>
          <p:nvPr/>
        </p:nvSpPr>
        <p:spPr>
          <a:xfrm>
            <a:off x="4362450" y="1050925"/>
            <a:ext cx="419100" cy="420688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23" name="Slide Number Placeholder 22">
            <a:extLst>
              <a:ext uri="{FF2B5EF4-FFF2-40B4-BE49-F238E27FC236}">
                <a16:creationId xmlns:a16="http://schemas.microsoft.com/office/drawing/2014/main" id="{556D31A9-DAE8-5E2D-8F5D-D030B1E70B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43400" y="1039813"/>
            <a:ext cx="457200" cy="441325"/>
          </a:xfrm>
          <a:prstGeom prst="rect">
            <a:avLst/>
          </a:prstGeom>
        </p:spPr>
        <p:txBody>
          <a:bodyPr vert="horz" wrap="square" lIns="45720" tIns="45720" rIns="45720" bIns="45720" numCol="1" anchor="ctr" anchorCtr="0" compatLnSpc="1">
            <a:prstTxWarp prst="textNoShape">
              <a:avLst/>
            </a:prstTxWarp>
            <a:normAutofit/>
          </a:bodyPr>
          <a:lstStyle>
            <a:lvl1pPr algn="ctr" eaLnBrk="1" hangingPunct="1">
              <a:defRPr sz="1600">
                <a:solidFill>
                  <a:srgbClr val="7B9899"/>
                </a:solidFill>
              </a:defRPr>
            </a:lvl1pPr>
          </a:lstStyle>
          <a:p>
            <a:fld id="{E5D2090F-B844-4C5B-B5D8-EFF33B1D4B89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038" name="Title Placeholder 21">
            <a:extLst>
              <a:ext uri="{FF2B5EF4-FFF2-40B4-BE49-F238E27FC236}">
                <a16:creationId xmlns:a16="http://schemas.microsoft.com/office/drawing/2014/main" id="{2C5A5744-DD34-A72F-F7C7-D9956180EED2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301625" y="228600"/>
            <a:ext cx="8534400" cy="758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39" name="Text Placeholder 12">
            <a:extLst>
              <a:ext uri="{FF2B5EF4-FFF2-40B4-BE49-F238E27FC236}">
                <a16:creationId xmlns:a16="http://schemas.microsoft.com/office/drawing/2014/main" id="{7F3D4D35-8DBF-F49C-F455-0E543DF21BF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301625" y="1524000"/>
            <a:ext cx="8534400" cy="4598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4" r:id="rId1"/>
    <p:sldLayoutId id="2147483785" r:id="rId2"/>
    <p:sldLayoutId id="2147483786" r:id="rId3"/>
    <p:sldLayoutId id="2147483787" r:id="rId4"/>
    <p:sldLayoutId id="2147483788" r:id="rId5"/>
    <p:sldLayoutId id="2147483789" r:id="rId6"/>
    <p:sldLayoutId id="2147483790" r:id="rId7"/>
    <p:sldLayoutId id="2147483791" r:id="rId8"/>
    <p:sldLayoutId id="2147483792" r:id="rId9"/>
    <p:sldLayoutId id="2147483793" r:id="rId10"/>
    <p:sldLayoutId id="2147483794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 kern="1200">
          <a:solidFill>
            <a:srgbClr val="7B9899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300">
          <a:solidFill>
            <a:srgbClr val="7B9899"/>
          </a:solidFill>
          <a:latin typeface="Georgia" pitchFamily="18" charset="0"/>
        </a:defRPr>
      </a:lvl9pPr>
    </p:titleStyle>
    <p:bodyStyle>
      <a:lvl1pPr marL="273050" indent="-2730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85000"/>
        <a:buFont typeface="Wingdings 2" panose="05020102010507070707" pitchFamily="18" charset="2"/>
        <a:buChar char=""/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547688" indent="-2730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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22325" indent="-228600" algn="l" rtl="0" eaLnBrk="0" fontAlgn="base" hangingPunct="0">
        <a:spcBef>
          <a:spcPct val="20000"/>
        </a:spcBef>
        <a:spcAft>
          <a:spcPct val="0"/>
        </a:spcAft>
        <a:buClr>
          <a:srgbClr val="8CADAE"/>
        </a:buClr>
        <a:buSzPct val="75000"/>
        <a:buFont typeface="Wingdings 2" panose="05020102010507070707" pitchFamily="18" charset="2"/>
        <a:buChar char="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096963" indent="-228600" algn="l" rtl="0" eaLnBrk="0" fontAlgn="base" hangingPunct="0">
        <a:spcBef>
          <a:spcPct val="20000"/>
        </a:spcBef>
        <a:spcAft>
          <a:spcPct val="0"/>
        </a:spcAft>
        <a:buClr>
          <a:srgbClr val="8C7B70"/>
        </a:buClr>
        <a:buSzPct val="70000"/>
        <a:buFont typeface="Wingdings" panose="05000000000000000000" pitchFamily="2" charset="2"/>
        <a:buChar char=""/>
        <a:defRPr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371600" indent="-228600" algn="l" rtl="0" eaLnBrk="0" fontAlgn="base" hangingPunct="0">
        <a:spcBef>
          <a:spcPct val="20000"/>
        </a:spcBef>
        <a:spcAft>
          <a:spcPct val="0"/>
        </a:spcAft>
        <a:buClr>
          <a:srgbClr val="8FB08C"/>
        </a:buClr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1645920" indent="-182880" algn="l" rtl="0" eaLnBrk="1" latinLnBrk="0" hangingPunct="1">
        <a:spcBef>
          <a:spcPct val="20000"/>
        </a:spcBef>
        <a:buClr>
          <a:schemeClr val="accent6"/>
        </a:buClr>
        <a:buSzPct val="80000"/>
        <a:buFont typeface="Wingdings 2"/>
        <a:buChar char="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1920240" indent="-182880" algn="l" rtl="0" eaLnBrk="1" latinLnBrk="0" hangingPunct="1">
        <a:spcBef>
          <a:spcPct val="20000"/>
        </a:spcBef>
        <a:buClr>
          <a:schemeClr val="accent1">
            <a:shade val="75000"/>
          </a:schemeClr>
        </a:buClr>
        <a:buSzPct val="90000"/>
        <a:buChar char="•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103120" indent="-182880" algn="l" rtl="0" eaLnBrk="1" latinLnBrk="0" hangingPunct="1">
        <a:spcBef>
          <a:spcPct val="20000"/>
        </a:spcBef>
        <a:buClr>
          <a:schemeClr val="accent4">
            <a:shade val="75000"/>
          </a:schemeClr>
        </a:buClr>
        <a:buChar char="•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377440" indent="-182880" algn="l" rtl="0" eaLnBrk="1" latinLnBrk="0" hangingPunct="1">
        <a:spcBef>
          <a:spcPct val="20000"/>
        </a:spcBef>
        <a:buClr>
          <a:schemeClr val="accent2">
            <a:shade val="75000"/>
          </a:schemeClr>
        </a:buClr>
        <a:buSzPct val="90000"/>
        <a:buChar char="•"/>
        <a:defRPr kumimoji="0" sz="1400" kern="1200" cap="all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 /><Relationship Id="rId1" Type="http://schemas.openxmlformats.org/officeDocument/2006/relationships/slideLayout" Target="../slideLayouts/slideLayout1.xml" 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 /><Relationship Id="rId1" Type="http://schemas.openxmlformats.org/officeDocument/2006/relationships/slideLayout" Target="../slideLayouts/slideLayout2.xml" 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 /><Relationship Id="rId1" Type="http://schemas.openxmlformats.org/officeDocument/2006/relationships/slideLayout" Target="../slideLayouts/slideLayout2.xml" 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 /><Relationship Id="rId1" Type="http://schemas.openxmlformats.org/officeDocument/2006/relationships/slideLayout" Target="../slideLayouts/slideLayout2.xml" 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 /><Relationship Id="rId2" Type="http://schemas.openxmlformats.org/officeDocument/2006/relationships/notesSlide" Target="../notesSlides/notesSlide5.xml" /><Relationship Id="rId1" Type="http://schemas.openxmlformats.org/officeDocument/2006/relationships/slideLayout" Target="../slideLayouts/slideLayout6.xml" /><Relationship Id="rId5" Type="http://schemas.openxmlformats.org/officeDocument/2006/relationships/image" Target="../media/image4.jpeg" /><Relationship Id="rId4" Type="http://schemas.openxmlformats.org/officeDocument/2006/relationships/image" Target="../media/image3.png" 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 /><Relationship Id="rId1" Type="http://schemas.openxmlformats.org/officeDocument/2006/relationships/slideLayout" Target="../slideLayouts/slideLayout2.xml" 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 /><Relationship Id="rId1" Type="http://schemas.openxmlformats.org/officeDocument/2006/relationships/slideLayout" Target="../slideLayouts/slideLayout2.xml" 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 /><Relationship Id="rId1" Type="http://schemas.openxmlformats.org/officeDocument/2006/relationships/slideLayout" Target="../slideLayouts/slideLayout2.xml" 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 /><Relationship Id="rId1" Type="http://schemas.openxmlformats.org/officeDocument/2006/relationships/slideLayout" Target="../slideLayouts/slideLayout2.xml" 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 /><Relationship Id="rId2" Type="http://schemas.openxmlformats.org/officeDocument/2006/relationships/notesSlide" Target="../notesSlides/notesSlide10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5.wmf" 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 /><Relationship Id="rId1" Type="http://schemas.openxmlformats.org/officeDocument/2006/relationships/slideLayout" Target="../slideLayouts/slideLayout2.xml" 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 /><Relationship Id="rId1" Type="http://schemas.openxmlformats.org/officeDocument/2006/relationships/slideLayout" Target="../slideLayouts/slideLayout2.xml" 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 /><Relationship Id="rId2" Type="http://schemas.openxmlformats.org/officeDocument/2006/relationships/notesSlide" Target="../notesSlides/notesSlide13.xml" /><Relationship Id="rId1" Type="http://schemas.openxmlformats.org/officeDocument/2006/relationships/slideLayout" Target="../slideLayouts/slideLayout2.xml" 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 /><Relationship Id="rId2" Type="http://schemas.openxmlformats.org/officeDocument/2006/relationships/notesSlide" Target="../notesSlides/notesSlide14.xml" /><Relationship Id="rId1" Type="http://schemas.openxmlformats.org/officeDocument/2006/relationships/slideLayout" Target="../slideLayouts/slideLayout6.xml" /><Relationship Id="rId5" Type="http://schemas.openxmlformats.org/officeDocument/2006/relationships/image" Target="../media/image4.jpeg" /><Relationship Id="rId4" Type="http://schemas.openxmlformats.org/officeDocument/2006/relationships/image" Target="../media/image7.png" 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 /><Relationship Id="rId2" Type="http://schemas.openxmlformats.org/officeDocument/2006/relationships/notesSlide" Target="../notesSlides/notesSlide15.xml" /><Relationship Id="rId1" Type="http://schemas.openxmlformats.org/officeDocument/2006/relationships/slideLayout" Target="../slideLayouts/slideLayout2.xml" /><Relationship Id="rId5" Type="http://schemas.openxmlformats.org/officeDocument/2006/relationships/oleObject" Target="../embeddings/oleObject5.bin" /><Relationship Id="rId4" Type="http://schemas.openxmlformats.org/officeDocument/2006/relationships/image" Target="../media/image8.png" 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 /><Relationship Id="rId2" Type="http://schemas.openxmlformats.org/officeDocument/2006/relationships/notesSlide" Target="../notesSlides/notesSlide16.xml" /><Relationship Id="rId1" Type="http://schemas.openxmlformats.org/officeDocument/2006/relationships/slideLayout" Target="../slideLayouts/slideLayout2.xml" /><Relationship Id="rId6" Type="http://schemas.openxmlformats.org/officeDocument/2006/relationships/image" Target="../media/image10.wmf" /><Relationship Id="rId5" Type="http://schemas.openxmlformats.org/officeDocument/2006/relationships/oleObject" Target="../embeddings/oleObject7.bin" /><Relationship Id="rId4" Type="http://schemas.openxmlformats.org/officeDocument/2006/relationships/image" Target="../media/image9.wmf" 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 /><Relationship Id="rId1" Type="http://schemas.openxmlformats.org/officeDocument/2006/relationships/slideLayout" Target="../slideLayouts/slideLayout2.xml" 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 /><Relationship Id="rId1" Type="http://schemas.openxmlformats.org/officeDocument/2006/relationships/slideLayout" Target="../slideLayouts/slideLayout2.xml" 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 /><Relationship Id="rId2" Type="http://schemas.openxmlformats.org/officeDocument/2006/relationships/notesSlide" Target="../notesSlides/notesSlide19.xml" /><Relationship Id="rId1" Type="http://schemas.openxmlformats.org/officeDocument/2006/relationships/slideLayout" Target="../slideLayouts/slideLayout6.xml" 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 /><Relationship Id="rId2" Type="http://schemas.openxmlformats.org/officeDocument/2006/relationships/notesSlide" Target="../notesSlides/notesSlide20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 /><Relationship Id="rId2" Type="http://schemas.openxmlformats.org/officeDocument/2006/relationships/notesSlide" Target="../notesSlides/notesSlide21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13.png" 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 /><Relationship Id="rId1" Type="http://schemas.openxmlformats.org/officeDocument/2006/relationships/slideLayout" Target="../slideLayouts/slideLayout2.xml" 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 /><Relationship Id="rId2" Type="http://schemas.openxmlformats.org/officeDocument/2006/relationships/notesSlide" Target="../notesSlides/notesSlide23.xml" /><Relationship Id="rId1" Type="http://schemas.openxmlformats.org/officeDocument/2006/relationships/slideLayout" Target="../slideLayouts/slideLayout2.xml" /><Relationship Id="rId6" Type="http://schemas.openxmlformats.org/officeDocument/2006/relationships/image" Target="../media/image4.jpeg" /><Relationship Id="rId5" Type="http://schemas.openxmlformats.org/officeDocument/2006/relationships/image" Target="../media/image14.png" /><Relationship Id="rId4" Type="http://schemas.openxmlformats.org/officeDocument/2006/relationships/image" Target="../media/image9.wmf" 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 /><Relationship Id="rId2" Type="http://schemas.openxmlformats.org/officeDocument/2006/relationships/oleObject" Target="../embeddings/oleObject10.bin" /><Relationship Id="rId1" Type="http://schemas.openxmlformats.org/officeDocument/2006/relationships/slideLayout" Target="../slideLayouts/slideLayout6.xml" /><Relationship Id="rId4" Type="http://schemas.openxmlformats.org/officeDocument/2006/relationships/image" Target="../media/image4.jpeg" 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 /><Relationship Id="rId1" Type="http://schemas.openxmlformats.org/officeDocument/2006/relationships/slideLayout" Target="../slideLayouts/slideLayout2.xml" 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 /><Relationship Id="rId1" Type="http://schemas.openxmlformats.org/officeDocument/2006/relationships/slideLayout" Target="../slideLayouts/slideLayout2.xml" 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 /><Relationship Id="rId2" Type="http://schemas.openxmlformats.org/officeDocument/2006/relationships/notesSlide" Target="../notesSlides/notesSlide26.xml" /><Relationship Id="rId1" Type="http://schemas.openxmlformats.org/officeDocument/2006/relationships/slideLayout" Target="../slideLayouts/slideLayout2.xml" /><Relationship Id="rId6" Type="http://schemas.openxmlformats.org/officeDocument/2006/relationships/image" Target="../media/image4.jpeg" /><Relationship Id="rId5" Type="http://schemas.openxmlformats.org/officeDocument/2006/relationships/image" Target="../media/image14.png" /><Relationship Id="rId4" Type="http://schemas.openxmlformats.org/officeDocument/2006/relationships/image" Target="../media/image9.wmf" 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 /><Relationship Id="rId2" Type="http://schemas.openxmlformats.org/officeDocument/2006/relationships/oleObject" Target="../embeddings/oleObject10.bin" /><Relationship Id="rId1" Type="http://schemas.openxmlformats.org/officeDocument/2006/relationships/slideLayout" Target="../slideLayouts/slideLayout6.xml" /><Relationship Id="rId4" Type="http://schemas.openxmlformats.org/officeDocument/2006/relationships/image" Target="../media/image4.jpeg" 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 /><Relationship Id="rId1" Type="http://schemas.openxmlformats.org/officeDocument/2006/relationships/slideLayout" Target="../slideLayouts/slideLayout2.xml" 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 /><Relationship Id="rId1" Type="http://schemas.openxmlformats.org/officeDocument/2006/relationships/slideLayout" Target="../slideLayouts/slideLayout2.xml" 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 /><Relationship Id="rId2" Type="http://schemas.openxmlformats.org/officeDocument/2006/relationships/notesSlide" Target="../notesSlides/notesSlide29.xml" /><Relationship Id="rId1" Type="http://schemas.openxmlformats.org/officeDocument/2006/relationships/slideLayout" Target="../slideLayouts/slideLayout6.xml" /><Relationship Id="rId4" Type="http://schemas.openxmlformats.org/officeDocument/2006/relationships/image" Target="../media/image4.jpeg" 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 /><Relationship Id="rId1" Type="http://schemas.openxmlformats.org/officeDocument/2006/relationships/slideLayout" Target="../slideLayouts/slideLayout2.xml" 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 /><Relationship Id="rId2" Type="http://schemas.openxmlformats.org/officeDocument/2006/relationships/notesSlide" Target="../notesSlides/notesSlide31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 /><Relationship Id="rId2" Type="http://schemas.openxmlformats.org/officeDocument/2006/relationships/notesSlide" Target="../notesSlides/notesSlide32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 /><Relationship Id="rId2" Type="http://schemas.openxmlformats.org/officeDocument/2006/relationships/notesSlide" Target="../notesSlides/notesSlide33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19.png" 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 /><Relationship Id="rId2" Type="http://schemas.openxmlformats.org/officeDocument/2006/relationships/notesSlide" Target="../notesSlides/notesSlide34.xml" /><Relationship Id="rId1" Type="http://schemas.openxmlformats.org/officeDocument/2006/relationships/slideLayout" Target="../slideLayouts/slideLayout2.xml" /><Relationship Id="rId5" Type="http://schemas.openxmlformats.org/officeDocument/2006/relationships/image" Target="../media/image20.wmf" /><Relationship Id="rId4" Type="http://schemas.openxmlformats.org/officeDocument/2006/relationships/oleObject" Target="../embeddings/oleObject12.bin" 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 /><Relationship Id="rId2" Type="http://schemas.openxmlformats.org/officeDocument/2006/relationships/notesSlide" Target="../notesSlides/notesSlide35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 /><Relationship Id="rId2" Type="http://schemas.openxmlformats.org/officeDocument/2006/relationships/notesSlide" Target="../notesSlides/notesSlide36.xml" /><Relationship Id="rId1" Type="http://schemas.openxmlformats.org/officeDocument/2006/relationships/slideLayout" Target="../slideLayouts/slideLayout6.xml" /><Relationship Id="rId4" Type="http://schemas.openxmlformats.org/officeDocument/2006/relationships/image" Target="../media/image4.jpeg" 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 /><Relationship Id="rId1" Type="http://schemas.openxmlformats.org/officeDocument/2006/relationships/slideLayout" Target="../slideLayouts/slideLayout2.xml" 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 /><Relationship Id="rId1" Type="http://schemas.openxmlformats.org/officeDocument/2006/relationships/slideLayout" Target="../slideLayouts/slideLayout2.xml" 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 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 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 /><Relationship Id="rId1" Type="http://schemas.openxmlformats.org/officeDocument/2006/relationships/slideLayout" Target="../slideLayouts/slideLayout2.xml" 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 /><Relationship Id="rId1" Type="http://schemas.openxmlformats.org/officeDocument/2006/relationships/slideLayout" Target="../slideLayouts/slideLayout2.xml" 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 /><Relationship Id="rId1" Type="http://schemas.openxmlformats.org/officeDocument/2006/relationships/slideLayout" Target="../slideLayouts/slideLayout2.xml" 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 /><Relationship Id="rId1" Type="http://schemas.openxmlformats.org/officeDocument/2006/relationships/slideLayout" Target="../slideLayouts/slideLayout2.xml" 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 /><Relationship Id="rId2" Type="http://schemas.openxmlformats.org/officeDocument/2006/relationships/notesSlide" Target="../notesSlides/notesSlide43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 /><Relationship Id="rId2" Type="http://schemas.openxmlformats.org/officeDocument/2006/relationships/notesSlide" Target="../notesSlides/notesSlide44.xml" /><Relationship Id="rId1" Type="http://schemas.openxmlformats.org/officeDocument/2006/relationships/slideLayout" Target="../slideLayouts/slideLayout2.xml" /><Relationship Id="rId4" Type="http://schemas.openxmlformats.org/officeDocument/2006/relationships/image" Target="../media/image4.jpeg" 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Rectangle 3">
            <a:extLst>
              <a:ext uri="{FF2B5EF4-FFF2-40B4-BE49-F238E27FC236}">
                <a16:creationId xmlns:a16="http://schemas.microsoft.com/office/drawing/2014/main" id="{633269A0-41B0-9A82-B3C0-0B46BF0AC8D6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pPr eaLnBrk="1" fontAlgn="auto" hangingPunct="1">
              <a:spcAft>
                <a:spcPts val="0"/>
              </a:spcAft>
              <a:buFontTx/>
              <a:buNone/>
              <a:defRPr/>
            </a:pPr>
            <a:r>
              <a:rPr lang="en-IE"/>
              <a:t>Morphological Image Processing</a:t>
            </a:r>
            <a:endParaRPr lang="en-US"/>
          </a:p>
        </p:txBody>
      </p:sp>
      <p:sp>
        <p:nvSpPr>
          <p:cNvPr id="13315" name="Rectangle 2">
            <a:extLst>
              <a:ext uri="{FF2B5EF4-FFF2-40B4-BE49-F238E27FC236}">
                <a16:creationId xmlns:a16="http://schemas.microsoft.com/office/drawing/2014/main" id="{726208F8-1674-ED58-6364-8FD070AF0E6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Digital Image Processing</a:t>
            </a:r>
            <a:endParaRPr lang="en-US" alt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3460A14E-E7B0-7D35-AE0E-2AC9F5BE95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Contents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14339" name="Rectangle 3">
            <a:extLst>
              <a:ext uri="{FF2B5EF4-FFF2-40B4-BE49-F238E27FC236}">
                <a16:creationId xmlns:a16="http://schemas.microsoft.com/office/drawing/2014/main" id="{6DE345BC-5E29-F9C8-9997-698DF79DF702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457200" y="1333500"/>
            <a:ext cx="8420100" cy="55245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Once segmentation is complete, morphological operations can be used to remove imperfections in the segmented image and provide information on the form and structure of the image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In this lecture we will consider</a:t>
            </a:r>
          </a:p>
          <a:p>
            <a:pPr lvl="1" eaLnBrk="1" hangingPunct="1"/>
            <a:r>
              <a:rPr lang="en-IE" altLang="en-US"/>
              <a:t>What is morphology?</a:t>
            </a:r>
          </a:p>
          <a:p>
            <a:pPr lvl="1" eaLnBrk="1" hangingPunct="1"/>
            <a:r>
              <a:rPr lang="en-IE" altLang="en-US"/>
              <a:t>Simple morphological operations</a:t>
            </a:r>
          </a:p>
          <a:p>
            <a:pPr lvl="1" eaLnBrk="1" hangingPunct="1"/>
            <a:r>
              <a:rPr lang="en-IE" altLang="en-US"/>
              <a:t>Compound operations</a:t>
            </a:r>
          </a:p>
          <a:p>
            <a:pPr lvl="1" eaLnBrk="1" hangingPunct="1"/>
            <a:r>
              <a:rPr lang="en-IE" altLang="en-US"/>
              <a:t>Morphological algorithms</a:t>
            </a:r>
            <a:endParaRPr lang="en-US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671D080-745E-29FB-B63C-2B5EFEDC10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1, 0, Black, White?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21DE1890-4A73-F7B0-A474-2F6D8FCD6925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Throughout all of the following slides whether 0 and 1 refer to white or black is a little interchangeable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All of the discussion that follows assumes segmentation has already taken place and that images are made up of 0s for background pixels and 1s for object pixels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After this it doesn’t matter if 0 is black, white, yellow, green…….</a:t>
            </a:r>
            <a:endParaRPr lang="en-US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777DF59B-EBF0-A72D-98B7-4D825FEC84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What Is  Morphology?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16387" name="Rectangle 3">
            <a:extLst>
              <a:ext uri="{FF2B5EF4-FFF2-40B4-BE49-F238E27FC236}">
                <a16:creationId xmlns:a16="http://schemas.microsoft.com/office/drawing/2014/main" id="{FE63EBC0-B001-B1DE-BCDE-CE74285DA39F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Morphological image processing (or </a:t>
            </a:r>
            <a:r>
              <a:rPr lang="en-IE" altLang="en-US" i="1"/>
              <a:t>morphology</a:t>
            </a:r>
            <a:r>
              <a:rPr lang="en-IE" altLang="en-US"/>
              <a:t>) describes a range of image processing techniques that deal with the shape (or morphology) of features in an image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Morphological operations are typically applied to remove imperfections introduced during segmentation, and so typically operate on bi-level images</a:t>
            </a:r>
            <a:endParaRPr lang="en-US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DA6404F-788F-E1F3-B70F-1CADDC0396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Quick Example</a:t>
            </a:r>
            <a:endParaRPr lang="en-US" altLang="en-US"/>
          </a:p>
        </p:txBody>
      </p:sp>
      <p:graphicFrame>
        <p:nvGraphicFramePr>
          <p:cNvPr id="17411" name="Object 2">
            <a:extLst>
              <a:ext uri="{FF2B5EF4-FFF2-40B4-BE49-F238E27FC236}">
                <a16:creationId xmlns:a16="http://schemas.microsoft.com/office/drawing/2014/main" id="{850793D7-5FAC-D624-68D7-FC725FC8ECB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17513" y="1604963"/>
          <a:ext cx="4133850" cy="3214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3" imgW="0" imgH="0" progId="CorelPhotoPaint.Image.11">
                  <p:embed/>
                </p:oleObj>
              </mc:Choice>
              <mc:Fallback>
                <p:oleObj name="CorelPhotoPaint.Image.11" r:id="rId3" imgW="0" imgH="0" progId="CorelPhotoPaint.Image.11">
                  <p:embed/>
                  <p:pic>
                    <p:nvPicPr>
                      <p:cNvPr id="17411" name="Object 2">
                        <a:extLst>
                          <a:ext uri="{FF2B5EF4-FFF2-40B4-BE49-F238E27FC236}">
                            <a16:creationId xmlns:a16="http://schemas.microsoft.com/office/drawing/2014/main" id="{850793D7-5FAC-D624-68D7-FC725FC8ECB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879" r="66441" b="27008"/>
                      <a:stretch>
                        <a:fillRect/>
                      </a:stretch>
                    </p:blipFill>
                    <p:spPr bwMode="auto">
                      <a:xfrm>
                        <a:off x="417513" y="1604963"/>
                        <a:ext cx="4133850" cy="3214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7412" name="Group 5">
            <a:extLst>
              <a:ext uri="{FF2B5EF4-FFF2-40B4-BE49-F238E27FC236}">
                <a16:creationId xmlns:a16="http://schemas.microsoft.com/office/drawing/2014/main" id="{9BF9ECA5-6B83-9444-9C4C-96B23DEB16A8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17416" name="Picture 6" descr="book">
              <a:extLst>
                <a:ext uri="{FF2B5EF4-FFF2-40B4-BE49-F238E27FC236}">
                  <a16:creationId xmlns:a16="http://schemas.microsoft.com/office/drawing/2014/main" id="{080D8330-2E14-3D46-49E3-1653758AE8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7" name="Rectangle 7">
              <a:extLst>
                <a:ext uri="{FF2B5EF4-FFF2-40B4-BE49-F238E27FC236}">
                  <a16:creationId xmlns:a16="http://schemas.microsoft.com/office/drawing/2014/main" id="{C81914F2-7077-4C00-21A4-10A67B3CE9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17413" name="Object 3">
            <a:extLst>
              <a:ext uri="{FF2B5EF4-FFF2-40B4-BE49-F238E27FC236}">
                <a16:creationId xmlns:a16="http://schemas.microsoft.com/office/drawing/2014/main" id="{2E25184A-A5E0-F6E3-6665-BC08CA37BA8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91050" y="1595438"/>
          <a:ext cx="4086225" cy="318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3" imgW="0" imgH="0" progId="CorelPhotoPaint.Image.11">
                  <p:embed/>
                </p:oleObj>
              </mc:Choice>
              <mc:Fallback>
                <p:oleObj name="CorelPhotoPaint.Image.11" r:id="rId3" imgW="0" imgH="0" progId="CorelPhotoPaint.Image.11">
                  <p:embed/>
                  <p:pic>
                    <p:nvPicPr>
                      <p:cNvPr id="17413" name="Object 3">
                        <a:extLst>
                          <a:ext uri="{FF2B5EF4-FFF2-40B4-BE49-F238E27FC236}">
                            <a16:creationId xmlns:a16="http://schemas.microsoft.com/office/drawing/2014/main" id="{2E25184A-A5E0-F6E3-6665-BC08CA37BA8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66664" r="1006" b="27562"/>
                      <a:stretch>
                        <a:fillRect/>
                      </a:stretch>
                    </p:blipFill>
                    <p:spPr bwMode="auto">
                      <a:xfrm>
                        <a:off x="4591050" y="1595438"/>
                        <a:ext cx="4086225" cy="318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14" name="Text Box 9">
            <a:extLst>
              <a:ext uri="{FF2B5EF4-FFF2-40B4-BE49-F238E27FC236}">
                <a16:creationId xmlns:a16="http://schemas.microsoft.com/office/drawing/2014/main" id="{F59EBBCE-25F7-9246-F70C-94E7F07A4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6963" y="4862513"/>
            <a:ext cx="2774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Image after segmentation</a:t>
            </a:r>
            <a:endParaRPr lang="en-US" altLang="en-US"/>
          </a:p>
        </p:txBody>
      </p:sp>
      <p:sp>
        <p:nvSpPr>
          <p:cNvPr id="17415" name="Text Box 10">
            <a:extLst>
              <a:ext uri="{FF2B5EF4-FFF2-40B4-BE49-F238E27FC236}">
                <a16:creationId xmlns:a16="http://schemas.microsoft.com/office/drawing/2014/main" id="{C7A86DC8-91DE-9DD2-1FC1-B61DA24BB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9988" y="4862513"/>
            <a:ext cx="3308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Image after segmentation and morphological processing</a:t>
            </a:r>
            <a:endParaRPr lang="en-US" alt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A2BC8D77-BD2D-6B08-8AA3-C331B6D280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Structuring Elements, Hits &amp; Fits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18435" name="Rectangle 92">
            <a:extLst>
              <a:ext uri="{FF2B5EF4-FFF2-40B4-BE49-F238E27FC236}">
                <a16:creationId xmlns:a16="http://schemas.microsoft.com/office/drawing/2014/main" id="{2F03CD29-CEDA-3FBD-EF27-09156A51D27A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4452938" y="2614613"/>
            <a:ext cx="4551362" cy="2822575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 sz="2800" b="1"/>
              <a:t>Fit:</a:t>
            </a:r>
            <a:r>
              <a:rPr lang="en-IE" altLang="en-US" sz="2800"/>
              <a:t> All </a:t>
            </a:r>
            <a:r>
              <a:rPr lang="en-IE" altLang="en-US" sz="2800" i="1"/>
              <a:t>on pixels</a:t>
            </a:r>
            <a:r>
              <a:rPr lang="en-IE" altLang="en-US" sz="2800"/>
              <a:t> in the structuring element cover </a:t>
            </a:r>
            <a:r>
              <a:rPr lang="en-IE" altLang="en-US" sz="2800" i="1"/>
              <a:t>on pixels</a:t>
            </a:r>
            <a:r>
              <a:rPr lang="en-IE" altLang="en-US" sz="2800"/>
              <a:t> in the image</a:t>
            </a:r>
          </a:p>
          <a:p>
            <a:pPr marL="0" indent="0" eaLnBrk="1" hangingPunct="1">
              <a:buFontTx/>
              <a:buNone/>
            </a:pPr>
            <a:r>
              <a:rPr lang="en-IE" altLang="en-US" sz="2800" b="1"/>
              <a:t>Hit:</a:t>
            </a:r>
            <a:r>
              <a:rPr lang="en-IE" altLang="en-US" sz="2800"/>
              <a:t> Any </a:t>
            </a:r>
            <a:r>
              <a:rPr lang="en-IE" altLang="en-US" sz="2800" i="1"/>
              <a:t>on pixel</a:t>
            </a:r>
            <a:r>
              <a:rPr lang="en-IE" altLang="en-US" sz="2800"/>
              <a:t> in the structuring element covers an </a:t>
            </a:r>
            <a:r>
              <a:rPr lang="en-IE" altLang="en-US" sz="2800" i="1"/>
              <a:t>on pixel</a:t>
            </a:r>
            <a:r>
              <a:rPr lang="en-IE" altLang="en-US" sz="2800"/>
              <a:t> in the image</a:t>
            </a:r>
            <a:endParaRPr lang="en-US" altLang="en-US" sz="2800"/>
          </a:p>
        </p:txBody>
      </p:sp>
      <p:grpSp>
        <p:nvGrpSpPr>
          <p:cNvPr id="18436" name="Group 94">
            <a:extLst>
              <a:ext uri="{FF2B5EF4-FFF2-40B4-BE49-F238E27FC236}">
                <a16:creationId xmlns:a16="http://schemas.microsoft.com/office/drawing/2014/main" id="{11E26A9A-6FEE-FC47-9F88-1E0BF15671B8}"/>
              </a:ext>
            </a:extLst>
          </p:cNvPr>
          <p:cNvGrpSpPr>
            <a:grpSpLocks/>
          </p:cNvGrpSpPr>
          <p:nvPr/>
        </p:nvGrpSpPr>
        <p:grpSpPr bwMode="auto">
          <a:xfrm>
            <a:off x="320675" y="1498600"/>
            <a:ext cx="3927475" cy="3900488"/>
            <a:chOff x="202" y="944"/>
            <a:chExt cx="2474" cy="2457"/>
          </a:xfrm>
        </p:grpSpPr>
        <p:sp>
          <p:nvSpPr>
            <p:cNvPr id="18446" name="Rectangle 4">
              <a:extLst>
                <a:ext uri="{FF2B5EF4-FFF2-40B4-BE49-F238E27FC236}">
                  <a16:creationId xmlns:a16="http://schemas.microsoft.com/office/drawing/2014/main" id="{E141BA0A-9CBB-DD34-BF46-09B9DC2C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47" name="Rectangle 5">
              <a:extLst>
                <a:ext uri="{FF2B5EF4-FFF2-40B4-BE49-F238E27FC236}">
                  <a16:creationId xmlns:a16="http://schemas.microsoft.com/office/drawing/2014/main" id="{04B8F26C-4FB8-3CBF-CC59-7AACCB0E1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48" name="Rectangle 6">
              <a:extLst>
                <a:ext uri="{FF2B5EF4-FFF2-40B4-BE49-F238E27FC236}">
                  <a16:creationId xmlns:a16="http://schemas.microsoft.com/office/drawing/2014/main" id="{EF4F27F0-F484-8AFD-6403-BCF305AAE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49" name="Rectangle 7">
              <a:extLst>
                <a:ext uri="{FF2B5EF4-FFF2-40B4-BE49-F238E27FC236}">
                  <a16:creationId xmlns:a16="http://schemas.microsoft.com/office/drawing/2014/main" id="{7FAE1215-505F-54EF-908C-E67E468E2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0" name="Rectangle 8">
              <a:extLst>
                <a:ext uri="{FF2B5EF4-FFF2-40B4-BE49-F238E27FC236}">
                  <a16:creationId xmlns:a16="http://schemas.microsoft.com/office/drawing/2014/main" id="{4356A53D-9809-CF2D-6245-C03E7EE6A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1" name="Rectangle 9">
              <a:extLst>
                <a:ext uri="{FF2B5EF4-FFF2-40B4-BE49-F238E27FC236}">
                  <a16:creationId xmlns:a16="http://schemas.microsoft.com/office/drawing/2014/main" id="{4457EA62-D07D-7102-B321-601547E89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2" name="Rectangle 10">
              <a:extLst>
                <a:ext uri="{FF2B5EF4-FFF2-40B4-BE49-F238E27FC236}">
                  <a16:creationId xmlns:a16="http://schemas.microsoft.com/office/drawing/2014/main" id="{D58B9345-7168-90FF-DBB4-493F2677C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3" name="Rectangle 11">
              <a:extLst>
                <a:ext uri="{FF2B5EF4-FFF2-40B4-BE49-F238E27FC236}">
                  <a16:creationId xmlns:a16="http://schemas.microsoft.com/office/drawing/2014/main" id="{1878A486-4301-AECC-5EEE-7B40666DC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4" name="Rectangle 12">
              <a:extLst>
                <a:ext uri="{FF2B5EF4-FFF2-40B4-BE49-F238E27FC236}">
                  <a16:creationId xmlns:a16="http://schemas.microsoft.com/office/drawing/2014/main" id="{B9ACA5C0-7415-CB6D-9C50-335B0731B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5" name="Rectangle 13">
              <a:extLst>
                <a:ext uri="{FF2B5EF4-FFF2-40B4-BE49-F238E27FC236}">
                  <a16:creationId xmlns:a16="http://schemas.microsoft.com/office/drawing/2014/main" id="{13CBF1CC-C0F4-D86A-9C8B-FC07C6ACB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6" name="Rectangle 14">
              <a:extLst>
                <a:ext uri="{FF2B5EF4-FFF2-40B4-BE49-F238E27FC236}">
                  <a16:creationId xmlns:a16="http://schemas.microsoft.com/office/drawing/2014/main" id="{ABFE0062-3678-3117-662A-CFEA2E84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7" name="Rectangle 15">
              <a:extLst>
                <a:ext uri="{FF2B5EF4-FFF2-40B4-BE49-F238E27FC236}">
                  <a16:creationId xmlns:a16="http://schemas.microsoft.com/office/drawing/2014/main" id="{6188D905-24DD-D9C5-25D5-5621BE4DD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8" name="Rectangle 16">
              <a:extLst>
                <a:ext uri="{FF2B5EF4-FFF2-40B4-BE49-F238E27FC236}">
                  <a16:creationId xmlns:a16="http://schemas.microsoft.com/office/drawing/2014/main" id="{1FAA1ACC-06D1-183C-1CD1-3DE5C09E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9" name="Rectangle 17">
              <a:extLst>
                <a:ext uri="{FF2B5EF4-FFF2-40B4-BE49-F238E27FC236}">
                  <a16:creationId xmlns:a16="http://schemas.microsoft.com/office/drawing/2014/main" id="{381CD329-B262-5957-1631-7C7B972EB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0" name="Rectangle 18">
              <a:extLst>
                <a:ext uri="{FF2B5EF4-FFF2-40B4-BE49-F238E27FC236}">
                  <a16:creationId xmlns:a16="http://schemas.microsoft.com/office/drawing/2014/main" id="{5C5804A9-C24E-F421-D557-460CF203A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1" name="Rectangle 19">
              <a:extLst>
                <a:ext uri="{FF2B5EF4-FFF2-40B4-BE49-F238E27FC236}">
                  <a16:creationId xmlns:a16="http://schemas.microsoft.com/office/drawing/2014/main" id="{205D4B41-2B3E-0ACF-4BFA-467562C00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2" name="Rectangle 23">
              <a:extLst>
                <a:ext uri="{FF2B5EF4-FFF2-40B4-BE49-F238E27FC236}">
                  <a16:creationId xmlns:a16="http://schemas.microsoft.com/office/drawing/2014/main" id="{30F529A0-2A0E-0F64-ACEC-27A89CF2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3" name="Rectangle 24">
              <a:extLst>
                <a:ext uri="{FF2B5EF4-FFF2-40B4-BE49-F238E27FC236}">
                  <a16:creationId xmlns:a16="http://schemas.microsoft.com/office/drawing/2014/main" id="{3038D5D0-A2A4-A06C-1DA3-DCEC2607E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4" name="Rectangle 25">
              <a:extLst>
                <a:ext uri="{FF2B5EF4-FFF2-40B4-BE49-F238E27FC236}">
                  <a16:creationId xmlns:a16="http://schemas.microsoft.com/office/drawing/2014/main" id="{95496422-FC1E-DD72-AB85-1846EC9E1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5" name="Rectangle 26">
              <a:extLst>
                <a:ext uri="{FF2B5EF4-FFF2-40B4-BE49-F238E27FC236}">
                  <a16:creationId xmlns:a16="http://schemas.microsoft.com/office/drawing/2014/main" id="{39C2B9F9-D9B3-2044-EF9E-CBA4DA608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6" name="Rectangle 27">
              <a:extLst>
                <a:ext uri="{FF2B5EF4-FFF2-40B4-BE49-F238E27FC236}">
                  <a16:creationId xmlns:a16="http://schemas.microsoft.com/office/drawing/2014/main" id="{309ED2CA-D50E-688E-D962-D7F6F6BCB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7" name="Rectangle 28">
              <a:extLst>
                <a:ext uri="{FF2B5EF4-FFF2-40B4-BE49-F238E27FC236}">
                  <a16:creationId xmlns:a16="http://schemas.microsoft.com/office/drawing/2014/main" id="{0A4D0287-F0AA-D757-BD3D-0F27D3341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8" name="Rectangle 29">
              <a:extLst>
                <a:ext uri="{FF2B5EF4-FFF2-40B4-BE49-F238E27FC236}">
                  <a16:creationId xmlns:a16="http://schemas.microsoft.com/office/drawing/2014/main" id="{0CFC46DC-FD56-39F2-98FE-340F60F62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69" name="Rectangle 30">
              <a:extLst>
                <a:ext uri="{FF2B5EF4-FFF2-40B4-BE49-F238E27FC236}">
                  <a16:creationId xmlns:a16="http://schemas.microsoft.com/office/drawing/2014/main" id="{2FA6755E-DFE3-8233-C363-C80529890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0" name="Rectangle 32">
              <a:extLst>
                <a:ext uri="{FF2B5EF4-FFF2-40B4-BE49-F238E27FC236}">
                  <a16:creationId xmlns:a16="http://schemas.microsoft.com/office/drawing/2014/main" id="{16B77BCE-A23C-B84E-F097-1290DC5FF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1" name="Rectangle 33">
              <a:extLst>
                <a:ext uri="{FF2B5EF4-FFF2-40B4-BE49-F238E27FC236}">
                  <a16:creationId xmlns:a16="http://schemas.microsoft.com/office/drawing/2014/main" id="{B8A8DB12-8AF4-EF52-36F4-F0373608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2" name="Rectangle 34">
              <a:extLst>
                <a:ext uri="{FF2B5EF4-FFF2-40B4-BE49-F238E27FC236}">
                  <a16:creationId xmlns:a16="http://schemas.microsoft.com/office/drawing/2014/main" id="{79E505B2-542D-9FA6-E448-EA9F0E4A0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3" name="Rectangle 35">
              <a:extLst>
                <a:ext uri="{FF2B5EF4-FFF2-40B4-BE49-F238E27FC236}">
                  <a16:creationId xmlns:a16="http://schemas.microsoft.com/office/drawing/2014/main" id="{4AE355DC-F4EF-7846-279C-2239DC59C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4" name="Rectangle 36">
              <a:extLst>
                <a:ext uri="{FF2B5EF4-FFF2-40B4-BE49-F238E27FC236}">
                  <a16:creationId xmlns:a16="http://schemas.microsoft.com/office/drawing/2014/main" id="{EC760B98-EDE8-8E55-C260-C842F224C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5" name="Rectangle 37">
              <a:extLst>
                <a:ext uri="{FF2B5EF4-FFF2-40B4-BE49-F238E27FC236}">
                  <a16:creationId xmlns:a16="http://schemas.microsoft.com/office/drawing/2014/main" id="{A174B5EC-0ACF-C3A4-941C-D659469C5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6" name="Rectangle 38">
              <a:extLst>
                <a:ext uri="{FF2B5EF4-FFF2-40B4-BE49-F238E27FC236}">
                  <a16:creationId xmlns:a16="http://schemas.microsoft.com/office/drawing/2014/main" id="{883CF672-2488-B132-3722-D1649C54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7" name="Rectangle 39">
              <a:extLst>
                <a:ext uri="{FF2B5EF4-FFF2-40B4-BE49-F238E27FC236}">
                  <a16:creationId xmlns:a16="http://schemas.microsoft.com/office/drawing/2014/main" id="{62E76A32-A0B9-565C-05A4-202C307CE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8" name="Rectangle 44">
              <a:extLst>
                <a:ext uri="{FF2B5EF4-FFF2-40B4-BE49-F238E27FC236}">
                  <a16:creationId xmlns:a16="http://schemas.microsoft.com/office/drawing/2014/main" id="{285E4F6A-A2CC-EABF-AF58-09E1AC0A6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79" name="Rectangle 45">
              <a:extLst>
                <a:ext uri="{FF2B5EF4-FFF2-40B4-BE49-F238E27FC236}">
                  <a16:creationId xmlns:a16="http://schemas.microsoft.com/office/drawing/2014/main" id="{0F224B95-D42C-A517-2574-D6CA4754B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0" name="Rectangle 46">
              <a:extLst>
                <a:ext uri="{FF2B5EF4-FFF2-40B4-BE49-F238E27FC236}">
                  <a16:creationId xmlns:a16="http://schemas.microsoft.com/office/drawing/2014/main" id="{4969E96C-F665-E565-EFA9-1DB534C38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1" name="Rectangle 47">
              <a:extLst>
                <a:ext uri="{FF2B5EF4-FFF2-40B4-BE49-F238E27FC236}">
                  <a16:creationId xmlns:a16="http://schemas.microsoft.com/office/drawing/2014/main" id="{4969C0EA-82E9-83FA-C5BC-C3C52835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2" name="Rectangle 48">
              <a:extLst>
                <a:ext uri="{FF2B5EF4-FFF2-40B4-BE49-F238E27FC236}">
                  <a16:creationId xmlns:a16="http://schemas.microsoft.com/office/drawing/2014/main" id="{43EA284A-CBA4-57D2-98B0-870735AB8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3" name="Rectangle 49">
              <a:extLst>
                <a:ext uri="{FF2B5EF4-FFF2-40B4-BE49-F238E27FC236}">
                  <a16:creationId xmlns:a16="http://schemas.microsoft.com/office/drawing/2014/main" id="{6F8F8049-1066-F283-A50B-8A66EC541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4" name="Rectangle 50">
              <a:extLst>
                <a:ext uri="{FF2B5EF4-FFF2-40B4-BE49-F238E27FC236}">
                  <a16:creationId xmlns:a16="http://schemas.microsoft.com/office/drawing/2014/main" id="{978985D3-4984-4389-3606-EAA954380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5" name="Rectangle 51">
              <a:extLst>
                <a:ext uri="{FF2B5EF4-FFF2-40B4-BE49-F238E27FC236}">
                  <a16:creationId xmlns:a16="http://schemas.microsoft.com/office/drawing/2014/main" id="{9F5B4908-B9ED-1C7C-6A4A-C21E04817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6" name="Rectangle 53">
              <a:extLst>
                <a:ext uri="{FF2B5EF4-FFF2-40B4-BE49-F238E27FC236}">
                  <a16:creationId xmlns:a16="http://schemas.microsoft.com/office/drawing/2014/main" id="{2D0379B7-6DF3-EFCA-2A44-310B0FD41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7" name="Rectangle 54">
              <a:extLst>
                <a:ext uri="{FF2B5EF4-FFF2-40B4-BE49-F238E27FC236}">
                  <a16:creationId xmlns:a16="http://schemas.microsoft.com/office/drawing/2014/main" id="{CBB25380-70D1-1D30-41A1-44F59C851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8" name="Rectangle 55">
              <a:extLst>
                <a:ext uri="{FF2B5EF4-FFF2-40B4-BE49-F238E27FC236}">
                  <a16:creationId xmlns:a16="http://schemas.microsoft.com/office/drawing/2014/main" id="{2AE47A76-198B-A83A-6FD8-D828889FD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89" name="Rectangle 56">
              <a:extLst>
                <a:ext uri="{FF2B5EF4-FFF2-40B4-BE49-F238E27FC236}">
                  <a16:creationId xmlns:a16="http://schemas.microsoft.com/office/drawing/2014/main" id="{23223D0F-D8A7-AA8F-6631-1063D36F1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0" name="Rectangle 57">
              <a:extLst>
                <a:ext uri="{FF2B5EF4-FFF2-40B4-BE49-F238E27FC236}">
                  <a16:creationId xmlns:a16="http://schemas.microsoft.com/office/drawing/2014/main" id="{8F83E30C-85FE-738C-5CA3-7CAE2B66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1" name="Rectangle 58">
              <a:extLst>
                <a:ext uri="{FF2B5EF4-FFF2-40B4-BE49-F238E27FC236}">
                  <a16:creationId xmlns:a16="http://schemas.microsoft.com/office/drawing/2014/main" id="{983383DC-3426-5BDB-1F56-E7E710C8A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2" name="Rectangle 59">
              <a:extLst>
                <a:ext uri="{FF2B5EF4-FFF2-40B4-BE49-F238E27FC236}">
                  <a16:creationId xmlns:a16="http://schemas.microsoft.com/office/drawing/2014/main" id="{EFD59CA1-E544-6CD9-5355-10A46C59C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3" name="Rectangle 60">
              <a:extLst>
                <a:ext uri="{FF2B5EF4-FFF2-40B4-BE49-F238E27FC236}">
                  <a16:creationId xmlns:a16="http://schemas.microsoft.com/office/drawing/2014/main" id="{68F2F146-A5C8-E241-2D04-7BEDD373D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4" name="Rectangle 63">
              <a:extLst>
                <a:ext uri="{FF2B5EF4-FFF2-40B4-BE49-F238E27FC236}">
                  <a16:creationId xmlns:a16="http://schemas.microsoft.com/office/drawing/2014/main" id="{C42FD887-985A-0CEE-8A2B-A262641A7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5" name="Rectangle 64">
              <a:extLst>
                <a:ext uri="{FF2B5EF4-FFF2-40B4-BE49-F238E27FC236}">
                  <a16:creationId xmlns:a16="http://schemas.microsoft.com/office/drawing/2014/main" id="{CE9BC972-D1A5-07F5-8321-B3DA8DA6C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6" name="Rectangle 65">
              <a:extLst>
                <a:ext uri="{FF2B5EF4-FFF2-40B4-BE49-F238E27FC236}">
                  <a16:creationId xmlns:a16="http://schemas.microsoft.com/office/drawing/2014/main" id="{F1991CFD-B04B-8A5D-D550-AB1A9DD7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7" name="Rectangle 66">
              <a:extLst>
                <a:ext uri="{FF2B5EF4-FFF2-40B4-BE49-F238E27FC236}">
                  <a16:creationId xmlns:a16="http://schemas.microsoft.com/office/drawing/2014/main" id="{A6AE35F4-CBC3-18AA-313E-31074CE3A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8" name="Rectangle 67">
              <a:extLst>
                <a:ext uri="{FF2B5EF4-FFF2-40B4-BE49-F238E27FC236}">
                  <a16:creationId xmlns:a16="http://schemas.microsoft.com/office/drawing/2014/main" id="{53E52B8D-0C61-0919-07E1-5332B3A24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9" name="Rectangle 68">
              <a:extLst>
                <a:ext uri="{FF2B5EF4-FFF2-40B4-BE49-F238E27FC236}">
                  <a16:creationId xmlns:a16="http://schemas.microsoft.com/office/drawing/2014/main" id="{A8677110-A10E-0493-8B6D-4490081A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0" name="Rectangle 69">
              <a:extLst>
                <a:ext uri="{FF2B5EF4-FFF2-40B4-BE49-F238E27FC236}">
                  <a16:creationId xmlns:a16="http://schemas.microsoft.com/office/drawing/2014/main" id="{883F8F17-7E62-54D3-0908-CDF9895EF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1" name="Rectangle 70">
              <a:extLst>
                <a:ext uri="{FF2B5EF4-FFF2-40B4-BE49-F238E27FC236}">
                  <a16:creationId xmlns:a16="http://schemas.microsoft.com/office/drawing/2014/main" id="{0C75BD4E-5843-7A72-7662-33E6CF6FD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2" name="Rectangle 72">
              <a:extLst>
                <a:ext uri="{FF2B5EF4-FFF2-40B4-BE49-F238E27FC236}">
                  <a16:creationId xmlns:a16="http://schemas.microsoft.com/office/drawing/2014/main" id="{DBA64C85-F760-B415-31CD-5CBC0FF72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3" name="Rectangle 73">
              <a:extLst>
                <a:ext uri="{FF2B5EF4-FFF2-40B4-BE49-F238E27FC236}">
                  <a16:creationId xmlns:a16="http://schemas.microsoft.com/office/drawing/2014/main" id="{5DD77A3D-3098-E73A-0DEE-71E4E20CA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4" name="Rectangle 74">
              <a:extLst>
                <a:ext uri="{FF2B5EF4-FFF2-40B4-BE49-F238E27FC236}">
                  <a16:creationId xmlns:a16="http://schemas.microsoft.com/office/drawing/2014/main" id="{3DB9DDC7-A595-35B5-CDE8-4D21BB5B3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5" name="Rectangle 75">
              <a:extLst>
                <a:ext uri="{FF2B5EF4-FFF2-40B4-BE49-F238E27FC236}">
                  <a16:creationId xmlns:a16="http://schemas.microsoft.com/office/drawing/2014/main" id="{4F4762EE-8290-11DF-1308-03D0F8ED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6" name="Rectangle 76">
              <a:extLst>
                <a:ext uri="{FF2B5EF4-FFF2-40B4-BE49-F238E27FC236}">
                  <a16:creationId xmlns:a16="http://schemas.microsoft.com/office/drawing/2014/main" id="{9E75E621-5516-93CB-6918-322154CF8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7" name="Rectangle 77">
              <a:extLst>
                <a:ext uri="{FF2B5EF4-FFF2-40B4-BE49-F238E27FC236}">
                  <a16:creationId xmlns:a16="http://schemas.microsoft.com/office/drawing/2014/main" id="{38432AE7-C956-CECC-57F8-5A4DF4018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8" name="Rectangle 78">
              <a:extLst>
                <a:ext uri="{FF2B5EF4-FFF2-40B4-BE49-F238E27FC236}">
                  <a16:creationId xmlns:a16="http://schemas.microsoft.com/office/drawing/2014/main" id="{E64E9246-6FBA-E6AE-9FC8-A259BCE9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9" name="Rectangle 79">
              <a:extLst>
                <a:ext uri="{FF2B5EF4-FFF2-40B4-BE49-F238E27FC236}">
                  <a16:creationId xmlns:a16="http://schemas.microsoft.com/office/drawing/2014/main" id="{73F26E11-7B8B-F64A-772D-3E048B907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182354" name="Rectangle 82">
            <a:extLst>
              <a:ext uri="{FF2B5EF4-FFF2-40B4-BE49-F238E27FC236}">
                <a16:creationId xmlns:a16="http://schemas.microsoft.com/office/drawing/2014/main" id="{1AA0115D-B053-4402-143F-E4AE196F8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1484313"/>
            <a:ext cx="985837" cy="985837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B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sp>
        <p:nvSpPr>
          <p:cNvPr id="182355" name="Rectangle 83">
            <a:extLst>
              <a:ext uri="{FF2B5EF4-FFF2-40B4-BE49-F238E27FC236}">
                <a16:creationId xmlns:a16="http://schemas.microsoft.com/office/drawing/2014/main" id="{8A963E7A-0E7E-ACFC-4CE7-6C3745546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3" y="3457575"/>
            <a:ext cx="985837" cy="985838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A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sp>
        <p:nvSpPr>
          <p:cNvPr id="182356" name="Rectangle 84">
            <a:extLst>
              <a:ext uri="{FF2B5EF4-FFF2-40B4-BE49-F238E27FC236}">
                <a16:creationId xmlns:a16="http://schemas.microsoft.com/office/drawing/2014/main" id="{9313EEA1-1BB3-7B8D-5F2B-5FCA2B13FA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927475"/>
            <a:ext cx="985837" cy="985838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C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sp>
        <p:nvSpPr>
          <p:cNvPr id="18440" name="Rectangle 86">
            <a:extLst>
              <a:ext uri="{FF2B5EF4-FFF2-40B4-BE49-F238E27FC236}">
                <a16:creationId xmlns:a16="http://schemas.microsoft.com/office/drawing/2014/main" id="{406CDED7-0C82-F00F-4AEC-7D207BF12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5488" y="14954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441" name="Rectangle 87">
            <a:extLst>
              <a:ext uri="{FF2B5EF4-FFF2-40B4-BE49-F238E27FC236}">
                <a16:creationId xmlns:a16="http://schemas.microsoft.com/office/drawing/2014/main" id="{E88164BD-DB8B-3D9C-C713-9CC36808A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14954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442" name="Rectangle 89">
            <a:extLst>
              <a:ext uri="{FF2B5EF4-FFF2-40B4-BE49-F238E27FC236}">
                <a16:creationId xmlns:a16="http://schemas.microsoft.com/office/drawing/2014/main" id="{0378D5EA-66ED-820A-5F7D-4E3D8649B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5488" y="19796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443" name="Rectangle 90">
            <a:extLst>
              <a:ext uri="{FF2B5EF4-FFF2-40B4-BE49-F238E27FC236}">
                <a16:creationId xmlns:a16="http://schemas.microsoft.com/office/drawing/2014/main" id="{091C3BDC-3800-9C0A-5490-D398245BB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19796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444" name="Text Box 91">
            <a:extLst>
              <a:ext uri="{FF2B5EF4-FFF2-40B4-BE49-F238E27FC236}">
                <a16:creationId xmlns:a16="http://schemas.microsoft.com/office/drawing/2014/main" id="{6CB263EC-BB4E-B02A-3264-00C97D48F1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7038" y="1720850"/>
            <a:ext cx="3311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sp>
        <p:nvSpPr>
          <p:cNvPr id="18445" name="Rectangle 93">
            <a:extLst>
              <a:ext uri="{FF2B5EF4-FFF2-40B4-BE49-F238E27FC236}">
                <a16:creationId xmlns:a16="http://schemas.microsoft.com/office/drawing/2014/main" id="{D89AAF3F-F5DA-3C59-BE03-B453E8E93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688" y="5659438"/>
            <a:ext cx="8588375" cy="1020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en-IE" altLang="en-US" sz="2800"/>
              <a:t>All morphological processing operations are based on these simple ideas</a:t>
            </a:r>
            <a:endParaRPr lang="en-US" altLang="en-US" sz="2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354" grpId="0" animBg="1"/>
      <p:bldP spid="182355" grpId="0" animBg="1"/>
      <p:bldP spid="18235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159B4770-54C2-8397-C690-D783ABF204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Structuring Elements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DCD53E54-939F-5CB6-97E2-0D529806FA9A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Structuring elements can be any size and make any shape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However, for simplicity we will use rectangular structuring elements with their origin at the middle pixel</a:t>
            </a:r>
            <a:endParaRPr lang="en-US" altLang="en-US"/>
          </a:p>
        </p:txBody>
      </p:sp>
      <p:graphicFrame>
        <p:nvGraphicFramePr>
          <p:cNvPr id="213102" name="Group 110">
            <a:extLst>
              <a:ext uri="{FF2B5EF4-FFF2-40B4-BE49-F238E27FC236}">
                <a16:creationId xmlns:a16="http://schemas.microsoft.com/office/drawing/2014/main" id="{F6A8D995-169C-5D2D-EF76-D20080C86C5D}"/>
              </a:ext>
            </a:extLst>
          </p:cNvPr>
          <p:cNvGraphicFramePr>
            <a:graphicFrameLocks noGrp="1"/>
          </p:cNvGraphicFramePr>
          <p:nvPr/>
        </p:nvGraphicFramePr>
        <p:xfrm>
          <a:off x="708025" y="4397375"/>
          <a:ext cx="1989138" cy="1827213"/>
        </p:xfrm>
        <a:graphic>
          <a:graphicData uri="http://schemas.openxmlformats.org/drawingml/2006/table">
            <a:tbl>
              <a:tblPr/>
              <a:tblGrid>
                <a:gridCol w="66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9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80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13104" name="Group 112">
            <a:extLst>
              <a:ext uri="{FF2B5EF4-FFF2-40B4-BE49-F238E27FC236}">
                <a16:creationId xmlns:a16="http://schemas.microsoft.com/office/drawing/2014/main" id="{CD85AAFB-8BEE-837A-EC30-9CA9001D8A34}"/>
              </a:ext>
            </a:extLst>
          </p:cNvPr>
          <p:cNvGraphicFramePr>
            <a:graphicFrameLocks noGrp="1"/>
          </p:cNvGraphicFramePr>
          <p:nvPr/>
        </p:nvGraphicFramePr>
        <p:xfrm>
          <a:off x="6165850" y="4075113"/>
          <a:ext cx="2595563" cy="2528887"/>
        </p:xfrm>
        <a:graphic>
          <a:graphicData uri="http://schemas.openxmlformats.org/drawingml/2006/table">
            <a:tbl>
              <a:tblPr/>
              <a:tblGrid>
                <a:gridCol w="5191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4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4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13103" name="Group 111">
            <a:extLst>
              <a:ext uri="{FF2B5EF4-FFF2-40B4-BE49-F238E27FC236}">
                <a16:creationId xmlns:a16="http://schemas.microsoft.com/office/drawing/2014/main" id="{AB6EFD34-3EAC-6DA9-D3E1-6FFCA14C23C2}"/>
              </a:ext>
            </a:extLst>
          </p:cNvPr>
          <p:cNvGraphicFramePr>
            <a:graphicFrameLocks noGrp="1"/>
          </p:cNvGraphicFramePr>
          <p:nvPr/>
        </p:nvGraphicFramePr>
        <p:xfrm>
          <a:off x="3443288" y="4402138"/>
          <a:ext cx="1989137" cy="1827212"/>
        </p:xfrm>
        <a:graphic>
          <a:graphicData uri="http://schemas.openxmlformats.org/drawingml/2006/table">
            <a:tbl>
              <a:tblPr/>
              <a:tblGrid>
                <a:gridCol w="66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9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3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80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B86BB210-850D-D1D1-F3BE-06F1B0735F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Fitting &amp; Hitting</a:t>
            </a:r>
            <a:endParaRPr lang="en-US" altLang="en-US">
              <a:solidFill>
                <a:srgbClr val="7B9899"/>
              </a:solidFill>
            </a:endParaRPr>
          </a:p>
        </p:txBody>
      </p:sp>
      <p:graphicFrame>
        <p:nvGraphicFramePr>
          <p:cNvPr id="183584" name="Group 288">
            <a:extLst>
              <a:ext uri="{FF2B5EF4-FFF2-40B4-BE49-F238E27FC236}">
                <a16:creationId xmlns:a16="http://schemas.microsoft.com/office/drawing/2014/main" id="{582005C2-9D43-1B7A-C04F-CF7CDC7C20A4}"/>
              </a:ext>
            </a:extLst>
          </p:cNvPr>
          <p:cNvGraphicFramePr>
            <a:graphicFrameLocks noGrp="1"/>
          </p:cNvGraphicFramePr>
          <p:nvPr/>
        </p:nvGraphicFramePr>
        <p:xfrm>
          <a:off x="350838" y="1473200"/>
          <a:ext cx="6219825" cy="5060950"/>
        </p:xfrm>
        <a:graphic>
          <a:graphicData uri="http://schemas.openxmlformats.org/drawingml/2006/table">
            <a:tbl>
              <a:tblPr/>
              <a:tblGrid>
                <a:gridCol w="5095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91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4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04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064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83611" name="Rectangle 315">
            <a:extLst>
              <a:ext uri="{FF2B5EF4-FFF2-40B4-BE49-F238E27FC236}">
                <a16:creationId xmlns:a16="http://schemas.microsoft.com/office/drawing/2014/main" id="{063BA398-7DDD-E351-DB04-7B5825629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990725"/>
            <a:ext cx="1549400" cy="1492250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B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sp>
        <p:nvSpPr>
          <p:cNvPr id="183614" name="Rectangle 318">
            <a:extLst>
              <a:ext uri="{FF2B5EF4-FFF2-40B4-BE49-F238E27FC236}">
                <a16:creationId xmlns:a16="http://schemas.microsoft.com/office/drawing/2014/main" id="{68FDAC85-0701-C726-4BE0-FA3B41B58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9863" y="1981200"/>
            <a:ext cx="1549400" cy="1492250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C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sp>
        <p:nvSpPr>
          <p:cNvPr id="183615" name="Rectangle 319">
            <a:extLst>
              <a:ext uri="{FF2B5EF4-FFF2-40B4-BE49-F238E27FC236}">
                <a16:creationId xmlns:a16="http://schemas.microsoft.com/office/drawing/2014/main" id="{7CAE2D90-3742-703D-F675-9D9C03259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9638" y="4518025"/>
            <a:ext cx="1549400" cy="1492250"/>
          </a:xfrm>
          <a:prstGeom prst="rect">
            <a:avLst/>
          </a:prstGeom>
          <a:solidFill>
            <a:srgbClr val="FF6600">
              <a:alpha val="20000"/>
            </a:srgbClr>
          </a:solidFill>
          <a:ln w="38100">
            <a:solidFill>
              <a:srgbClr val="FF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3600" b="1">
                <a:solidFill>
                  <a:srgbClr val="FF6600"/>
                </a:solidFill>
              </a:rPr>
              <a:t>A</a:t>
            </a:r>
            <a:endParaRPr lang="en-US" altLang="en-US" sz="3600" b="1">
              <a:solidFill>
                <a:srgbClr val="FF6600"/>
              </a:solidFill>
            </a:endParaRPr>
          </a:p>
        </p:txBody>
      </p:sp>
      <p:graphicFrame>
        <p:nvGraphicFramePr>
          <p:cNvPr id="183638" name="Group 342">
            <a:extLst>
              <a:ext uri="{FF2B5EF4-FFF2-40B4-BE49-F238E27FC236}">
                <a16:creationId xmlns:a16="http://schemas.microsoft.com/office/drawing/2014/main" id="{C5F62F22-FA70-A397-E6A2-5D6CB909842C}"/>
              </a:ext>
            </a:extLst>
          </p:cNvPr>
          <p:cNvGraphicFramePr>
            <a:graphicFrameLocks noGrp="1"/>
          </p:cNvGraphicFramePr>
          <p:nvPr/>
        </p:nvGraphicFramePr>
        <p:xfrm>
          <a:off x="7069138" y="1800225"/>
          <a:ext cx="1439862" cy="1439863"/>
        </p:xfrm>
        <a:graphic>
          <a:graphicData uri="http://schemas.openxmlformats.org/drawingml/2006/table">
            <a:tbl>
              <a:tblPr/>
              <a:tblGrid>
                <a:gridCol w="481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10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794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10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94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649" name="Text Box 343">
            <a:extLst>
              <a:ext uri="{FF2B5EF4-FFF2-40B4-BE49-F238E27FC236}">
                <a16:creationId xmlns:a16="http://schemas.microsoft.com/office/drawing/2014/main" id="{8F5F9CF6-34BE-5281-03D4-07950E47B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0" y="3224213"/>
            <a:ext cx="14668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Structuring Element 1</a:t>
            </a:r>
            <a:endParaRPr lang="en-US" altLang="en-US"/>
          </a:p>
        </p:txBody>
      </p:sp>
      <p:graphicFrame>
        <p:nvGraphicFramePr>
          <p:cNvPr id="183640" name="Group 344">
            <a:extLst>
              <a:ext uri="{FF2B5EF4-FFF2-40B4-BE49-F238E27FC236}">
                <a16:creationId xmlns:a16="http://schemas.microsoft.com/office/drawing/2014/main" id="{906F188D-8E98-BF96-6536-03210B0345A9}"/>
              </a:ext>
            </a:extLst>
          </p:cNvPr>
          <p:cNvGraphicFramePr>
            <a:graphicFrameLocks noGrp="1"/>
          </p:cNvGraphicFramePr>
          <p:nvPr/>
        </p:nvGraphicFramePr>
        <p:xfrm>
          <a:off x="7100888" y="4135438"/>
          <a:ext cx="1439862" cy="1439862"/>
        </p:xfrm>
        <a:graphic>
          <a:graphicData uri="http://schemas.openxmlformats.org/drawingml/2006/table">
            <a:tbl>
              <a:tblPr/>
              <a:tblGrid>
                <a:gridCol w="481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10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794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10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94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1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IE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pitchFamily="-112" charset="-128"/>
                        </a:rPr>
                        <a:t>0</a:t>
                      </a:r>
                      <a:endParaRPr kumimoji="0" 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pitchFamily="-112" charset="-128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668" name="Text Box 362">
            <a:extLst>
              <a:ext uri="{FF2B5EF4-FFF2-40B4-BE49-F238E27FC236}">
                <a16:creationId xmlns:a16="http://schemas.microsoft.com/office/drawing/2014/main" id="{0B46AC49-8425-3F63-DED0-638C3FDAC2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0250" y="5573713"/>
            <a:ext cx="14668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Structuring Element 2</a:t>
            </a: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611" grpId="0" animBg="1"/>
      <p:bldP spid="183614" grpId="0" animBg="1"/>
      <p:bldP spid="183615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0573C1C7-B8D8-3EFD-51E1-A9F539D401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Fundamental Operations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21507" name="Rectangle 3">
            <a:extLst>
              <a:ext uri="{FF2B5EF4-FFF2-40B4-BE49-F238E27FC236}">
                <a16:creationId xmlns:a16="http://schemas.microsoft.com/office/drawing/2014/main" id="{3A49E7DB-17D5-7D78-A2BA-C96961510BE9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Fundamentally morphological image processing is very like spatial filtering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 structuring element is moved across every pixel in the original image to give a pixel in a new processed image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 value of this new pixel depends on the operation performed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There are two basic morphological operations: </a:t>
            </a:r>
            <a:r>
              <a:rPr lang="en-IE" altLang="en-US" b="1"/>
              <a:t>erosion </a:t>
            </a:r>
            <a:r>
              <a:rPr lang="en-IE" altLang="en-US"/>
              <a:t>and </a:t>
            </a:r>
            <a:r>
              <a:rPr lang="en-IE" altLang="en-US" b="1"/>
              <a:t>dilation</a:t>
            </a:r>
            <a:endParaRPr lang="en-US" altLang="en-US" b="1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372ECA3D-4D75-FCDB-E9D7-324C985A18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Erosion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9F419F7C-AB01-0A0A-F760-F78039CB26D4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Erosion of image </a:t>
            </a:r>
            <a:r>
              <a:rPr lang="en-IE" altLang="en-US" i="1">
                <a:latin typeface="Times New Roman" panose="02020603050405020304" pitchFamily="18" charset="0"/>
              </a:rPr>
              <a:t>f</a:t>
            </a:r>
            <a:r>
              <a:rPr lang="en-IE" altLang="en-US"/>
              <a:t> by structuring element </a:t>
            </a:r>
            <a:r>
              <a:rPr lang="en-IE" altLang="en-US" i="1">
                <a:latin typeface="Times New Roman" panose="02020603050405020304" pitchFamily="18" charset="0"/>
              </a:rPr>
              <a:t>s</a:t>
            </a:r>
            <a:r>
              <a:rPr lang="en-IE" altLang="en-US"/>
              <a:t> is given by 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sym typeface="Webdings" panose="05030102010509060703" pitchFamily="18" charset="2"/>
              </a:rPr>
              <a:t>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</a:t>
            </a:r>
          </a:p>
          <a:p>
            <a:pPr marL="0" indent="0" eaLnBrk="1" hangingPunct="1">
              <a:buFontTx/>
              <a:buNone/>
            </a:pPr>
            <a:r>
              <a:rPr lang="en-IE" altLang="en-US">
                <a:sym typeface="Webdings" panose="05030102010509060703" pitchFamily="18" charset="2"/>
              </a:rPr>
              <a:t>The structuring element s is positioned with its origin at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(x, y)</a:t>
            </a:r>
            <a:r>
              <a:rPr lang="en-IE" altLang="en-US">
                <a:sym typeface="Webdings" panose="05030102010509060703" pitchFamily="18" charset="2"/>
              </a:rPr>
              <a:t> and the new pixel value is determined using the rule:</a:t>
            </a:r>
          </a:p>
          <a:p>
            <a:pPr marL="0" indent="0" eaLnBrk="1" hangingPunct="1">
              <a:buFontTx/>
              <a:buNone/>
            </a:pPr>
            <a:endParaRPr lang="en-IE" altLang="en-US">
              <a:sym typeface="Webdings" panose="05030102010509060703" pitchFamily="18" charset="2"/>
            </a:endParaRPr>
          </a:p>
        </p:txBody>
      </p:sp>
      <p:graphicFrame>
        <p:nvGraphicFramePr>
          <p:cNvPr id="22532" name="Object 2">
            <a:extLst>
              <a:ext uri="{FF2B5EF4-FFF2-40B4-BE49-F238E27FC236}">
                <a16:creationId xmlns:a16="http://schemas.microsoft.com/office/drawing/2014/main" id="{08F776CA-351B-F1DD-DED6-6770480B21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54150" y="4127500"/>
          <a:ext cx="3933825" cy="1287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397000" imgH="457200" progId="Equation.3">
                  <p:embed/>
                </p:oleObj>
              </mc:Choice>
              <mc:Fallback>
                <p:oleObj name="Equation" r:id="rId3" imgW="1397000" imgH="457200" progId="Equation.3">
                  <p:embed/>
                  <p:pic>
                    <p:nvPicPr>
                      <p:cNvPr id="22532" name="Object 2">
                        <a:extLst>
                          <a:ext uri="{FF2B5EF4-FFF2-40B4-BE49-F238E27FC236}">
                            <a16:creationId xmlns:a16="http://schemas.microsoft.com/office/drawing/2014/main" id="{08F776CA-351B-F1DD-DED6-6770480B21E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54150" y="4127500"/>
                        <a:ext cx="3933825" cy="1287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17C700D9-331C-F0B8-E044-3B91A5DCF0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Erosion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23555" name="Group 3">
            <a:extLst>
              <a:ext uri="{FF2B5EF4-FFF2-40B4-BE49-F238E27FC236}">
                <a16:creationId xmlns:a16="http://schemas.microsoft.com/office/drawing/2014/main" id="{EEB6A294-9347-F7C5-74AE-F5B04323E0EC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02" y="944"/>
            <a:chExt cx="2474" cy="2457"/>
          </a:xfrm>
        </p:grpSpPr>
        <p:sp>
          <p:nvSpPr>
            <p:cNvPr id="24274" name="Rectangle 4">
              <a:extLst>
                <a:ext uri="{FF2B5EF4-FFF2-40B4-BE49-F238E27FC236}">
                  <a16:creationId xmlns:a16="http://schemas.microsoft.com/office/drawing/2014/main" id="{2CEB87ED-0C18-B590-8D71-B6C1570B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5" name="Rectangle 5">
              <a:extLst>
                <a:ext uri="{FF2B5EF4-FFF2-40B4-BE49-F238E27FC236}">
                  <a16:creationId xmlns:a16="http://schemas.microsoft.com/office/drawing/2014/main" id="{F304EC2B-B53A-7A05-9CEA-376B27895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6" name="Rectangle 6">
              <a:extLst>
                <a:ext uri="{FF2B5EF4-FFF2-40B4-BE49-F238E27FC236}">
                  <a16:creationId xmlns:a16="http://schemas.microsoft.com/office/drawing/2014/main" id="{F8E057C7-43FF-FB50-F145-DD4338E97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7" name="Rectangle 7">
              <a:extLst>
                <a:ext uri="{FF2B5EF4-FFF2-40B4-BE49-F238E27FC236}">
                  <a16:creationId xmlns:a16="http://schemas.microsoft.com/office/drawing/2014/main" id="{F21E3F82-1F1B-090B-8E70-71AED37CE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8" name="Rectangle 8">
              <a:extLst>
                <a:ext uri="{FF2B5EF4-FFF2-40B4-BE49-F238E27FC236}">
                  <a16:creationId xmlns:a16="http://schemas.microsoft.com/office/drawing/2014/main" id="{9D81C0EB-B1C1-B9B3-A590-B8104F50D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9" name="Rectangle 9">
              <a:extLst>
                <a:ext uri="{FF2B5EF4-FFF2-40B4-BE49-F238E27FC236}">
                  <a16:creationId xmlns:a16="http://schemas.microsoft.com/office/drawing/2014/main" id="{53F22173-CBA6-CC1D-96C7-9A37442C5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0" name="Rectangle 10">
              <a:extLst>
                <a:ext uri="{FF2B5EF4-FFF2-40B4-BE49-F238E27FC236}">
                  <a16:creationId xmlns:a16="http://schemas.microsoft.com/office/drawing/2014/main" id="{1EFC3396-1F0E-8BD2-1A53-F132C06BC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1" name="Rectangle 11">
              <a:extLst>
                <a:ext uri="{FF2B5EF4-FFF2-40B4-BE49-F238E27FC236}">
                  <a16:creationId xmlns:a16="http://schemas.microsoft.com/office/drawing/2014/main" id="{9CA3362C-58BC-2DEE-370E-F46F0461C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2" name="Rectangle 12">
              <a:extLst>
                <a:ext uri="{FF2B5EF4-FFF2-40B4-BE49-F238E27FC236}">
                  <a16:creationId xmlns:a16="http://schemas.microsoft.com/office/drawing/2014/main" id="{3225AB83-3ECB-7486-944F-53E32682D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3" name="Rectangle 13">
              <a:extLst>
                <a:ext uri="{FF2B5EF4-FFF2-40B4-BE49-F238E27FC236}">
                  <a16:creationId xmlns:a16="http://schemas.microsoft.com/office/drawing/2014/main" id="{F0FD0248-3B2F-9E6F-F3EB-A1C69052A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4" name="Rectangle 14">
              <a:extLst>
                <a:ext uri="{FF2B5EF4-FFF2-40B4-BE49-F238E27FC236}">
                  <a16:creationId xmlns:a16="http://schemas.microsoft.com/office/drawing/2014/main" id="{715A11B6-1087-8D7F-CB83-733D79D2B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5" name="Rectangle 15">
              <a:extLst>
                <a:ext uri="{FF2B5EF4-FFF2-40B4-BE49-F238E27FC236}">
                  <a16:creationId xmlns:a16="http://schemas.microsoft.com/office/drawing/2014/main" id="{F72EB7AB-23F0-1BCE-1687-B577E595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6" name="Rectangle 16">
              <a:extLst>
                <a:ext uri="{FF2B5EF4-FFF2-40B4-BE49-F238E27FC236}">
                  <a16:creationId xmlns:a16="http://schemas.microsoft.com/office/drawing/2014/main" id="{316B9EB7-578B-526A-86CB-CB57F1578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7" name="Rectangle 17">
              <a:extLst>
                <a:ext uri="{FF2B5EF4-FFF2-40B4-BE49-F238E27FC236}">
                  <a16:creationId xmlns:a16="http://schemas.microsoft.com/office/drawing/2014/main" id="{F6FFA040-92E0-8210-19F1-236B016E9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8" name="Rectangle 18">
              <a:extLst>
                <a:ext uri="{FF2B5EF4-FFF2-40B4-BE49-F238E27FC236}">
                  <a16:creationId xmlns:a16="http://schemas.microsoft.com/office/drawing/2014/main" id="{5BAEBBB0-7B48-B72F-59A9-149E767B6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89" name="Rectangle 19">
              <a:extLst>
                <a:ext uri="{FF2B5EF4-FFF2-40B4-BE49-F238E27FC236}">
                  <a16:creationId xmlns:a16="http://schemas.microsoft.com/office/drawing/2014/main" id="{7409C509-75ED-E3BD-64AE-D78112C84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0" name="Rectangle 20">
              <a:extLst>
                <a:ext uri="{FF2B5EF4-FFF2-40B4-BE49-F238E27FC236}">
                  <a16:creationId xmlns:a16="http://schemas.microsoft.com/office/drawing/2014/main" id="{8F8D1E83-1CEC-4E76-DAB8-28762BC8F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1" name="Rectangle 21">
              <a:extLst>
                <a:ext uri="{FF2B5EF4-FFF2-40B4-BE49-F238E27FC236}">
                  <a16:creationId xmlns:a16="http://schemas.microsoft.com/office/drawing/2014/main" id="{70EC3FF0-5135-B48F-A3C6-E7348BBE5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2" name="Rectangle 22">
              <a:extLst>
                <a:ext uri="{FF2B5EF4-FFF2-40B4-BE49-F238E27FC236}">
                  <a16:creationId xmlns:a16="http://schemas.microsoft.com/office/drawing/2014/main" id="{FA2F9A07-79DC-FC98-491C-6A1C71CAC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3" name="Rectangle 23">
              <a:extLst>
                <a:ext uri="{FF2B5EF4-FFF2-40B4-BE49-F238E27FC236}">
                  <a16:creationId xmlns:a16="http://schemas.microsoft.com/office/drawing/2014/main" id="{9BE5B5D7-AC7B-2D6C-1AE0-D22DC6F2C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4" name="Rectangle 24">
              <a:extLst>
                <a:ext uri="{FF2B5EF4-FFF2-40B4-BE49-F238E27FC236}">
                  <a16:creationId xmlns:a16="http://schemas.microsoft.com/office/drawing/2014/main" id="{C48A5C13-CA4B-0F87-F039-1D53C1CA4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5" name="Rectangle 25">
              <a:extLst>
                <a:ext uri="{FF2B5EF4-FFF2-40B4-BE49-F238E27FC236}">
                  <a16:creationId xmlns:a16="http://schemas.microsoft.com/office/drawing/2014/main" id="{8C580CBB-FAE6-8767-E5BD-ED3BDFA2B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6" name="Rectangle 26">
              <a:extLst>
                <a:ext uri="{FF2B5EF4-FFF2-40B4-BE49-F238E27FC236}">
                  <a16:creationId xmlns:a16="http://schemas.microsoft.com/office/drawing/2014/main" id="{47F8302F-A866-868B-5818-AFF8A8F57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7" name="Rectangle 27">
              <a:extLst>
                <a:ext uri="{FF2B5EF4-FFF2-40B4-BE49-F238E27FC236}">
                  <a16:creationId xmlns:a16="http://schemas.microsoft.com/office/drawing/2014/main" id="{05E7D31F-FD63-40C9-FCD1-153A0ED74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8" name="Rectangle 28">
              <a:extLst>
                <a:ext uri="{FF2B5EF4-FFF2-40B4-BE49-F238E27FC236}">
                  <a16:creationId xmlns:a16="http://schemas.microsoft.com/office/drawing/2014/main" id="{B646D290-0BD3-CB22-B9B8-6F78BFFEA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99" name="Rectangle 29">
              <a:extLst>
                <a:ext uri="{FF2B5EF4-FFF2-40B4-BE49-F238E27FC236}">
                  <a16:creationId xmlns:a16="http://schemas.microsoft.com/office/drawing/2014/main" id="{9BD7343D-3E43-AC13-DA40-122A5E1F9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0" name="Rectangle 30">
              <a:extLst>
                <a:ext uri="{FF2B5EF4-FFF2-40B4-BE49-F238E27FC236}">
                  <a16:creationId xmlns:a16="http://schemas.microsoft.com/office/drawing/2014/main" id="{0334C073-E7B4-E320-B83C-69F80AA1E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1" name="Rectangle 31">
              <a:extLst>
                <a:ext uri="{FF2B5EF4-FFF2-40B4-BE49-F238E27FC236}">
                  <a16:creationId xmlns:a16="http://schemas.microsoft.com/office/drawing/2014/main" id="{B67EA5EE-49D5-39E1-0CAA-A8372D556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2" name="Rectangle 32">
              <a:extLst>
                <a:ext uri="{FF2B5EF4-FFF2-40B4-BE49-F238E27FC236}">
                  <a16:creationId xmlns:a16="http://schemas.microsoft.com/office/drawing/2014/main" id="{9BA01A77-FF9E-89FA-D8E0-650C2ED29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3" name="Rectangle 33">
              <a:extLst>
                <a:ext uri="{FF2B5EF4-FFF2-40B4-BE49-F238E27FC236}">
                  <a16:creationId xmlns:a16="http://schemas.microsoft.com/office/drawing/2014/main" id="{57C971FE-9D63-5322-0255-604AF974F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4" name="Rectangle 34">
              <a:extLst>
                <a:ext uri="{FF2B5EF4-FFF2-40B4-BE49-F238E27FC236}">
                  <a16:creationId xmlns:a16="http://schemas.microsoft.com/office/drawing/2014/main" id="{6EED0F81-FB77-FFC9-0207-3FD41F597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5" name="Rectangle 35">
              <a:extLst>
                <a:ext uri="{FF2B5EF4-FFF2-40B4-BE49-F238E27FC236}">
                  <a16:creationId xmlns:a16="http://schemas.microsoft.com/office/drawing/2014/main" id="{809DC727-9092-D03C-F70C-ECA70EBEB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6" name="Rectangle 36">
              <a:extLst>
                <a:ext uri="{FF2B5EF4-FFF2-40B4-BE49-F238E27FC236}">
                  <a16:creationId xmlns:a16="http://schemas.microsoft.com/office/drawing/2014/main" id="{39232DE6-6EFF-7AC3-8287-742D383AD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7" name="Rectangle 37">
              <a:extLst>
                <a:ext uri="{FF2B5EF4-FFF2-40B4-BE49-F238E27FC236}">
                  <a16:creationId xmlns:a16="http://schemas.microsoft.com/office/drawing/2014/main" id="{1C8CF01E-CB48-CC6C-E0AD-32879C293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8" name="Rectangle 38">
              <a:extLst>
                <a:ext uri="{FF2B5EF4-FFF2-40B4-BE49-F238E27FC236}">
                  <a16:creationId xmlns:a16="http://schemas.microsoft.com/office/drawing/2014/main" id="{B7D3870C-105D-AFC5-0249-3EB7985FB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09" name="Rectangle 39">
              <a:extLst>
                <a:ext uri="{FF2B5EF4-FFF2-40B4-BE49-F238E27FC236}">
                  <a16:creationId xmlns:a16="http://schemas.microsoft.com/office/drawing/2014/main" id="{C3CA6C17-292D-D3C0-12EB-6C8B7DF97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0" name="Rectangle 40">
              <a:extLst>
                <a:ext uri="{FF2B5EF4-FFF2-40B4-BE49-F238E27FC236}">
                  <a16:creationId xmlns:a16="http://schemas.microsoft.com/office/drawing/2014/main" id="{120E5F9B-E0D4-4611-F8DC-E8D3972BA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1" name="Rectangle 41">
              <a:extLst>
                <a:ext uri="{FF2B5EF4-FFF2-40B4-BE49-F238E27FC236}">
                  <a16:creationId xmlns:a16="http://schemas.microsoft.com/office/drawing/2014/main" id="{41AD99CA-92B2-98CE-BE5D-52771F30E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2" name="Rectangle 42">
              <a:extLst>
                <a:ext uri="{FF2B5EF4-FFF2-40B4-BE49-F238E27FC236}">
                  <a16:creationId xmlns:a16="http://schemas.microsoft.com/office/drawing/2014/main" id="{FF59A050-E918-C05A-793E-2A9009E2C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3" name="Rectangle 43">
              <a:extLst>
                <a:ext uri="{FF2B5EF4-FFF2-40B4-BE49-F238E27FC236}">
                  <a16:creationId xmlns:a16="http://schemas.microsoft.com/office/drawing/2014/main" id="{4D65EFD1-969D-E7B7-F879-8068A5214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4" name="Rectangle 44">
              <a:extLst>
                <a:ext uri="{FF2B5EF4-FFF2-40B4-BE49-F238E27FC236}">
                  <a16:creationId xmlns:a16="http://schemas.microsoft.com/office/drawing/2014/main" id="{372073A8-1527-A014-CDBE-468EE58EE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5" name="Rectangle 45">
              <a:extLst>
                <a:ext uri="{FF2B5EF4-FFF2-40B4-BE49-F238E27FC236}">
                  <a16:creationId xmlns:a16="http://schemas.microsoft.com/office/drawing/2014/main" id="{9CA3DAAA-E880-B87F-75AE-C9364510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6" name="Rectangle 46">
              <a:extLst>
                <a:ext uri="{FF2B5EF4-FFF2-40B4-BE49-F238E27FC236}">
                  <a16:creationId xmlns:a16="http://schemas.microsoft.com/office/drawing/2014/main" id="{C7659156-0C26-78F5-3E4C-74E143010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7" name="Rectangle 47">
              <a:extLst>
                <a:ext uri="{FF2B5EF4-FFF2-40B4-BE49-F238E27FC236}">
                  <a16:creationId xmlns:a16="http://schemas.microsoft.com/office/drawing/2014/main" id="{F814D6A2-0C4C-4043-6F95-3525C398F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8" name="Rectangle 48">
              <a:extLst>
                <a:ext uri="{FF2B5EF4-FFF2-40B4-BE49-F238E27FC236}">
                  <a16:creationId xmlns:a16="http://schemas.microsoft.com/office/drawing/2014/main" id="{AFBE340A-370E-9E7C-1361-E46D49B77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19" name="Rectangle 49">
              <a:extLst>
                <a:ext uri="{FF2B5EF4-FFF2-40B4-BE49-F238E27FC236}">
                  <a16:creationId xmlns:a16="http://schemas.microsoft.com/office/drawing/2014/main" id="{30A9DBEA-110E-BBBE-CFFA-877430E3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0" name="Rectangle 50">
              <a:extLst>
                <a:ext uri="{FF2B5EF4-FFF2-40B4-BE49-F238E27FC236}">
                  <a16:creationId xmlns:a16="http://schemas.microsoft.com/office/drawing/2014/main" id="{2D499DE0-2006-547C-E839-A80F8265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1" name="Rectangle 51">
              <a:extLst>
                <a:ext uri="{FF2B5EF4-FFF2-40B4-BE49-F238E27FC236}">
                  <a16:creationId xmlns:a16="http://schemas.microsoft.com/office/drawing/2014/main" id="{AEB7E15D-1CE4-929B-F66C-8D6136436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2" name="Rectangle 52">
              <a:extLst>
                <a:ext uri="{FF2B5EF4-FFF2-40B4-BE49-F238E27FC236}">
                  <a16:creationId xmlns:a16="http://schemas.microsoft.com/office/drawing/2014/main" id="{93F77D64-9EAA-A7FD-4717-56128F31C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3" name="Rectangle 53">
              <a:extLst>
                <a:ext uri="{FF2B5EF4-FFF2-40B4-BE49-F238E27FC236}">
                  <a16:creationId xmlns:a16="http://schemas.microsoft.com/office/drawing/2014/main" id="{711DBD27-EFC6-2516-4F8E-F98055801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4" name="Rectangle 54">
              <a:extLst>
                <a:ext uri="{FF2B5EF4-FFF2-40B4-BE49-F238E27FC236}">
                  <a16:creationId xmlns:a16="http://schemas.microsoft.com/office/drawing/2014/main" id="{B12885EB-9A99-05A7-56DC-D24B6A7E4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5" name="Rectangle 55">
              <a:extLst>
                <a:ext uri="{FF2B5EF4-FFF2-40B4-BE49-F238E27FC236}">
                  <a16:creationId xmlns:a16="http://schemas.microsoft.com/office/drawing/2014/main" id="{6E6A8BE4-C3FA-253B-7FD8-8DC17CD89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6" name="Rectangle 56">
              <a:extLst>
                <a:ext uri="{FF2B5EF4-FFF2-40B4-BE49-F238E27FC236}">
                  <a16:creationId xmlns:a16="http://schemas.microsoft.com/office/drawing/2014/main" id="{879579C5-47FE-813B-8E88-9AD231264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7" name="Rectangle 57">
              <a:extLst>
                <a:ext uri="{FF2B5EF4-FFF2-40B4-BE49-F238E27FC236}">
                  <a16:creationId xmlns:a16="http://schemas.microsoft.com/office/drawing/2014/main" id="{EED86101-A31F-F0E1-E525-24D26BD6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8" name="Rectangle 58">
              <a:extLst>
                <a:ext uri="{FF2B5EF4-FFF2-40B4-BE49-F238E27FC236}">
                  <a16:creationId xmlns:a16="http://schemas.microsoft.com/office/drawing/2014/main" id="{9CDDC870-F5E0-578D-A15D-B4B78373C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29" name="Rectangle 59">
              <a:extLst>
                <a:ext uri="{FF2B5EF4-FFF2-40B4-BE49-F238E27FC236}">
                  <a16:creationId xmlns:a16="http://schemas.microsoft.com/office/drawing/2014/main" id="{9DD0C0F2-E443-4BB6-CBE3-6EFEAFEF5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0" name="Rectangle 60">
              <a:extLst>
                <a:ext uri="{FF2B5EF4-FFF2-40B4-BE49-F238E27FC236}">
                  <a16:creationId xmlns:a16="http://schemas.microsoft.com/office/drawing/2014/main" id="{BB332182-784E-AB94-CDA8-DB857A44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1" name="Rectangle 61">
              <a:extLst>
                <a:ext uri="{FF2B5EF4-FFF2-40B4-BE49-F238E27FC236}">
                  <a16:creationId xmlns:a16="http://schemas.microsoft.com/office/drawing/2014/main" id="{09685F0A-7F7A-EF04-AEA7-8D41D3843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2" name="Rectangle 62">
              <a:extLst>
                <a:ext uri="{FF2B5EF4-FFF2-40B4-BE49-F238E27FC236}">
                  <a16:creationId xmlns:a16="http://schemas.microsoft.com/office/drawing/2014/main" id="{B250FC2E-DB20-DEC9-D617-82CFEC628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3" name="Rectangle 63">
              <a:extLst>
                <a:ext uri="{FF2B5EF4-FFF2-40B4-BE49-F238E27FC236}">
                  <a16:creationId xmlns:a16="http://schemas.microsoft.com/office/drawing/2014/main" id="{D2254C99-6EBF-E643-FC75-E731DB2E4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4" name="Rectangle 64">
              <a:extLst>
                <a:ext uri="{FF2B5EF4-FFF2-40B4-BE49-F238E27FC236}">
                  <a16:creationId xmlns:a16="http://schemas.microsoft.com/office/drawing/2014/main" id="{3F836E45-A46D-D984-C0FF-A6086982C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5" name="Rectangle 65">
              <a:extLst>
                <a:ext uri="{FF2B5EF4-FFF2-40B4-BE49-F238E27FC236}">
                  <a16:creationId xmlns:a16="http://schemas.microsoft.com/office/drawing/2014/main" id="{BF5F464B-D590-9411-803A-598D39A15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6" name="Rectangle 66">
              <a:extLst>
                <a:ext uri="{FF2B5EF4-FFF2-40B4-BE49-F238E27FC236}">
                  <a16:creationId xmlns:a16="http://schemas.microsoft.com/office/drawing/2014/main" id="{C35599C7-8E80-99D6-18BD-DF9F2BC88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37" name="Rectangle 67">
              <a:extLst>
                <a:ext uri="{FF2B5EF4-FFF2-40B4-BE49-F238E27FC236}">
                  <a16:creationId xmlns:a16="http://schemas.microsoft.com/office/drawing/2014/main" id="{24D0ACBF-75EE-5CA7-0F52-61D396DA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" name="Group 68">
            <a:extLst>
              <a:ext uri="{FF2B5EF4-FFF2-40B4-BE49-F238E27FC236}">
                <a16:creationId xmlns:a16="http://schemas.microsoft.com/office/drawing/2014/main" id="{932D1847-827C-4E60-5B52-D61CA44D3339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1573213"/>
            <a:ext cx="1474788" cy="1463675"/>
            <a:chOff x="262" y="1078"/>
            <a:chExt cx="929" cy="922"/>
          </a:xfrm>
        </p:grpSpPr>
        <p:sp>
          <p:nvSpPr>
            <p:cNvPr id="24265" name="Rectangle 69">
              <a:extLst>
                <a:ext uri="{FF2B5EF4-FFF2-40B4-BE49-F238E27FC236}">
                  <a16:creationId xmlns:a16="http://schemas.microsoft.com/office/drawing/2014/main" id="{360FD03B-80C6-6A32-997C-1E14F7B0C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6" name="Rectangle 70">
              <a:extLst>
                <a:ext uri="{FF2B5EF4-FFF2-40B4-BE49-F238E27FC236}">
                  <a16:creationId xmlns:a16="http://schemas.microsoft.com/office/drawing/2014/main" id="{B58DCCBB-7A47-FC8F-1F49-7A746852F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7" name="Rectangle 71">
              <a:extLst>
                <a:ext uri="{FF2B5EF4-FFF2-40B4-BE49-F238E27FC236}">
                  <a16:creationId xmlns:a16="http://schemas.microsoft.com/office/drawing/2014/main" id="{C2BF2561-91EC-7FC8-E6B4-FE3C89065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8" name="Rectangle 72">
              <a:extLst>
                <a:ext uri="{FF2B5EF4-FFF2-40B4-BE49-F238E27FC236}">
                  <a16:creationId xmlns:a16="http://schemas.microsoft.com/office/drawing/2014/main" id="{A530B098-9EF1-5CF9-D0AC-C59CF5AB9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9" name="Rectangle 73">
              <a:extLst>
                <a:ext uri="{FF2B5EF4-FFF2-40B4-BE49-F238E27FC236}">
                  <a16:creationId xmlns:a16="http://schemas.microsoft.com/office/drawing/2014/main" id="{6B58C341-4B20-2346-D9AA-46706D993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0" name="Rectangle 74">
              <a:extLst>
                <a:ext uri="{FF2B5EF4-FFF2-40B4-BE49-F238E27FC236}">
                  <a16:creationId xmlns:a16="http://schemas.microsoft.com/office/drawing/2014/main" id="{243D7DF0-03C6-7111-82C0-F8A2699A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1" name="Rectangle 75">
              <a:extLst>
                <a:ext uri="{FF2B5EF4-FFF2-40B4-BE49-F238E27FC236}">
                  <a16:creationId xmlns:a16="http://schemas.microsoft.com/office/drawing/2014/main" id="{55D78224-6E24-942E-2D30-79AA75940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2" name="Rectangle 76">
              <a:extLst>
                <a:ext uri="{FF2B5EF4-FFF2-40B4-BE49-F238E27FC236}">
                  <a16:creationId xmlns:a16="http://schemas.microsoft.com/office/drawing/2014/main" id="{F3622C44-DFAF-BF30-BB01-EB2B6B4F6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73" name="Rectangle 77">
              <a:extLst>
                <a:ext uri="{FF2B5EF4-FFF2-40B4-BE49-F238E27FC236}">
                  <a16:creationId xmlns:a16="http://schemas.microsoft.com/office/drawing/2014/main" id="{832305AB-0EEE-FAED-364A-9227FDB0B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3557" name="Text Box 78">
            <a:extLst>
              <a:ext uri="{FF2B5EF4-FFF2-40B4-BE49-F238E27FC236}">
                <a16:creationId xmlns:a16="http://schemas.microsoft.com/office/drawing/2014/main" id="{DAF5CD50-E657-65A4-258E-8B0E14F2C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23558" name="Group 79">
            <a:extLst>
              <a:ext uri="{FF2B5EF4-FFF2-40B4-BE49-F238E27FC236}">
                <a16:creationId xmlns:a16="http://schemas.microsoft.com/office/drawing/2014/main" id="{CBD1830F-D687-4F8B-6F3A-D020711BE2D2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24256" name="Rectangle 80">
              <a:extLst>
                <a:ext uri="{FF2B5EF4-FFF2-40B4-BE49-F238E27FC236}">
                  <a16:creationId xmlns:a16="http://schemas.microsoft.com/office/drawing/2014/main" id="{94A74ED2-04FB-B004-B0C6-BF05EE5D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7" name="Rectangle 81">
              <a:extLst>
                <a:ext uri="{FF2B5EF4-FFF2-40B4-BE49-F238E27FC236}">
                  <a16:creationId xmlns:a16="http://schemas.microsoft.com/office/drawing/2014/main" id="{EB0F67A2-E448-7516-0C17-520F06E5D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8" name="Rectangle 82">
              <a:extLst>
                <a:ext uri="{FF2B5EF4-FFF2-40B4-BE49-F238E27FC236}">
                  <a16:creationId xmlns:a16="http://schemas.microsoft.com/office/drawing/2014/main" id="{0101BDF1-E07D-4C5A-479E-0670969DA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9" name="Rectangle 83">
              <a:extLst>
                <a:ext uri="{FF2B5EF4-FFF2-40B4-BE49-F238E27FC236}">
                  <a16:creationId xmlns:a16="http://schemas.microsoft.com/office/drawing/2014/main" id="{753BA307-9E77-1B2E-AC2F-20B6DDCB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0" name="Rectangle 84">
              <a:extLst>
                <a:ext uri="{FF2B5EF4-FFF2-40B4-BE49-F238E27FC236}">
                  <a16:creationId xmlns:a16="http://schemas.microsoft.com/office/drawing/2014/main" id="{C2FF622C-236B-33CD-E17A-106BC2B6C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1" name="Rectangle 85">
              <a:extLst>
                <a:ext uri="{FF2B5EF4-FFF2-40B4-BE49-F238E27FC236}">
                  <a16:creationId xmlns:a16="http://schemas.microsoft.com/office/drawing/2014/main" id="{D85A4692-863B-F97D-C315-0F1FE1B68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2" name="Rectangle 86">
              <a:extLst>
                <a:ext uri="{FF2B5EF4-FFF2-40B4-BE49-F238E27FC236}">
                  <a16:creationId xmlns:a16="http://schemas.microsoft.com/office/drawing/2014/main" id="{EE13EFFD-01ED-AF98-F3E7-BA9A3A8AF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3" name="Rectangle 87">
              <a:extLst>
                <a:ext uri="{FF2B5EF4-FFF2-40B4-BE49-F238E27FC236}">
                  <a16:creationId xmlns:a16="http://schemas.microsoft.com/office/drawing/2014/main" id="{8EAC604F-F8EA-A34E-081C-90C92D304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64" name="Rectangle 88">
              <a:extLst>
                <a:ext uri="{FF2B5EF4-FFF2-40B4-BE49-F238E27FC236}">
                  <a16:creationId xmlns:a16="http://schemas.microsoft.com/office/drawing/2014/main" id="{9E0D90FA-678E-B990-C205-EC878EFB7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" name="Group 89">
            <a:extLst>
              <a:ext uri="{FF2B5EF4-FFF2-40B4-BE49-F238E27FC236}">
                <a16:creationId xmlns:a16="http://schemas.microsoft.com/office/drawing/2014/main" id="{5BA20987-CF25-E9DC-2E91-E7C1861542F2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1573213"/>
            <a:ext cx="1474788" cy="1463675"/>
            <a:chOff x="262" y="1078"/>
            <a:chExt cx="929" cy="922"/>
          </a:xfrm>
        </p:grpSpPr>
        <p:sp>
          <p:nvSpPr>
            <p:cNvPr id="24247" name="Rectangle 90">
              <a:extLst>
                <a:ext uri="{FF2B5EF4-FFF2-40B4-BE49-F238E27FC236}">
                  <a16:creationId xmlns:a16="http://schemas.microsoft.com/office/drawing/2014/main" id="{47347A4D-9F65-5068-3FBD-8586D64F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8" name="Rectangle 91">
              <a:extLst>
                <a:ext uri="{FF2B5EF4-FFF2-40B4-BE49-F238E27FC236}">
                  <a16:creationId xmlns:a16="http://schemas.microsoft.com/office/drawing/2014/main" id="{22CAE461-7D34-6DD4-7DC1-A642FBF42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9" name="Rectangle 92">
              <a:extLst>
                <a:ext uri="{FF2B5EF4-FFF2-40B4-BE49-F238E27FC236}">
                  <a16:creationId xmlns:a16="http://schemas.microsoft.com/office/drawing/2014/main" id="{E2843116-85A9-5A18-010D-613467AA6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0" name="Rectangle 93">
              <a:extLst>
                <a:ext uri="{FF2B5EF4-FFF2-40B4-BE49-F238E27FC236}">
                  <a16:creationId xmlns:a16="http://schemas.microsoft.com/office/drawing/2014/main" id="{8B809E59-CFC4-13F1-6007-5478080A0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1" name="Rectangle 94">
              <a:extLst>
                <a:ext uri="{FF2B5EF4-FFF2-40B4-BE49-F238E27FC236}">
                  <a16:creationId xmlns:a16="http://schemas.microsoft.com/office/drawing/2014/main" id="{19D053F9-FADF-FCEC-1689-6BDD9DDB3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2" name="Rectangle 95">
              <a:extLst>
                <a:ext uri="{FF2B5EF4-FFF2-40B4-BE49-F238E27FC236}">
                  <a16:creationId xmlns:a16="http://schemas.microsoft.com/office/drawing/2014/main" id="{77705056-E996-3EF7-35C9-387AE56EB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3" name="Rectangle 96">
              <a:extLst>
                <a:ext uri="{FF2B5EF4-FFF2-40B4-BE49-F238E27FC236}">
                  <a16:creationId xmlns:a16="http://schemas.microsoft.com/office/drawing/2014/main" id="{275FF086-4559-85F9-702C-B6AB91B32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4" name="Rectangle 97">
              <a:extLst>
                <a:ext uri="{FF2B5EF4-FFF2-40B4-BE49-F238E27FC236}">
                  <a16:creationId xmlns:a16="http://schemas.microsoft.com/office/drawing/2014/main" id="{539FD6C3-F359-F56C-0C88-D74F338B5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55" name="Rectangle 98">
              <a:extLst>
                <a:ext uri="{FF2B5EF4-FFF2-40B4-BE49-F238E27FC236}">
                  <a16:creationId xmlns:a16="http://schemas.microsoft.com/office/drawing/2014/main" id="{8E662C23-87D3-0933-B20C-D60BBB560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" name="Group 99">
            <a:extLst>
              <a:ext uri="{FF2B5EF4-FFF2-40B4-BE49-F238E27FC236}">
                <a16:creationId xmlns:a16="http://schemas.microsoft.com/office/drawing/2014/main" id="{0E326CDA-800F-C76D-EDDD-EB9AEB449793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1573213"/>
            <a:ext cx="1474787" cy="1463675"/>
            <a:chOff x="262" y="1078"/>
            <a:chExt cx="929" cy="922"/>
          </a:xfrm>
        </p:grpSpPr>
        <p:sp>
          <p:nvSpPr>
            <p:cNvPr id="24238" name="Rectangle 100">
              <a:extLst>
                <a:ext uri="{FF2B5EF4-FFF2-40B4-BE49-F238E27FC236}">
                  <a16:creationId xmlns:a16="http://schemas.microsoft.com/office/drawing/2014/main" id="{E5F49675-A245-575C-6C48-ED710277C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9" name="Rectangle 101">
              <a:extLst>
                <a:ext uri="{FF2B5EF4-FFF2-40B4-BE49-F238E27FC236}">
                  <a16:creationId xmlns:a16="http://schemas.microsoft.com/office/drawing/2014/main" id="{12815E6F-7276-88BC-156B-36361DF9A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0" name="Rectangle 102">
              <a:extLst>
                <a:ext uri="{FF2B5EF4-FFF2-40B4-BE49-F238E27FC236}">
                  <a16:creationId xmlns:a16="http://schemas.microsoft.com/office/drawing/2014/main" id="{AC3EF85E-3EAF-BE3D-B25F-FA95A0A9F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1" name="Rectangle 103">
              <a:extLst>
                <a:ext uri="{FF2B5EF4-FFF2-40B4-BE49-F238E27FC236}">
                  <a16:creationId xmlns:a16="http://schemas.microsoft.com/office/drawing/2014/main" id="{341873A7-3531-457F-0CE5-7A4747C99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2" name="Rectangle 104">
              <a:extLst>
                <a:ext uri="{FF2B5EF4-FFF2-40B4-BE49-F238E27FC236}">
                  <a16:creationId xmlns:a16="http://schemas.microsoft.com/office/drawing/2014/main" id="{83B40E38-509A-C1FB-3DB2-DF4A3BDAB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3" name="Rectangle 105">
              <a:extLst>
                <a:ext uri="{FF2B5EF4-FFF2-40B4-BE49-F238E27FC236}">
                  <a16:creationId xmlns:a16="http://schemas.microsoft.com/office/drawing/2014/main" id="{A287DE46-EB8A-8993-D730-11B81DC15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4" name="Rectangle 106">
              <a:extLst>
                <a:ext uri="{FF2B5EF4-FFF2-40B4-BE49-F238E27FC236}">
                  <a16:creationId xmlns:a16="http://schemas.microsoft.com/office/drawing/2014/main" id="{8D9B5098-B560-FA06-6ACE-A59CD04A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5" name="Rectangle 107">
              <a:extLst>
                <a:ext uri="{FF2B5EF4-FFF2-40B4-BE49-F238E27FC236}">
                  <a16:creationId xmlns:a16="http://schemas.microsoft.com/office/drawing/2014/main" id="{125851D5-A7E4-EFD8-8748-15A8A0F03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46" name="Rectangle 108">
              <a:extLst>
                <a:ext uri="{FF2B5EF4-FFF2-40B4-BE49-F238E27FC236}">
                  <a16:creationId xmlns:a16="http://schemas.microsoft.com/office/drawing/2014/main" id="{208772E1-6293-21B7-2D3B-7182C706D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7" name="Group 109">
            <a:extLst>
              <a:ext uri="{FF2B5EF4-FFF2-40B4-BE49-F238E27FC236}">
                <a16:creationId xmlns:a16="http://schemas.microsoft.com/office/drawing/2014/main" id="{3129E1C6-A493-F220-C22F-BECCB7D37534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1573213"/>
            <a:ext cx="1474787" cy="1463675"/>
            <a:chOff x="262" y="1078"/>
            <a:chExt cx="929" cy="922"/>
          </a:xfrm>
        </p:grpSpPr>
        <p:sp>
          <p:nvSpPr>
            <p:cNvPr id="24229" name="Rectangle 110">
              <a:extLst>
                <a:ext uri="{FF2B5EF4-FFF2-40B4-BE49-F238E27FC236}">
                  <a16:creationId xmlns:a16="http://schemas.microsoft.com/office/drawing/2014/main" id="{8911EFAA-0A76-CC3D-0FC3-1BAA50153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0" name="Rectangle 111">
              <a:extLst>
                <a:ext uri="{FF2B5EF4-FFF2-40B4-BE49-F238E27FC236}">
                  <a16:creationId xmlns:a16="http://schemas.microsoft.com/office/drawing/2014/main" id="{E3999EAE-43E3-1448-6829-F97291BE0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1" name="Rectangle 112">
              <a:extLst>
                <a:ext uri="{FF2B5EF4-FFF2-40B4-BE49-F238E27FC236}">
                  <a16:creationId xmlns:a16="http://schemas.microsoft.com/office/drawing/2014/main" id="{1E94E59A-C558-04F7-7A7B-791A61054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2" name="Rectangle 113">
              <a:extLst>
                <a:ext uri="{FF2B5EF4-FFF2-40B4-BE49-F238E27FC236}">
                  <a16:creationId xmlns:a16="http://schemas.microsoft.com/office/drawing/2014/main" id="{36B555EB-69E7-08E8-C392-618EC3B6E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3" name="Rectangle 114">
              <a:extLst>
                <a:ext uri="{FF2B5EF4-FFF2-40B4-BE49-F238E27FC236}">
                  <a16:creationId xmlns:a16="http://schemas.microsoft.com/office/drawing/2014/main" id="{A0EF04B0-F198-B100-1FB1-7E59FA9F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4" name="Rectangle 115">
              <a:extLst>
                <a:ext uri="{FF2B5EF4-FFF2-40B4-BE49-F238E27FC236}">
                  <a16:creationId xmlns:a16="http://schemas.microsoft.com/office/drawing/2014/main" id="{3A45F900-3ADF-D1D4-463C-AAE902A4A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5" name="Rectangle 116">
              <a:extLst>
                <a:ext uri="{FF2B5EF4-FFF2-40B4-BE49-F238E27FC236}">
                  <a16:creationId xmlns:a16="http://schemas.microsoft.com/office/drawing/2014/main" id="{6B7655B9-2AD2-A068-8729-8170AD2A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6" name="Rectangle 117">
              <a:extLst>
                <a:ext uri="{FF2B5EF4-FFF2-40B4-BE49-F238E27FC236}">
                  <a16:creationId xmlns:a16="http://schemas.microsoft.com/office/drawing/2014/main" id="{31A634C0-D0E0-F876-790B-9B4B55B2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37" name="Rectangle 118">
              <a:extLst>
                <a:ext uri="{FF2B5EF4-FFF2-40B4-BE49-F238E27FC236}">
                  <a16:creationId xmlns:a16="http://schemas.microsoft.com/office/drawing/2014/main" id="{9659614A-62A0-B18B-A2D1-97BB2FA77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8" name="Group 119">
            <a:extLst>
              <a:ext uri="{FF2B5EF4-FFF2-40B4-BE49-F238E27FC236}">
                <a16:creationId xmlns:a16="http://schemas.microsoft.com/office/drawing/2014/main" id="{24606CE2-53B9-6121-E65E-53F3EA87E3F4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573213"/>
            <a:ext cx="1474787" cy="1463675"/>
            <a:chOff x="262" y="1078"/>
            <a:chExt cx="929" cy="922"/>
          </a:xfrm>
        </p:grpSpPr>
        <p:sp>
          <p:nvSpPr>
            <p:cNvPr id="24220" name="Rectangle 120">
              <a:extLst>
                <a:ext uri="{FF2B5EF4-FFF2-40B4-BE49-F238E27FC236}">
                  <a16:creationId xmlns:a16="http://schemas.microsoft.com/office/drawing/2014/main" id="{9B10B9F0-5339-C08F-F45C-27E368471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1" name="Rectangle 121">
              <a:extLst>
                <a:ext uri="{FF2B5EF4-FFF2-40B4-BE49-F238E27FC236}">
                  <a16:creationId xmlns:a16="http://schemas.microsoft.com/office/drawing/2014/main" id="{6DF02E34-2211-B2D5-8323-A883FCC4D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2" name="Rectangle 122">
              <a:extLst>
                <a:ext uri="{FF2B5EF4-FFF2-40B4-BE49-F238E27FC236}">
                  <a16:creationId xmlns:a16="http://schemas.microsoft.com/office/drawing/2014/main" id="{0EF21D94-700A-3EC9-D543-4A7A1DA8D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3" name="Rectangle 123">
              <a:extLst>
                <a:ext uri="{FF2B5EF4-FFF2-40B4-BE49-F238E27FC236}">
                  <a16:creationId xmlns:a16="http://schemas.microsoft.com/office/drawing/2014/main" id="{882FB47F-D5A8-A482-0606-0A80F125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4" name="Rectangle 124">
              <a:extLst>
                <a:ext uri="{FF2B5EF4-FFF2-40B4-BE49-F238E27FC236}">
                  <a16:creationId xmlns:a16="http://schemas.microsoft.com/office/drawing/2014/main" id="{70C00210-5452-B7A1-340D-48B363C28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5" name="Rectangle 125">
              <a:extLst>
                <a:ext uri="{FF2B5EF4-FFF2-40B4-BE49-F238E27FC236}">
                  <a16:creationId xmlns:a16="http://schemas.microsoft.com/office/drawing/2014/main" id="{5A1DB8FE-4334-4E23-5329-E04390AB0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6" name="Rectangle 126">
              <a:extLst>
                <a:ext uri="{FF2B5EF4-FFF2-40B4-BE49-F238E27FC236}">
                  <a16:creationId xmlns:a16="http://schemas.microsoft.com/office/drawing/2014/main" id="{60C6E151-AC6B-5950-1B35-71262E80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7" name="Rectangle 127">
              <a:extLst>
                <a:ext uri="{FF2B5EF4-FFF2-40B4-BE49-F238E27FC236}">
                  <a16:creationId xmlns:a16="http://schemas.microsoft.com/office/drawing/2014/main" id="{29CF5CE9-8541-726B-3DBF-975479B07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28" name="Rectangle 128">
              <a:extLst>
                <a:ext uri="{FF2B5EF4-FFF2-40B4-BE49-F238E27FC236}">
                  <a16:creationId xmlns:a16="http://schemas.microsoft.com/office/drawing/2014/main" id="{76513E20-9284-4A3C-C4B3-604B2C52F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9" name="Group 129">
            <a:extLst>
              <a:ext uri="{FF2B5EF4-FFF2-40B4-BE49-F238E27FC236}">
                <a16:creationId xmlns:a16="http://schemas.microsoft.com/office/drawing/2014/main" id="{DE123E70-9C6F-1107-C498-5A4FB7B9D213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573213"/>
            <a:ext cx="1474788" cy="1463675"/>
            <a:chOff x="262" y="1078"/>
            <a:chExt cx="929" cy="922"/>
          </a:xfrm>
        </p:grpSpPr>
        <p:sp>
          <p:nvSpPr>
            <p:cNvPr id="24211" name="Rectangle 130">
              <a:extLst>
                <a:ext uri="{FF2B5EF4-FFF2-40B4-BE49-F238E27FC236}">
                  <a16:creationId xmlns:a16="http://schemas.microsoft.com/office/drawing/2014/main" id="{4D0E2E22-EE5C-544F-47B7-3CF353B8E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2" name="Rectangle 131">
              <a:extLst>
                <a:ext uri="{FF2B5EF4-FFF2-40B4-BE49-F238E27FC236}">
                  <a16:creationId xmlns:a16="http://schemas.microsoft.com/office/drawing/2014/main" id="{C1B3CA6E-1D56-EA11-71A4-6E4428E2B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3" name="Rectangle 132">
              <a:extLst>
                <a:ext uri="{FF2B5EF4-FFF2-40B4-BE49-F238E27FC236}">
                  <a16:creationId xmlns:a16="http://schemas.microsoft.com/office/drawing/2014/main" id="{E49E3B08-0CE4-4D7C-E547-9DED74A69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4" name="Rectangle 133">
              <a:extLst>
                <a:ext uri="{FF2B5EF4-FFF2-40B4-BE49-F238E27FC236}">
                  <a16:creationId xmlns:a16="http://schemas.microsoft.com/office/drawing/2014/main" id="{734F4EBF-2CB0-346B-AFFC-8CEAB3ED7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5" name="Rectangle 134">
              <a:extLst>
                <a:ext uri="{FF2B5EF4-FFF2-40B4-BE49-F238E27FC236}">
                  <a16:creationId xmlns:a16="http://schemas.microsoft.com/office/drawing/2014/main" id="{671C993D-061E-9A6E-4D3D-8A7B353A0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6" name="Rectangle 135">
              <a:extLst>
                <a:ext uri="{FF2B5EF4-FFF2-40B4-BE49-F238E27FC236}">
                  <a16:creationId xmlns:a16="http://schemas.microsoft.com/office/drawing/2014/main" id="{1FA88D1D-642C-8C20-6FBC-5F786AD65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7" name="Rectangle 136">
              <a:extLst>
                <a:ext uri="{FF2B5EF4-FFF2-40B4-BE49-F238E27FC236}">
                  <a16:creationId xmlns:a16="http://schemas.microsoft.com/office/drawing/2014/main" id="{78220516-3502-914A-EE77-EBC7CE8AF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8" name="Rectangle 137">
              <a:extLst>
                <a:ext uri="{FF2B5EF4-FFF2-40B4-BE49-F238E27FC236}">
                  <a16:creationId xmlns:a16="http://schemas.microsoft.com/office/drawing/2014/main" id="{13DC2998-90E1-F21B-69C9-5F43A2ED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9" name="Rectangle 138">
              <a:extLst>
                <a:ext uri="{FF2B5EF4-FFF2-40B4-BE49-F238E27FC236}">
                  <a16:creationId xmlns:a16="http://schemas.microsoft.com/office/drawing/2014/main" id="{BA1C851D-6682-4BC4-061D-7C0A10FDE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0" name="Group 139">
            <a:extLst>
              <a:ext uri="{FF2B5EF4-FFF2-40B4-BE49-F238E27FC236}">
                <a16:creationId xmlns:a16="http://schemas.microsoft.com/office/drawing/2014/main" id="{BA0689D0-AABC-3C4E-6F13-EC2655FAAB0C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1573213"/>
            <a:ext cx="1474788" cy="1463675"/>
            <a:chOff x="262" y="1078"/>
            <a:chExt cx="929" cy="922"/>
          </a:xfrm>
        </p:grpSpPr>
        <p:sp>
          <p:nvSpPr>
            <p:cNvPr id="24202" name="Rectangle 140">
              <a:extLst>
                <a:ext uri="{FF2B5EF4-FFF2-40B4-BE49-F238E27FC236}">
                  <a16:creationId xmlns:a16="http://schemas.microsoft.com/office/drawing/2014/main" id="{110FD1EC-67AD-F31D-9AD3-BAEC38908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3" name="Rectangle 141">
              <a:extLst>
                <a:ext uri="{FF2B5EF4-FFF2-40B4-BE49-F238E27FC236}">
                  <a16:creationId xmlns:a16="http://schemas.microsoft.com/office/drawing/2014/main" id="{94E980CE-2BDD-B927-4F8F-BD431CCC8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4" name="Rectangle 142">
              <a:extLst>
                <a:ext uri="{FF2B5EF4-FFF2-40B4-BE49-F238E27FC236}">
                  <a16:creationId xmlns:a16="http://schemas.microsoft.com/office/drawing/2014/main" id="{B96E3321-4D88-BBA5-A619-27F2ED353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5" name="Rectangle 143">
              <a:extLst>
                <a:ext uri="{FF2B5EF4-FFF2-40B4-BE49-F238E27FC236}">
                  <a16:creationId xmlns:a16="http://schemas.microsoft.com/office/drawing/2014/main" id="{97F38400-299C-AF02-3456-6D09EEA4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6" name="Rectangle 144">
              <a:extLst>
                <a:ext uri="{FF2B5EF4-FFF2-40B4-BE49-F238E27FC236}">
                  <a16:creationId xmlns:a16="http://schemas.microsoft.com/office/drawing/2014/main" id="{0F6D558C-2474-03C9-7794-0F862F921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7" name="Rectangle 145">
              <a:extLst>
                <a:ext uri="{FF2B5EF4-FFF2-40B4-BE49-F238E27FC236}">
                  <a16:creationId xmlns:a16="http://schemas.microsoft.com/office/drawing/2014/main" id="{7597855D-29A7-1A34-3904-6A52C97F8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8" name="Rectangle 146">
              <a:extLst>
                <a:ext uri="{FF2B5EF4-FFF2-40B4-BE49-F238E27FC236}">
                  <a16:creationId xmlns:a16="http://schemas.microsoft.com/office/drawing/2014/main" id="{BCA83009-FBE3-2481-47C0-0947AC28F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9" name="Rectangle 147">
              <a:extLst>
                <a:ext uri="{FF2B5EF4-FFF2-40B4-BE49-F238E27FC236}">
                  <a16:creationId xmlns:a16="http://schemas.microsoft.com/office/drawing/2014/main" id="{4C5CC70A-AEB5-B6F8-C6E6-1A74CA74E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10" name="Rectangle 148">
              <a:extLst>
                <a:ext uri="{FF2B5EF4-FFF2-40B4-BE49-F238E27FC236}">
                  <a16:creationId xmlns:a16="http://schemas.microsoft.com/office/drawing/2014/main" id="{AD0319F5-EE77-1A1B-8976-C8C2FBDD2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" name="Group 149">
            <a:extLst>
              <a:ext uri="{FF2B5EF4-FFF2-40B4-BE49-F238E27FC236}">
                <a16:creationId xmlns:a16="http://schemas.microsoft.com/office/drawing/2014/main" id="{D75B9DCC-6962-F89F-5404-996F7A40AFDD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1573213"/>
            <a:ext cx="1474788" cy="1463675"/>
            <a:chOff x="262" y="1078"/>
            <a:chExt cx="929" cy="922"/>
          </a:xfrm>
        </p:grpSpPr>
        <p:sp>
          <p:nvSpPr>
            <p:cNvPr id="24193" name="Rectangle 150">
              <a:extLst>
                <a:ext uri="{FF2B5EF4-FFF2-40B4-BE49-F238E27FC236}">
                  <a16:creationId xmlns:a16="http://schemas.microsoft.com/office/drawing/2014/main" id="{3590AF51-0731-0178-15F2-9F685E20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4" name="Rectangle 151">
              <a:extLst>
                <a:ext uri="{FF2B5EF4-FFF2-40B4-BE49-F238E27FC236}">
                  <a16:creationId xmlns:a16="http://schemas.microsoft.com/office/drawing/2014/main" id="{CBCDA2AA-771A-33F6-7CE7-08198172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5" name="Rectangle 152">
              <a:extLst>
                <a:ext uri="{FF2B5EF4-FFF2-40B4-BE49-F238E27FC236}">
                  <a16:creationId xmlns:a16="http://schemas.microsoft.com/office/drawing/2014/main" id="{6E5EE974-DA48-4BF6-5330-80305CAB5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6" name="Rectangle 153">
              <a:extLst>
                <a:ext uri="{FF2B5EF4-FFF2-40B4-BE49-F238E27FC236}">
                  <a16:creationId xmlns:a16="http://schemas.microsoft.com/office/drawing/2014/main" id="{7806982E-92C4-7450-B69E-55386E396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7" name="Rectangle 154">
              <a:extLst>
                <a:ext uri="{FF2B5EF4-FFF2-40B4-BE49-F238E27FC236}">
                  <a16:creationId xmlns:a16="http://schemas.microsoft.com/office/drawing/2014/main" id="{9A756EDB-95AC-EDDA-01CA-85606B87B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8" name="Rectangle 155">
              <a:extLst>
                <a:ext uri="{FF2B5EF4-FFF2-40B4-BE49-F238E27FC236}">
                  <a16:creationId xmlns:a16="http://schemas.microsoft.com/office/drawing/2014/main" id="{0C8922E1-6DC4-E5F7-E0EB-96C2F64F4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9" name="Rectangle 156">
              <a:extLst>
                <a:ext uri="{FF2B5EF4-FFF2-40B4-BE49-F238E27FC236}">
                  <a16:creationId xmlns:a16="http://schemas.microsoft.com/office/drawing/2014/main" id="{4FC3B4D2-2F57-E717-9E7E-2C97C0DB0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0" name="Rectangle 157">
              <a:extLst>
                <a:ext uri="{FF2B5EF4-FFF2-40B4-BE49-F238E27FC236}">
                  <a16:creationId xmlns:a16="http://schemas.microsoft.com/office/drawing/2014/main" id="{AD60E2A4-2CFB-E510-8821-F11A63452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01" name="Rectangle 158">
              <a:extLst>
                <a:ext uri="{FF2B5EF4-FFF2-40B4-BE49-F238E27FC236}">
                  <a16:creationId xmlns:a16="http://schemas.microsoft.com/office/drawing/2014/main" id="{8D635187-CB5D-45CA-E15F-D67F2490C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2" name="Group 159">
            <a:extLst>
              <a:ext uri="{FF2B5EF4-FFF2-40B4-BE49-F238E27FC236}">
                <a16:creationId xmlns:a16="http://schemas.microsoft.com/office/drawing/2014/main" id="{CC4B1981-785B-F508-09C5-1245A3EEE3A8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1077913"/>
            <a:ext cx="1474788" cy="1463675"/>
            <a:chOff x="262" y="1078"/>
            <a:chExt cx="929" cy="922"/>
          </a:xfrm>
        </p:grpSpPr>
        <p:sp>
          <p:nvSpPr>
            <p:cNvPr id="24184" name="Rectangle 160">
              <a:extLst>
                <a:ext uri="{FF2B5EF4-FFF2-40B4-BE49-F238E27FC236}">
                  <a16:creationId xmlns:a16="http://schemas.microsoft.com/office/drawing/2014/main" id="{4C63D224-CE60-FAB8-CAED-F38056B24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5" name="Rectangle 161">
              <a:extLst>
                <a:ext uri="{FF2B5EF4-FFF2-40B4-BE49-F238E27FC236}">
                  <a16:creationId xmlns:a16="http://schemas.microsoft.com/office/drawing/2014/main" id="{75C443BF-A50A-165E-55FC-8FAF1EF6A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6" name="Rectangle 162">
              <a:extLst>
                <a:ext uri="{FF2B5EF4-FFF2-40B4-BE49-F238E27FC236}">
                  <a16:creationId xmlns:a16="http://schemas.microsoft.com/office/drawing/2014/main" id="{E7EF1434-638D-2832-2740-15A422081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7" name="Rectangle 163">
              <a:extLst>
                <a:ext uri="{FF2B5EF4-FFF2-40B4-BE49-F238E27FC236}">
                  <a16:creationId xmlns:a16="http://schemas.microsoft.com/office/drawing/2014/main" id="{FC25DF88-5D5B-9D60-F7AE-848FADE38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8" name="Rectangle 164">
              <a:extLst>
                <a:ext uri="{FF2B5EF4-FFF2-40B4-BE49-F238E27FC236}">
                  <a16:creationId xmlns:a16="http://schemas.microsoft.com/office/drawing/2014/main" id="{B42F4DC4-5045-3F1D-41C6-A4F96FA40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9" name="Rectangle 165">
              <a:extLst>
                <a:ext uri="{FF2B5EF4-FFF2-40B4-BE49-F238E27FC236}">
                  <a16:creationId xmlns:a16="http://schemas.microsoft.com/office/drawing/2014/main" id="{5832F8F1-C5C0-F7E3-DF7C-4E6FE631A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0" name="Rectangle 166">
              <a:extLst>
                <a:ext uri="{FF2B5EF4-FFF2-40B4-BE49-F238E27FC236}">
                  <a16:creationId xmlns:a16="http://schemas.microsoft.com/office/drawing/2014/main" id="{0D53B236-153F-701A-1CC9-E6DB2BDE3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1" name="Rectangle 167">
              <a:extLst>
                <a:ext uri="{FF2B5EF4-FFF2-40B4-BE49-F238E27FC236}">
                  <a16:creationId xmlns:a16="http://schemas.microsoft.com/office/drawing/2014/main" id="{8DD12959-FB67-BD3A-60DE-62425F3F3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92" name="Rectangle 168">
              <a:extLst>
                <a:ext uri="{FF2B5EF4-FFF2-40B4-BE49-F238E27FC236}">
                  <a16:creationId xmlns:a16="http://schemas.microsoft.com/office/drawing/2014/main" id="{E0F19881-F614-EA9F-3106-288AD1F19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3" name="Group 169">
            <a:extLst>
              <a:ext uri="{FF2B5EF4-FFF2-40B4-BE49-F238E27FC236}">
                <a16:creationId xmlns:a16="http://schemas.microsoft.com/office/drawing/2014/main" id="{C1500094-FA29-B30D-65B8-69B9D69E05FB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1077913"/>
            <a:ext cx="1474788" cy="1463675"/>
            <a:chOff x="262" y="1078"/>
            <a:chExt cx="929" cy="922"/>
          </a:xfrm>
        </p:grpSpPr>
        <p:sp>
          <p:nvSpPr>
            <p:cNvPr id="24175" name="Rectangle 170">
              <a:extLst>
                <a:ext uri="{FF2B5EF4-FFF2-40B4-BE49-F238E27FC236}">
                  <a16:creationId xmlns:a16="http://schemas.microsoft.com/office/drawing/2014/main" id="{B8681395-4F20-9161-A1B3-D2C18F7A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6" name="Rectangle 171">
              <a:extLst>
                <a:ext uri="{FF2B5EF4-FFF2-40B4-BE49-F238E27FC236}">
                  <a16:creationId xmlns:a16="http://schemas.microsoft.com/office/drawing/2014/main" id="{EF4D9ABA-0BDB-5D3B-EFCD-CF3E94890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7" name="Rectangle 172">
              <a:extLst>
                <a:ext uri="{FF2B5EF4-FFF2-40B4-BE49-F238E27FC236}">
                  <a16:creationId xmlns:a16="http://schemas.microsoft.com/office/drawing/2014/main" id="{2B2A2793-577B-1AF4-C35B-0AAC8E26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8" name="Rectangle 173">
              <a:extLst>
                <a:ext uri="{FF2B5EF4-FFF2-40B4-BE49-F238E27FC236}">
                  <a16:creationId xmlns:a16="http://schemas.microsoft.com/office/drawing/2014/main" id="{D511D5C4-BF37-3E62-5391-D49F6F2D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9" name="Rectangle 174">
              <a:extLst>
                <a:ext uri="{FF2B5EF4-FFF2-40B4-BE49-F238E27FC236}">
                  <a16:creationId xmlns:a16="http://schemas.microsoft.com/office/drawing/2014/main" id="{9337027B-16AB-5B83-77A4-ABDBC4F13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0" name="Rectangle 175">
              <a:extLst>
                <a:ext uri="{FF2B5EF4-FFF2-40B4-BE49-F238E27FC236}">
                  <a16:creationId xmlns:a16="http://schemas.microsoft.com/office/drawing/2014/main" id="{520295CC-DBCB-58D9-AACE-2C9AFC95E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1" name="Rectangle 176">
              <a:extLst>
                <a:ext uri="{FF2B5EF4-FFF2-40B4-BE49-F238E27FC236}">
                  <a16:creationId xmlns:a16="http://schemas.microsoft.com/office/drawing/2014/main" id="{C4D64BD6-CC9F-0425-D946-895A12F0B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2" name="Rectangle 177">
              <a:extLst>
                <a:ext uri="{FF2B5EF4-FFF2-40B4-BE49-F238E27FC236}">
                  <a16:creationId xmlns:a16="http://schemas.microsoft.com/office/drawing/2014/main" id="{A91F702E-BD1C-3C78-DAA9-F7CE979CA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83" name="Rectangle 178">
              <a:extLst>
                <a:ext uri="{FF2B5EF4-FFF2-40B4-BE49-F238E27FC236}">
                  <a16:creationId xmlns:a16="http://schemas.microsoft.com/office/drawing/2014/main" id="{0F3EC624-8F84-48D0-835F-3E7EBE690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4" name="Group 179">
            <a:extLst>
              <a:ext uri="{FF2B5EF4-FFF2-40B4-BE49-F238E27FC236}">
                <a16:creationId xmlns:a16="http://schemas.microsoft.com/office/drawing/2014/main" id="{CF539907-8F29-7843-F860-02670A1A1A9C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1077913"/>
            <a:ext cx="1474787" cy="1463675"/>
            <a:chOff x="262" y="1078"/>
            <a:chExt cx="929" cy="922"/>
          </a:xfrm>
        </p:grpSpPr>
        <p:sp>
          <p:nvSpPr>
            <p:cNvPr id="24166" name="Rectangle 180">
              <a:extLst>
                <a:ext uri="{FF2B5EF4-FFF2-40B4-BE49-F238E27FC236}">
                  <a16:creationId xmlns:a16="http://schemas.microsoft.com/office/drawing/2014/main" id="{55B66C1E-C6C6-FDE7-AE70-86719307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7" name="Rectangle 181">
              <a:extLst>
                <a:ext uri="{FF2B5EF4-FFF2-40B4-BE49-F238E27FC236}">
                  <a16:creationId xmlns:a16="http://schemas.microsoft.com/office/drawing/2014/main" id="{54F9C5AF-60C0-8CFB-2C03-CA2C57441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8" name="Rectangle 182">
              <a:extLst>
                <a:ext uri="{FF2B5EF4-FFF2-40B4-BE49-F238E27FC236}">
                  <a16:creationId xmlns:a16="http://schemas.microsoft.com/office/drawing/2014/main" id="{F34ED8EC-8D08-1285-F1ED-3FD102AA6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9" name="Rectangle 183">
              <a:extLst>
                <a:ext uri="{FF2B5EF4-FFF2-40B4-BE49-F238E27FC236}">
                  <a16:creationId xmlns:a16="http://schemas.microsoft.com/office/drawing/2014/main" id="{DE275024-A343-EFFE-8A64-753BFB217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0" name="Rectangle 184">
              <a:extLst>
                <a:ext uri="{FF2B5EF4-FFF2-40B4-BE49-F238E27FC236}">
                  <a16:creationId xmlns:a16="http://schemas.microsoft.com/office/drawing/2014/main" id="{ECBE2CF4-89AB-15C2-4C82-CEE0887E7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1" name="Rectangle 185">
              <a:extLst>
                <a:ext uri="{FF2B5EF4-FFF2-40B4-BE49-F238E27FC236}">
                  <a16:creationId xmlns:a16="http://schemas.microsoft.com/office/drawing/2014/main" id="{0DAC9335-39B1-8D7C-0C42-5363E833D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2" name="Rectangle 186">
              <a:extLst>
                <a:ext uri="{FF2B5EF4-FFF2-40B4-BE49-F238E27FC236}">
                  <a16:creationId xmlns:a16="http://schemas.microsoft.com/office/drawing/2014/main" id="{DE5A7F01-8E1C-CA10-FDBB-FBEEFB846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3" name="Rectangle 187">
              <a:extLst>
                <a:ext uri="{FF2B5EF4-FFF2-40B4-BE49-F238E27FC236}">
                  <a16:creationId xmlns:a16="http://schemas.microsoft.com/office/drawing/2014/main" id="{0903F6D4-0CF7-EDFB-5F3F-1DC006A4D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74" name="Rectangle 188">
              <a:extLst>
                <a:ext uri="{FF2B5EF4-FFF2-40B4-BE49-F238E27FC236}">
                  <a16:creationId xmlns:a16="http://schemas.microsoft.com/office/drawing/2014/main" id="{B6E79FF0-F950-DE4C-79FD-F403317E0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" name="Group 189">
            <a:extLst>
              <a:ext uri="{FF2B5EF4-FFF2-40B4-BE49-F238E27FC236}">
                <a16:creationId xmlns:a16="http://schemas.microsoft.com/office/drawing/2014/main" id="{A7302E72-1D1F-9DF3-3028-70BBED6D2EF3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1077913"/>
            <a:ext cx="1474787" cy="1463675"/>
            <a:chOff x="262" y="1078"/>
            <a:chExt cx="929" cy="922"/>
          </a:xfrm>
        </p:grpSpPr>
        <p:sp>
          <p:nvSpPr>
            <p:cNvPr id="24157" name="Rectangle 190">
              <a:extLst>
                <a:ext uri="{FF2B5EF4-FFF2-40B4-BE49-F238E27FC236}">
                  <a16:creationId xmlns:a16="http://schemas.microsoft.com/office/drawing/2014/main" id="{5F3CA51D-8B18-DBC5-5895-84F46BB5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8" name="Rectangle 191">
              <a:extLst>
                <a:ext uri="{FF2B5EF4-FFF2-40B4-BE49-F238E27FC236}">
                  <a16:creationId xmlns:a16="http://schemas.microsoft.com/office/drawing/2014/main" id="{2CAF152A-30C4-B803-1382-EF6A206EE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9" name="Rectangle 192">
              <a:extLst>
                <a:ext uri="{FF2B5EF4-FFF2-40B4-BE49-F238E27FC236}">
                  <a16:creationId xmlns:a16="http://schemas.microsoft.com/office/drawing/2014/main" id="{144B1BA9-B268-49CD-3351-94AA95DAE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0" name="Rectangle 193">
              <a:extLst>
                <a:ext uri="{FF2B5EF4-FFF2-40B4-BE49-F238E27FC236}">
                  <a16:creationId xmlns:a16="http://schemas.microsoft.com/office/drawing/2014/main" id="{D4191414-CF27-082D-6736-4CBEEDB15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1" name="Rectangle 194">
              <a:extLst>
                <a:ext uri="{FF2B5EF4-FFF2-40B4-BE49-F238E27FC236}">
                  <a16:creationId xmlns:a16="http://schemas.microsoft.com/office/drawing/2014/main" id="{80A60FCD-7E92-4125-BD59-EB0E9166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2" name="Rectangle 195">
              <a:extLst>
                <a:ext uri="{FF2B5EF4-FFF2-40B4-BE49-F238E27FC236}">
                  <a16:creationId xmlns:a16="http://schemas.microsoft.com/office/drawing/2014/main" id="{160BFD90-98DB-4162-422A-48CA3245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3" name="Rectangle 196">
              <a:extLst>
                <a:ext uri="{FF2B5EF4-FFF2-40B4-BE49-F238E27FC236}">
                  <a16:creationId xmlns:a16="http://schemas.microsoft.com/office/drawing/2014/main" id="{11129530-DA42-0249-6FAE-2C5A252ED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4" name="Rectangle 197">
              <a:extLst>
                <a:ext uri="{FF2B5EF4-FFF2-40B4-BE49-F238E27FC236}">
                  <a16:creationId xmlns:a16="http://schemas.microsoft.com/office/drawing/2014/main" id="{032CD3A8-D096-2152-995A-9AB4BCFB9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65" name="Rectangle 198">
              <a:extLst>
                <a:ext uri="{FF2B5EF4-FFF2-40B4-BE49-F238E27FC236}">
                  <a16:creationId xmlns:a16="http://schemas.microsoft.com/office/drawing/2014/main" id="{16F92CF9-2AAF-2E6E-A7F1-44617AF4B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6" name="Group 199">
            <a:extLst>
              <a:ext uri="{FF2B5EF4-FFF2-40B4-BE49-F238E27FC236}">
                <a16:creationId xmlns:a16="http://schemas.microsoft.com/office/drawing/2014/main" id="{B0A28A36-5167-0D3C-BF9D-ECFED0612C1F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077913"/>
            <a:ext cx="1474787" cy="1463675"/>
            <a:chOff x="262" y="1078"/>
            <a:chExt cx="929" cy="922"/>
          </a:xfrm>
        </p:grpSpPr>
        <p:sp>
          <p:nvSpPr>
            <p:cNvPr id="24148" name="Rectangle 200">
              <a:extLst>
                <a:ext uri="{FF2B5EF4-FFF2-40B4-BE49-F238E27FC236}">
                  <a16:creationId xmlns:a16="http://schemas.microsoft.com/office/drawing/2014/main" id="{DA68237D-3D84-F4DD-CDEA-5FD9A4844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9" name="Rectangle 201">
              <a:extLst>
                <a:ext uri="{FF2B5EF4-FFF2-40B4-BE49-F238E27FC236}">
                  <a16:creationId xmlns:a16="http://schemas.microsoft.com/office/drawing/2014/main" id="{687B652E-D1A9-EE4D-C51E-1E0B45D9A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0" name="Rectangle 202">
              <a:extLst>
                <a:ext uri="{FF2B5EF4-FFF2-40B4-BE49-F238E27FC236}">
                  <a16:creationId xmlns:a16="http://schemas.microsoft.com/office/drawing/2014/main" id="{6E9FBD74-4F82-EB93-7AFC-85634B50C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1" name="Rectangle 203">
              <a:extLst>
                <a:ext uri="{FF2B5EF4-FFF2-40B4-BE49-F238E27FC236}">
                  <a16:creationId xmlns:a16="http://schemas.microsoft.com/office/drawing/2014/main" id="{6FDF18FB-E859-D5CF-FEB3-AE7920B1A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2" name="Rectangle 204">
              <a:extLst>
                <a:ext uri="{FF2B5EF4-FFF2-40B4-BE49-F238E27FC236}">
                  <a16:creationId xmlns:a16="http://schemas.microsoft.com/office/drawing/2014/main" id="{800FF63A-586A-D6AF-A029-D3C9A51FF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3" name="Rectangle 205">
              <a:extLst>
                <a:ext uri="{FF2B5EF4-FFF2-40B4-BE49-F238E27FC236}">
                  <a16:creationId xmlns:a16="http://schemas.microsoft.com/office/drawing/2014/main" id="{80B8AB68-E96F-2C4B-D070-9E8AA6EC7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4" name="Rectangle 206">
              <a:extLst>
                <a:ext uri="{FF2B5EF4-FFF2-40B4-BE49-F238E27FC236}">
                  <a16:creationId xmlns:a16="http://schemas.microsoft.com/office/drawing/2014/main" id="{F6CF8530-2DE4-3361-9036-2106148A6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5" name="Rectangle 207">
              <a:extLst>
                <a:ext uri="{FF2B5EF4-FFF2-40B4-BE49-F238E27FC236}">
                  <a16:creationId xmlns:a16="http://schemas.microsoft.com/office/drawing/2014/main" id="{A40B3E2A-3130-BB0C-BF7C-3C099C055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56" name="Rectangle 208">
              <a:extLst>
                <a:ext uri="{FF2B5EF4-FFF2-40B4-BE49-F238E27FC236}">
                  <a16:creationId xmlns:a16="http://schemas.microsoft.com/office/drawing/2014/main" id="{45D9D247-7146-7E71-9A69-A6256EA58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" name="Group 209">
            <a:extLst>
              <a:ext uri="{FF2B5EF4-FFF2-40B4-BE49-F238E27FC236}">
                <a16:creationId xmlns:a16="http://schemas.microsoft.com/office/drawing/2014/main" id="{1ADBEBA5-9C2B-E60E-2F25-D48D094E1C71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077913"/>
            <a:ext cx="1474788" cy="1463675"/>
            <a:chOff x="262" y="1078"/>
            <a:chExt cx="929" cy="922"/>
          </a:xfrm>
        </p:grpSpPr>
        <p:sp>
          <p:nvSpPr>
            <p:cNvPr id="24139" name="Rectangle 210">
              <a:extLst>
                <a:ext uri="{FF2B5EF4-FFF2-40B4-BE49-F238E27FC236}">
                  <a16:creationId xmlns:a16="http://schemas.microsoft.com/office/drawing/2014/main" id="{120371FC-651C-B17C-8C87-989BCA94F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0" name="Rectangle 211">
              <a:extLst>
                <a:ext uri="{FF2B5EF4-FFF2-40B4-BE49-F238E27FC236}">
                  <a16:creationId xmlns:a16="http://schemas.microsoft.com/office/drawing/2014/main" id="{56806E48-A634-8F62-BD97-4C689C2CA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1" name="Rectangle 212">
              <a:extLst>
                <a:ext uri="{FF2B5EF4-FFF2-40B4-BE49-F238E27FC236}">
                  <a16:creationId xmlns:a16="http://schemas.microsoft.com/office/drawing/2014/main" id="{FF5CD8DF-4FA0-ED31-B0B1-5CE1BA2D1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2" name="Rectangle 213">
              <a:extLst>
                <a:ext uri="{FF2B5EF4-FFF2-40B4-BE49-F238E27FC236}">
                  <a16:creationId xmlns:a16="http://schemas.microsoft.com/office/drawing/2014/main" id="{6389D7C0-6F2E-5232-1D79-C0644F735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3" name="Rectangle 214">
              <a:extLst>
                <a:ext uri="{FF2B5EF4-FFF2-40B4-BE49-F238E27FC236}">
                  <a16:creationId xmlns:a16="http://schemas.microsoft.com/office/drawing/2014/main" id="{79ED3C70-54C2-A3CE-9B9D-14484D2B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4" name="Rectangle 215">
              <a:extLst>
                <a:ext uri="{FF2B5EF4-FFF2-40B4-BE49-F238E27FC236}">
                  <a16:creationId xmlns:a16="http://schemas.microsoft.com/office/drawing/2014/main" id="{781C2EED-B942-A62B-B339-E6E59AE22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5" name="Rectangle 216">
              <a:extLst>
                <a:ext uri="{FF2B5EF4-FFF2-40B4-BE49-F238E27FC236}">
                  <a16:creationId xmlns:a16="http://schemas.microsoft.com/office/drawing/2014/main" id="{EA7FA37E-E706-066A-9AD5-5B8AC3673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6" name="Rectangle 217">
              <a:extLst>
                <a:ext uri="{FF2B5EF4-FFF2-40B4-BE49-F238E27FC236}">
                  <a16:creationId xmlns:a16="http://schemas.microsoft.com/office/drawing/2014/main" id="{00C179B7-D2F6-A648-CCB3-33879D0D4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47" name="Rectangle 218">
              <a:extLst>
                <a:ext uri="{FF2B5EF4-FFF2-40B4-BE49-F238E27FC236}">
                  <a16:creationId xmlns:a16="http://schemas.microsoft.com/office/drawing/2014/main" id="{EDCD3164-AF1E-86FA-EB3E-857F5B9C3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" name="Group 219">
            <a:extLst>
              <a:ext uri="{FF2B5EF4-FFF2-40B4-BE49-F238E27FC236}">
                <a16:creationId xmlns:a16="http://schemas.microsoft.com/office/drawing/2014/main" id="{B44A5516-9E8A-F775-8957-A764EB8D4BBC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1077913"/>
            <a:ext cx="1474788" cy="1463675"/>
            <a:chOff x="262" y="1078"/>
            <a:chExt cx="929" cy="922"/>
          </a:xfrm>
        </p:grpSpPr>
        <p:sp>
          <p:nvSpPr>
            <p:cNvPr id="24130" name="Rectangle 220">
              <a:extLst>
                <a:ext uri="{FF2B5EF4-FFF2-40B4-BE49-F238E27FC236}">
                  <a16:creationId xmlns:a16="http://schemas.microsoft.com/office/drawing/2014/main" id="{392C6A71-51B7-5DA4-C3E1-441074704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1" name="Rectangle 221">
              <a:extLst>
                <a:ext uri="{FF2B5EF4-FFF2-40B4-BE49-F238E27FC236}">
                  <a16:creationId xmlns:a16="http://schemas.microsoft.com/office/drawing/2014/main" id="{71601237-0D6A-D648-CD60-7A52FED9B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2" name="Rectangle 222">
              <a:extLst>
                <a:ext uri="{FF2B5EF4-FFF2-40B4-BE49-F238E27FC236}">
                  <a16:creationId xmlns:a16="http://schemas.microsoft.com/office/drawing/2014/main" id="{9FEED73D-EC2D-2737-4767-36B8F65C8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3" name="Rectangle 223">
              <a:extLst>
                <a:ext uri="{FF2B5EF4-FFF2-40B4-BE49-F238E27FC236}">
                  <a16:creationId xmlns:a16="http://schemas.microsoft.com/office/drawing/2014/main" id="{2D2BAB8E-60FC-B0CF-DA48-6447AF3E2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4" name="Rectangle 224">
              <a:extLst>
                <a:ext uri="{FF2B5EF4-FFF2-40B4-BE49-F238E27FC236}">
                  <a16:creationId xmlns:a16="http://schemas.microsoft.com/office/drawing/2014/main" id="{4D25A4A7-7C9F-1ADA-776B-3C1C5C555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5" name="Rectangle 225">
              <a:extLst>
                <a:ext uri="{FF2B5EF4-FFF2-40B4-BE49-F238E27FC236}">
                  <a16:creationId xmlns:a16="http://schemas.microsoft.com/office/drawing/2014/main" id="{99B874BD-F511-4137-7ACE-24FDC358E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6" name="Rectangle 226">
              <a:extLst>
                <a:ext uri="{FF2B5EF4-FFF2-40B4-BE49-F238E27FC236}">
                  <a16:creationId xmlns:a16="http://schemas.microsoft.com/office/drawing/2014/main" id="{8FB009C8-C091-5102-2AB4-D5BCD0BB9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7" name="Rectangle 227">
              <a:extLst>
                <a:ext uri="{FF2B5EF4-FFF2-40B4-BE49-F238E27FC236}">
                  <a16:creationId xmlns:a16="http://schemas.microsoft.com/office/drawing/2014/main" id="{2AD9F699-B85D-5ED3-818E-D7A4F945D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38" name="Rectangle 228">
              <a:extLst>
                <a:ext uri="{FF2B5EF4-FFF2-40B4-BE49-F238E27FC236}">
                  <a16:creationId xmlns:a16="http://schemas.microsoft.com/office/drawing/2014/main" id="{5D68D576-2C28-1593-F274-DA542D15F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" name="Group 229">
            <a:extLst>
              <a:ext uri="{FF2B5EF4-FFF2-40B4-BE49-F238E27FC236}">
                <a16:creationId xmlns:a16="http://schemas.microsoft.com/office/drawing/2014/main" id="{F4659998-E17C-058A-351D-1EEC52402627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1077913"/>
            <a:ext cx="1474788" cy="1463675"/>
            <a:chOff x="262" y="1078"/>
            <a:chExt cx="929" cy="922"/>
          </a:xfrm>
        </p:grpSpPr>
        <p:sp>
          <p:nvSpPr>
            <p:cNvPr id="24121" name="Rectangle 230">
              <a:extLst>
                <a:ext uri="{FF2B5EF4-FFF2-40B4-BE49-F238E27FC236}">
                  <a16:creationId xmlns:a16="http://schemas.microsoft.com/office/drawing/2014/main" id="{A7D55AE0-2816-E64B-8A8B-E1CFA956D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2" name="Rectangle 231">
              <a:extLst>
                <a:ext uri="{FF2B5EF4-FFF2-40B4-BE49-F238E27FC236}">
                  <a16:creationId xmlns:a16="http://schemas.microsoft.com/office/drawing/2014/main" id="{91F19F34-1560-6D55-5731-118D8DBE2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3" name="Rectangle 232">
              <a:extLst>
                <a:ext uri="{FF2B5EF4-FFF2-40B4-BE49-F238E27FC236}">
                  <a16:creationId xmlns:a16="http://schemas.microsoft.com/office/drawing/2014/main" id="{0CED7673-DF26-D5B8-7E5D-6607EDC9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4" name="Rectangle 233">
              <a:extLst>
                <a:ext uri="{FF2B5EF4-FFF2-40B4-BE49-F238E27FC236}">
                  <a16:creationId xmlns:a16="http://schemas.microsoft.com/office/drawing/2014/main" id="{673F9D60-11A7-5E65-C104-D8F05C9EB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5" name="Rectangle 234">
              <a:extLst>
                <a:ext uri="{FF2B5EF4-FFF2-40B4-BE49-F238E27FC236}">
                  <a16:creationId xmlns:a16="http://schemas.microsoft.com/office/drawing/2014/main" id="{1FFBE834-A9A0-216B-9F9F-2BF9A6040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6" name="Rectangle 235">
              <a:extLst>
                <a:ext uri="{FF2B5EF4-FFF2-40B4-BE49-F238E27FC236}">
                  <a16:creationId xmlns:a16="http://schemas.microsoft.com/office/drawing/2014/main" id="{2644789C-8B14-EAC3-C90F-D12414ADB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7" name="Rectangle 236">
              <a:extLst>
                <a:ext uri="{FF2B5EF4-FFF2-40B4-BE49-F238E27FC236}">
                  <a16:creationId xmlns:a16="http://schemas.microsoft.com/office/drawing/2014/main" id="{DFC259DC-132D-E244-C6DE-B599D35A5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8" name="Rectangle 237">
              <a:extLst>
                <a:ext uri="{FF2B5EF4-FFF2-40B4-BE49-F238E27FC236}">
                  <a16:creationId xmlns:a16="http://schemas.microsoft.com/office/drawing/2014/main" id="{8DEDD503-A681-9BBB-74B0-A336E76D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9" name="Rectangle 238">
              <a:extLst>
                <a:ext uri="{FF2B5EF4-FFF2-40B4-BE49-F238E27FC236}">
                  <a16:creationId xmlns:a16="http://schemas.microsoft.com/office/drawing/2014/main" id="{95F911E2-E507-A4D7-445A-A2D5BC084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" name="Group 239">
            <a:extLst>
              <a:ext uri="{FF2B5EF4-FFF2-40B4-BE49-F238E27FC236}">
                <a16:creationId xmlns:a16="http://schemas.microsoft.com/office/drawing/2014/main" id="{A87437FD-F9AA-BE8C-A293-68213962C9F8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2071688"/>
            <a:ext cx="1474788" cy="1463675"/>
            <a:chOff x="262" y="1078"/>
            <a:chExt cx="929" cy="922"/>
          </a:xfrm>
        </p:grpSpPr>
        <p:sp>
          <p:nvSpPr>
            <p:cNvPr id="24112" name="Rectangle 240">
              <a:extLst>
                <a:ext uri="{FF2B5EF4-FFF2-40B4-BE49-F238E27FC236}">
                  <a16:creationId xmlns:a16="http://schemas.microsoft.com/office/drawing/2014/main" id="{1EA011FE-A757-8038-85E9-F7985A6EC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3" name="Rectangle 241">
              <a:extLst>
                <a:ext uri="{FF2B5EF4-FFF2-40B4-BE49-F238E27FC236}">
                  <a16:creationId xmlns:a16="http://schemas.microsoft.com/office/drawing/2014/main" id="{0126DE78-86AA-DC74-65FC-06A294689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4" name="Rectangle 242">
              <a:extLst>
                <a:ext uri="{FF2B5EF4-FFF2-40B4-BE49-F238E27FC236}">
                  <a16:creationId xmlns:a16="http://schemas.microsoft.com/office/drawing/2014/main" id="{B158DEE4-C2ED-4DE2-BB1E-C3C6C2EF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5" name="Rectangle 243">
              <a:extLst>
                <a:ext uri="{FF2B5EF4-FFF2-40B4-BE49-F238E27FC236}">
                  <a16:creationId xmlns:a16="http://schemas.microsoft.com/office/drawing/2014/main" id="{7FA9DC8C-5E13-B75D-A318-E40973065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6" name="Rectangle 244">
              <a:extLst>
                <a:ext uri="{FF2B5EF4-FFF2-40B4-BE49-F238E27FC236}">
                  <a16:creationId xmlns:a16="http://schemas.microsoft.com/office/drawing/2014/main" id="{20E41D0A-6736-33AE-ADC0-3FE986FBE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7" name="Rectangle 245">
              <a:extLst>
                <a:ext uri="{FF2B5EF4-FFF2-40B4-BE49-F238E27FC236}">
                  <a16:creationId xmlns:a16="http://schemas.microsoft.com/office/drawing/2014/main" id="{8B647BD5-2BB8-1B41-2E8B-18D6CD815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8" name="Rectangle 246">
              <a:extLst>
                <a:ext uri="{FF2B5EF4-FFF2-40B4-BE49-F238E27FC236}">
                  <a16:creationId xmlns:a16="http://schemas.microsoft.com/office/drawing/2014/main" id="{D8E95F19-EE72-72A7-AADC-E964942A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9" name="Rectangle 247">
              <a:extLst>
                <a:ext uri="{FF2B5EF4-FFF2-40B4-BE49-F238E27FC236}">
                  <a16:creationId xmlns:a16="http://schemas.microsoft.com/office/drawing/2014/main" id="{ACB41BAB-D3B5-96AB-E5CB-D0B507614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20" name="Rectangle 248">
              <a:extLst>
                <a:ext uri="{FF2B5EF4-FFF2-40B4-BE49-F238E27FC236}">
                  <a16:creationId xmlns:a16="http://schemas.microsoft.com/office/drawing/2014/main" id="{981F6932-B84A-DE4B-31AC-B90193DC8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" name="Group 249">
            <a:extLst>
              <a:ext uri="{FF2B5EF4-FFF2-40B4-BE49-F238E27FC236}">
                <a16:creationId xmlns:a16="http://schemas.microsoft.com/office/drawing/2014/main" id="{35E60413-7997-9B44-0CBD-556AA145C7A7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2071688"/>
            <a:ext cx="1474788" cy="1463675"/>
            <a:chOff x="262" y="1078"/>
            <a:chExt cx="929" cy="922"/>
          </a:xfrm>
        </p:grpSpPr>
        <p:sp>
          <p:nvSpPr>
            <p:cNvPr id="24103" name="Rectangle 250">
              <a:extLst>
                <a:ext uri="{FF2B5EF4-FFF2-40B4-BE49-F238E27FC236}">
                  <a16:creationId xmlns:a16="http://schemas.microsoft.com/office/drawing/2014/main" id="{BA053036-2B4F-88ED-97ED-695189901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4" name="Rectangle 251">
              <a:extLst>
                <a:ext uri="{FF2B5EF4-FFF2-40B4-BE49-F238E27FC236}">
                  <a16:creationId xmlns:a16="http://schemas.microsoft.com/office/drawing/2014/main" id="{8C136400-EDD6-C548-72A7-2F920294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5" name="Rectangle 252">
              <a:extLst>
                <a:ext uri="{FF2B5EF4-FFF2-40B4-BE49-F238E27FC236}">
                  <a16:creationId xmlns:a16="http://schemas.microsoft.com/office/drawing/2014/main" id="{1C128B92-8CE9-F65B-5625-FFBBCEA2C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6" name="Rectangle 253">
              <a:extLst>
                <a:ext uri="{FF2B5EF4-FFF2-40B4-BE49-F238E27FC236}">
                  <a16:creationId xmlns:a16="http://schemas.microsoft.com/office/drawing/2014/main" id="{012046D2-8452-95D9-0FA4-8368EB226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7" name="Rectangle 254">
              <a:extLst>
                <a:ext uri="{FF2B5EF4-FFF2-40B4-BE49-F238E27FC236}">
                  <a16:creationId xmlns:a16="http://schemas.microsoft.com/office/drawing/2014/main" id="{56E0FB83-2CC2-1BAF-6E6F-753428A9A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8" name="Rectangle 255">
              <a:extLst>
                <a:ext uri="{FF2B5EF4-FFF2-40B4-BE49-F238E27FC236}">
                  <a16:creationId xmlns:a16="http://schemas.microsoft.com/office/drawing/2014/main" id="{7FC4FA1F-989C-06E1-1A59-3D1AB1ECF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9" name="Rectangle 256">
              <a:extLst>
                <a:ext uri="{FF2B5EF4-FFF2-40B4-BE49-F238E27FC236}">
                  <a16:creationId xmlns:a16="http://schemas.microsoft.com/office/drawing/2014/main" id="{1A937103-4351-8727-C4B9-6DC17CC8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0" name="Rectangle 257">
              <a:extLst>
                <a:ext uri="{FF2B5EF4-FFF2-40B4-BE49-F238E27FC236}">
                  <a16:creationId xmlns:a16="http://schemas.microsoft.com/office/drawing/2014/main" id="{D32312AE-5008-FF48-2D15-47EE96765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11" name="Rectangle 258">
              <a:extLst>
                <a:ext uri="{FF2B5EF4-FFF2-40B4-BE49-F238E27FC236}">
                  <a16:creationId xmlns:a16="http://schemas.microsoft.com/office/drawing/2014/main" id="{2DCB272D-697B-EC88-3127-0166C3D6A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" name="Group 259">
            <a:extLst>
              <a:ext uri="{FF2B5EF4-FFF2-40B4-BE49-F238E27FC236}">
                <a16:creationId xmlns:a16="http://schemas.microsoft.com/office/drawing/2014/main" id="{E5D9698F-FA2F-DB46-34B3-6E9FAE557B67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2071688"/>
            <a:ext cx="1474787" cy="1463675"/>
            <a:chOff x="262" y="1078"/>
            <a:chExt cx="929" cy="922"/>
          </a:xfrm>
        </p:grpSpPr>
        <p:sp>
          <p:nvSpPr>
            <p:cNvPr id="24094" name="Rectangle 260">
              <a:extLst>
                <a:ext uri="{FF2B5EF4-FFF2-40B4-BE49-F238E27FC236}">
                  <a16:creationId xmlns:a16="http://schemas.microsoft.com/office/drawing/2014/main" id="{1052F9A9-F53D-E9CA-945C-E78AC35C7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5" name="Rectangle 261">
              <a:extLst>
                <a:ext uri="{FF2B5EF4-FFF2-40B4-BE49-F238E27FC236}">
                  <a16:creationId xmlns:a16="http://schemas.microsoft.com/office/drawing/2014/main" id="{928DF175-F94F-0602-059A-F0044B48E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6" name="Rectangle 262">
              <a:extLst>
                <a:ext uri="{FF2B5EF4-FFF2-40B4-BE49-F238E27FC236}">
                  <a16:creationId xmlns:a16="http://schemas.microsoft.com/office/drawing/2014/main" id="{F9DA1632-A55D-6E0C-6B9B-D7591DC2B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7" name="Rectangle 263">
              <a:extLst>
                <a:ext uri="{FF2B5EF4-FFF2-40B4-BE49-F238E27FC236}">
                  <a16:creationId xmlns:a16="http://schemas.microsoft.com/office/drawing/2014/main" id="{DC9D931A-B86A-4C90-024A-779B66A01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8" name="Rectangle 264">
              <a:extLst>
                <a:ext uri="{FF2B5EF4-FFF2-40B4-BE49-F238E27FC236}">
                  <a16:creationId xmlns:a16="http://schemas.microsoft.com/office/drawing/2014/main" id="{0D173BDB-A427-386E-0D27-80826472A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9" name="Rectangle 265">
              <a:extLst>
                <a:ext uri="{FF2B5EF4-FFF2-40B4-BE49-F238E27FC236}">
                  <a16:creationId xmlns:a16="http://schemas.microsoft.com/office/drawing/2014/main" id="{40162057-B3BE-FF38-6580-4B953EE3E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0" name="Rectangle 266">
              <a:extLst>
                <a:ext uri="{FF2B5EF4-FFF2-40B4-BE49-F238E27FC236}">
                  <a16:creationId xmlns:a16="http://schemas.microsoft.com/office/drawing/2014/main" id="{EAFF7677-AB01-99C4-8629-10FCAE516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1" name="Rectangle 267">
              <a:extLst>
                <a:ext uri="{FF2B5EF4-FFF2-40B4-BE49-F238E27FC236}">
                  <a16:creationId xmlns:a16="http://schemas.microsoft.com/office/drawing/2014/main" id="{88F0D3DB-FAD9-2C57-0857-74B65963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02" name="Rectangle 268">
              <a:extLst>
                <a:ext uri="{FF2B5EF4-FFF2-40B4-BE49-F238E27FC236}">
                  <a16:creationId xmlns:a16="http://schemas.microsoft.com/office/drawing/2014/main" id="{6A563BB7-4681-2DC1-091B-168211A0C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" name="Group 269">
            <a:extLst>
              <a:ext uri="{FF2B5EF4-FFF2-40B4-BE49-F238E27FC236}">
                <a16:creationId xmlns:a16="http://schemas.microsoft.com/office/drawing/2014/main" id="{7D9785B3-40D8-5C2B-8BDB-0C56C9B68ABF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2071688"/>
            <a:ext cx="1474787" cy="1463675"/>
            <a:chOff x="262" y="1078"/>
            <a:chExt cx="929" cy="922"/>
          </a:xfrm>
        </p:grpSpPr>
        <p:sp>
          <p:nvSpPr>
            <p:cNvPr id="24085" name="Rectangle 270">
              <a:extLst>
                <a:ext uri="{FF2B5EF4-FFF2-40B4-BE49-F238E27FC236}">
                  <a16:creationId xmlns:a16="http://schemas.microsoft.com/office/drawing/2014/main" id="{C51D65D7-05D3-8D66-8EBB-ADBBE4CC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6" name="Rectangle 271">
              <a:extLst>
                <a:ext uri="{FF2B5EF4-FFF2-40B4-BE49-F238E27FC236}">
                  <a16:creationId xmlns:a16="http://schemas.microsoft.com/office/drawing/2014/main" id="{3F24D4B0-1524-3233-1542-64A5272F0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7" name="Rectangle 272">
              <a:extLst>
                <a:ext uri="{FF2B5EF4-FFF2-40B4-BE49-F238E27FC236}">
                  <a16:creationId xmlns:a16="http://schemas.microsoft.com/office/drawing/2014/main" id="{96821885-BC86-F409-EDCA-BAB435DFD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8" name="Rectangle 273">
              <a:extLst>
                <a:ext uri="{FF2B5EF4-FFF2-40B4-BE49-F238E27FC236}">
                  <a16:creationId xmlns:a16="http://schemas.microsoft.com/office/drawing/2014/main" id="{ACBB6DC4-29BF-31F8-AD40-51BA5F1CB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9" name="Rectangle 274">
              <a:extLst>
                <a:ext uri="{FF2B5EF4-FFF2-40B4-BE49-F238E27FC236}">
                  <a16:creationId xmlns:a16="http://schemas.microsoft.com/office/drawing/2014/main" id="{85DEAD29-C468-33E4-72EE-6C1BD76A7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0" name="Rectangle 275">
              <a:extLst>
                <a:ext uri="{FF2B5EF4-FFF2-40B4-BE49-F238E27FC236}">
                  <a16:creationId xmlns:a16="http://schemas.microsoft.com/office/drawing/2014/main" id="{B6EECB5A-2505-203A-F8F3-8652E7353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1" name="Rectangle 276">
              <a:extLst>
                <a:ext uri="{FF2B5EF4-FFF2-40B4-BE49-F238E27FC236}">
                  <a16:creationId xmlns:a16="http://schemas.microsoft.com/office/drawing/2014/main" id="{AAFBDB8D-29BF-5140-8933-0B567BC1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2" name="Rectangle 277">
              <a:extLst>
                <a:ext uri="{FF2B5EF4-FFF2-40B4-BE49-F238E27FC236}">
                  <a16:creationId xmlns:a16="http://schemas.microsoft.com/office/drawing/2014/main" id="{7D3D3FF6-7210-3F2F-64F8-1C5E0A954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93" name="Rectangle 278">
              <a:extLst>
                <a:ext uri="{FF2B5EF4-FFF2-40B4-BE49-F238E27FC236}">
                  <a16:creationId xmlns:a16="http://schemas.microsoft.com/office/drawing/2014/main" id="{F67C4E23-83FB-8C97-F824-9E588B2EC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4" name="Group 279">
            <a:extLst>
              <a:ext uri="{FF2B5EF4-FFF2-40B4-BE49-F238E27FC236}">
                <a16:creationId xmlns:a16="http://schemas.microsoft.com/office/drawing/2014/main" id="{876FA57D-2FBB-F602-A58C-F7993338B02E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2071688"/>
            <a:ext cx="1474787" cy="1463675"/>
            <a:chOff x="262" y="1078"/>
            <a:chExt cx="929" cy="922"/>
          </a:xfrm>
        </p:grpSpPr>
        <p:sp>
          <p:nvSpPr>
            <p:cNvPr id="24076" name="Rectangle 280">
              <a:extLst>
                <a:ext uri="{FF2B5EF4-FFF2-40B4-BE49-F238E27FC236}">
                  <a16:creationId xmlns:a16="http://schemas.microsoft.com/office/drawing/2014/main" id="{93B1579C-C7D1-C83B-D82B-ECCBE0D84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7" name="Rectangle 281">
              <a:extLst>
                <a:ext uri="{FF2B5EF4-FFF2-40B4-BE49-F238E27FC236}">
                  <a16:creationId xmlns:a16="http://schemas.microsoft.com/office/drawing/2014/main" id="{09129F3C-7ACC-29B5-FE95-DC24A627F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8" name="Rectangle 282">
              <a:extLst>
                <a:ext uri="{FF2B5EF4-FFF2-40B4-BE49-F238E27FC236}">
                  <a16:creationId xmlns:a16="http://schemas.microsoft.com/office/drawing/2014/main" id="{16C2070F-A7D4-335C-DDA4-65B681AC7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9" name="Rectangle 283">
              <a:extLst>
                <a:ext uri="{FF2B5EF4-FFF2-40B4-BE49-F238E27FC236}">
                  <a16:creationId xmlns:a16="http://schemas.microsoft.com/office/drawing/2014/main" id="{376F684C-5BCD-8610-EBD5-C4DF4627C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0" name="Rectangle 284">
              <a:extLst>
                <a:ext uri="{FF2B5EF4-FFF2-40B4-BE49-F238E27FC236}">
                  <a16:creationId xmlns:a16="http://schemas.microsoft.com/office/drawing/2014/main" id="{CF74A9ED-D324-5E80-A483-7DCFBBB59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1" name="Rectangle 285">
              <a:extLst>
                <a:ext uri="{FF2B5EF4-FFF2-40B4-BE49-F238E27FC236}">
                  <a16:creationId xmlns:a16="http://schemas.microsoft.com/office/drawing/2014/main" id="{B947F61E-9D40-0A29-28A1-51C58D8DC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2" name="Rectangle 286">
              <a:extLst>
                <a:ext uri="{FF2B5EF4-FFF2-40B4-BE49-F238E27FC236}">
                  <a16:creationId xmlns:a16="http://schemas.microsoft.com/office/drawing/2014/main" id="{912ABDDA-7DA1-91A8-4C0A-C657ABF92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3" name="Rectangle 287">
              <a:extLst>
                <a:ext uri="{FF2B5EF4-FFF2-40B4-BE49-F238E27FC236}">
                  <a16:creationId xmlns:a16="http://schemas.microsoft.com/office/drawing/2014/main" id="{B2278925-86A9-8F73-AE59-29DB98BA5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84" name="Rectangle 288">
              <a:extLst>
                <a:ext uri="{FF2B5EF4-FFF2-40B4-BE49-F238E27FC236}">
                  <a16:creationId xmlns:a16="http://schemas.microsoft.com/office/drawing/2014/main" id="{A021BD90-C91C-FD58-91D9-58969492F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5" name="Group 289">
            <a:extLst>
              <a:ext uri="{FF2B5EF4-FFF2-40B4-BE49-F238E27FC236}">
                <a16:creationId xmlns:a16="http://schemas.microsoft.com/office/drawing/2014/main" id="{8F0E9B7C-F865-9501-72A0-E985FEA9FC5D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2071688"/>
            <a:ext cx="1474788" cy="1463675"/>
            <a:chOff x="262" y="1078"/>
            <a:chExt cx="929" cy="922"/>
          </a:xfrm>
        </p:grpSpPr>
        <p:sp>
          <p:nvSpPr>
            <p:cNvPr id="24067" name="Rectangle 290">
              <a:extLst>
                <a:ext uri="{FF2B5EF4-FFF2-40B4-BE49-F238E27FC236}">
                  <a16:creationId xmlns:a16="http://schemas.microsoft.com/office/drawing/2014/main" id="{1F6327D2-96B9-7B0A-9E83-0B17F43DD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8" name="Rectangle 291">
              <a:extLst>
                <a:ext uri="{FF2B5EF4-FFF2-40B4-BE49-F238E27FC236}">
                  <a16:creationId xmlns:a16="http://schemas.microsoft.com/office/drawing/2014/main" id="{731C427A-A80D-2F17-C629-F1F03D435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9" name="Rectangle 292">
              <a:extLst>
                <a:ext uri="{FF2B5EF4-FFF2-40B4-BE49-F238E27FC236}">
                  <a16:creationId xmlns:a16="http://schemas.microsoft.com/office/drawing/2014/main" id="{96CE52AE-62D3-DD08-1003-41224DA25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0" name="Rectangle 293">
              <a:extLst>
                <a:ext uri="{FF2B5EF4-FFF2-40B4-BE49-F238E27FC236}">
                  <a16:creationId xmlns:a16="http://schemas.microsoft.com/office/drawing/2014/main" id="{F3639284-4A33-FFE2-A6D2-0E318EBC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1" name="Rectangle 294">
              <a:extLst>
                <a:ext uri="{FF2B5EF4-FFF2-40B4-BE49-F238E27FC236}">
                  <a16:creationId xmlns:a16="http://schemas.microsoft.com/office/drawing/2014/main" id="{0209D53F-8E37-7F4B-A13B-9433A278D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2" name="Rectangle 295">
              <a:extLst>
                <a:ext uri="{FF2B5EF4-FFF2-40B4-BE49-F238E27FC236}">
                  <a16:creationId xmlns:a16="http://schemas.microsoft.com/office/drawing/2014/main" id="{D49F3BC5-72F5-76C3-8721-4FFE2CA82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3" name="Rectangle 296">
              <a:extLst>
                <a:ext uri="{FF2B5EF4-FFF2-40B4-BE49-F238E27FC236}">
                  <a16:creationId xmlns:a16="http://schemas.microsoft.com/office/drawing/2014/main" id="{B8938B23-41E1-A9B4-5615-62516B09C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4" name="Rectangle 297">
              <a:extLst>
                <a:ext uri="{FF2B5EF4-FFF2-40B4-BE49-F238E27FC236}">
                  <a16:creationId xmlns:a16="http://schemas.microsoft.com/office/drawing/2014/main" id="{78A1ECE3-3F22-35BB-D1EB-01FAC1918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75" name="Rectangle 298">
              <a:extLst>
                <a:ext uri="{FF2B5EF4-FFF2-40B4-BE49-F238E27FC236}">
                  <a16:creationId xmlns:a16="http://schemas.microsoft.com/office/drawing/2014/main" id="{CE81FBA4-4348-AA3C-1D01-9727B8829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" name="Group 299">
            <a:extLst>
              <a:ext uri="{FF2B5EF4-FFF2-40B4-BE49-F238E27FC236}">
                <a16:creationId xmlns:a16="http://schemas.microsoft.com/office/drawing/2014/main" id="{570CC7B5-FC52-477D-C87C-4C232F4DA101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2071688"/>
            <a:ext cx="1474788" cy="1463675"/>
            <a:chOff x="262" y="1078"/>
            <a:chExt cx="929" cy="922"/>
          </a:xfrm>
        </p:grpSpPr>
        <p:sp>
          <p:nvSpPr>
            <p:cNvPr id="24058" name="Rectangle 300">
              <a:extLst>
                <a:ext uri="{FF2B5EF4-FFF2-40B4-BE49-F238E27FC236}">
                  <a16:creationId xmlns:a16="http://schemas.microsoft.com/office/drawing/2014/main" id="{0C0280A1-E61A-C701-3DC6-4C763B288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9" name="Rectangle 301">
              <a:extLst>
                <a:ext uri="{FF2B5EF4-FFF2-40B4-BE49-F238E27FC236}">
                  <a16:creationId xmlns:a16="http://schemas.microsoft.com/office/drawing/2014/main" id="{2C839D92-C40F-899B-EA8E-8AEAF6A87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0" name="Rectangle 302">
              <a:extLst>
                <a:ext uri="{FF2B5EF4-FFF2-40B4-BE49-F238E27FC236}">
                  <a16:creationId xmlns:a16="http://schemas.microsoft.com/office/drawing/2014/main" id="{07270918-5B5D-1506-098C-05B468E3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1" name="Rectangle 303">
              <a:extLst>
                <a:ext uri="{FF2B5EF4-FFF2-40B4-BE49-F238E27FC236}">
                  <a16:creationId xmlns:a16="http://schemas.microsoft.com/office/drawing/2014/main" id="{19675C11-ED96-0EC3-9F1E-95F437C61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2" name="Rectangle 304">
              <a:extLst>
                <a:ext uri="{FF2B5EF4-FFF2-40B4-BE49-F238E27FC236}">
                  <a16:creationId xmlns:a16="http://schemas.microsoft.com/office/drawing/2014/main" id="{C5B01628-760F-BAC9-0E0D-4C74EDDFD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3" name="Rectangle 305">
              <a:extLst>
                <a:ext uri="{FF2B5EF4-FFF2-40B4-BE49-F238E27FC236}">
                  <a16:creationId xmlns:a16="http://schemas.microsoft.com/office/drawing/2014/main" id="{7BA15615-FA9D-4842-43CD-53EF917D1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4" name="Rectangle 306">
              <a:extLst>
                <a:ext uri="{FF2B5EF4-FFF2-40B4-BE49-F238E27FC236}">
                  <a16:creationId xmlns:a16="http://schemas.microsoft.com/office/drawing/2014/main" id="{CBFFA243-B371-CFC1-C716-772D41819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5" name="Rectangle 307">
              <a:extLst>
                <a:ext uri="{FF2B5EF4-FFF2-40B4-BE49-F238E27FC236}">
                  <a16:creationId xmlns:a16="http://schemas.microsoft.com/office/drawing/2014/main" id="{330657D2-4B1D-9018-9F11-3E63965B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66" name="Rectangle 308">
              <a:extLst>
                <a:ext uri="{FF2B5EF4-FFF2-40B4-BE49-F238E27FC236}">
                  <a16:creationId xmlns:a16="http://schemas.microsoft.com/office/drawing/2014/main" id="{522908B8-B7C2-5D8F-D619-57B400A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7" name="Group 309">
            <a:extLst>
              <a:ext uri="{FF2B5EF4-FFF2-40B4-BE49-F238E27FC236}">
                <a16:creationId xmlns:a16="http://schemas.microsoft.com/office/drawing/2014/main" id="{3D932E7D-AEE6-7DA9-E6C5-1D00D74B4187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2071688"/>
            <a:ext cx="1474788" cy="1463675"/>
            <a:chOff x="262" y="1078"/>
            <a:chExt cx="929" cy="922"/>
          </a:xfrm>
        </p:grpSpPr>
        <p:sp>
          <p:nvSpPr>
            <p:cNvPr id="24049" name="Rectangle 310">
              <a:extLst>
                <a:ext uri="{FF2B5EF4-FFF2-40B4-BE49-F238E27FC236}">
                  <a16:creationId xmlns:a16="http://schemas.microsoft.com/office/drawing/2014/main" id="{61233802-4090-3B3E-85BC-B104500C9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0" name="Rectangle 311">
              <a:extLst>
                <a:ext uri="{FF2B5EF4-FFF2-40B4-BE49-F238E27FC236}">
                  <a16:creationId xmlns:a16="http://schemas.microsoft.com/office/drawing/2014/main" id="{8E397AA6-D888-8F1A-32D0-FBF53C5BB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1" name="Rectangle 312">
              <a:extLst>
                <a:ext uri="{FF2B5EF4-FFF2-40B4-BE49-F238E27FC236}">
                  <a16:creationId xmlns:a16="http://schemas.microsoft.com/office/drawing/2014/main" id="{63EC89A4-C766-9757-6FBC-09061F7D5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2" name="Rectangle 313">
              <a:extLst>
                <a:ext uri="{FF2B5EF4-FFF2-40B4-BE49-F238E27FC236}">
                  <a16:creationId xmlns:a16="http://schemas.microsoft.com/office/drawing/2014/main" id="{D5625F4B-6E8E-16B6-9BEA-CB8885C7D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3" name="Rectangle 314">
              <a:extLst>
                <a:ext uri="{FF2B5EF4-FFF2-40B4-BE49-F238E27FC236}">
                  <a16:creationId xmlns:a16="http://schemas.microsoft.com/office/drawing/2014/main" id="{6D003CBA-28D0-EAA9-F566-9E69B4B2C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4" name="Rectangle 315">
              <a:extLst>
                <a:ext uri="{FF2B5EF4-FFF2-40B4-BE49-F238E27FC236}">
                  <a16:creationId xmlns:a16="http://schemas.microsoft.com/office/drawing/2014/main" id="{F40538AA-EC34-6261-B5A7-92E6692DC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5" name="Rectangle 316">
              <a:extLst>
                <a:ext uri="{FF2B5EF4-FFF2-40B4-BE49-F238E27FC236}">
                  <a16:creationId xmlns:a16="http://schemas.microsoft.com/office/drawing/2014/main" id="{E567FEBF-E80C-9D74-1948-63AB3E705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6" name="Rectangle 317">
              <a:extLst>
                <a:ext uri="{FF2B5EF4-FFF2-40B4-BE49-F238E27FC236}">
                  <a16:creationId xmlns:a16="http://schemas.microsoft.com/office/drawing/2014/main" id="{B8F17007-8989-27EB-DA0F-98195C06F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57" name="Rectangle 318">
              <a:extLst>
                <a:ext uri="{FF2B5EF4-FFF2-40B4-BE49-F238E27FC236}">
                  <a16:creationId xmlns:a16="http://schemas.microsoft.com/office/drawing/2014/main" id="{2EF3E0A7-60AB-98B5-0C9C-E451D2FAF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8" name="Group 319">
            <a:extLst>
              <a:ext uri="{FF2B5EF4-FFF2-40B4-BE49-F238E27FC236}">
                <a16:creationId xmlns:a16="http://schemas.microsoft.com/office/drawing/2014/main" id="{4FB3983B-1E28-2DAD-E152-DC99960BC2BC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2554288"/>
            <a:ext cx="1474788" cy="1463675"/>
            <a:chOff x="262" y="1078"/>
            <a:chExt cx="929" cy="922"/>
          </a:xfrm>
        </p:grpSpPr>
        <p:sp>
          <p:nvSpPr>
            <p:cNvPr id="24040" name="Rectangle 320">
              <a:extLst>
                <a:ext uri="{FF2B5EF4-FFF2-40B4-BE49-F238E27FC236}">
                  <a16:creationId xmlns:a16="http://schemas.microsoft.com/office/drawing/2014/main" id="{B78C1DAA-2802-80FA-E7EB-AE65ADBA8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1" name="Rectangle 321">
              <a:extLst>
                <a:ext uri="{FF2B5EF4-FFF2-40B4-BE49-F238E27FC236}">
                  <a16:creationId xmlns:a16="http://schemas.microsoft.com/office/drawing/2014/main" id="{76F3A2F0-2B01-E36C-F361-F65A45AED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2" name="Rectangle 322">
              <a:extLst>
                <a:ext uri="{FF2B5EF4-FFF2-40B4-BE49-F238E27FC236}">
                  <a16:creationId xmlns:a16="http://schemas.microsoft.com/office/drawing/2014/main" id="{AFC55201-00A8-BB8C-FD03-77A93B33C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3" name="Rectangle 323">
              <a:extLst>
                <a:ext uri="{FF2B5EF4-FFF2-40B4-BE49-F238E27FC236}">
                  <a16:creationId xmlns:a16="http://schemas.microsoft.com/office/drawing/2014/main" id="{635DB6B5-35B2-A622-CD55-47E4544A2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4" name="Rectangle 324">
              <a:extLst>
                <a:ext uri="{FF2B5EF4-FFF2-40B4-BE49-F238E27FC236}">
                  <a16:creationId xmlns:a16="http://schemas.microsoft.com/office/drawing/2014/main" id="{BF41D4CD-2583-1B18-7236-99FDC078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5" name="Rectangle 325">
              <a:extLst>
                <a:ext uri="{FF2B5EF4-FFF2-40B4-BE49-F238E27FC236}">
                  <a16:creationId xmlns:a16="http://schemas.microsoft.com/office/drawing/2014/main" id="{33CD4FB7-6373-E020-A84B-F73A0378E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6" name="Rectangle 326">
              <a:extLst>
                <a:ext uri="{FF2B5EF4-FFF2-40B4-BE49-F238E27FC236}">
                  <a16:creationId xmlns:a16="http://schemas.microsoft.com/office/drawing/2014/main" id="{962008A0-09D8-B7D5-E57B-71B7E6E9B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7" name="Rectangle 327">
              <a:extLst>
                <a:ext uri="{FF2B5EF4-FFF2-40B4-BE49-F238E27FC236}">
                  <a16:creationId xmlns:a16="http://schemas.microsoft.com/office/drawing/2014/main" id="{FB5D33D1-46B0-0F35-626D-83B0543E4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48" name="Rectangle 328">
              <a:extLst>
                <a:ext uri="{FF2B5EF4-FFF2-40B4-BE49-F238E27FC236}">
                  <a16:creationId xmlns:a16="http://schemas.microsoft.com/office/drawing/2014/main" id="{FA52725A-5F8F-5EC9-8651-FE1384437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" name="Group 329">
            <a:extLst>
              <a:ext uri="{FF2B5EF4-FFF2-40B4-BE49-F238E27FC236}">
                <a16:creationId xmlns:a16="http://schemas.microsoft.com/office/drawing/2014/main" id="{F019AE1A-A02B-238E-7920-ED3B61B51C58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2554288"/>
            <a:ext cx="1474788" cy="1463675"/>
            <a:chOff x="262" y="1078"/>
            <a:chExt cx="929" cy="922"/>
          </a:xfrm>
        </p:grpSpPr>
        <p:sp>
          <p:nvSpPr>
            <p:cNvPr id="24031" name="Rectangle 330">
              <a:extLst>
                <a:ext uri="{FF2B5EF4-FFF2-40B4-BE49-F238E27FC236}">
                  <a16:creationId xmlns:a16="http://schemas.microsoft.com/office/drawing/2014/main" id="{CE326EB9-5FB0-2943-6915-81AC905F3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2" name="Rectangle 331">
              <a:extLst>
                <a:ext uri="{FF2B5EF4-FFF2-40B4-BE49-F238E27FC236}">
                  <a16:creationId xmlns:a16="http://schemas.microsoft.com/office/drawing/2014/main" id="{5AF1482C-B75C-487E-01F9-0182E03AF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3" name="Rectangle 332">
              <a:extLst>
                <a:ext uri="{FF2B5EF4-FFF2-40B4-BE49-F238E27FC236}">
                  <a16:creationId xmlns:a16="http://schemas.microsoft.com/office/drawing/2014/main" id="{3EB94EFA-EF5E-A2D1-A553-C114FBA22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4" name="Rectangle 333">
              <a:extLst>
                <a:ext uri="{FF2B5EF4-FFF2-40B4-BE49-F238E27FC236}">
                  <a16:creationId xmlns:a16="http://schemas.microsoft.com/office/drawing/2014/main" id="{BBACEFE7-2155-AE30-0045-2CC889F0E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5" name="Rectangle 334">
              <a:extLst>
                <a:ext uri="{FF2B5EF4-FFF2-40B4-BE49-F238E27FC236}">
                  <a16:creationId xmlns:a16="http://schemas.microsoft.com/office/drawing/2014/main" id="{ECE7D274-E20F-6500-A749-2D9F6BD1C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6" name="Rectangle 335">
              <a:extLst>
                <a:ext uri="{FF2B5EF4-FFF2-40B4-BE49-F238E27FC236}">
                  <a16:creationId xmlns:a16="http://schemas.microsoft.com/office/drawing/2014/main" id="{73E2A8EC-7AAF-34F7-4AD0-BC9A7C0FB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7" name="Rectangle 336">
              <a:extLst>
                <a:ext uri="{FF2B5EF4-FFF2-40B4-BE49-F238E27FC236}">
                  <a16:creationId xmlns:a16="http://schemas.microsoft.com/office/drawing/2014/main" id="{A8DD945C-7A0A-EFFD-B628-E13BCDAA8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8" name="Rectangle 337">
              <a:extLst>
                <a:ext uri="{FF2B5EF4-FFF2-40B4-BE49-F238E27FC236}">
                  <a16:creationId xmlns:a16="http://schemas.microsoft.com/office/drawing/2014/main" id="{AEC49B62-9A0A-2129-6065-2B4CFBFB6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9" name="Rectangle 338">
              <a:extLst>
                <a:ext uri="{FF2B5EF4-FFF2-40B4-BE49-F238E27FC236}">
                  <a16:creationId xmlns:a16="http://schemas.microsoft.com/office/drawing/2014/main" id="{EE3960AD-4492-CC1D-6B5C-A6F2FC970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0" name="Group 339">
            <a:extLst>
              <a:ext uri="{FF2B5EF4-FFF2-40B4-BE49-F238E27FC236}">
                <a16:creationId xmlns:a16="http://schemas.microsoft.com/office/drawing/2014/main" id="{51DC4E19-20E5-3B88-0ADE-4E54FA98CF6A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2554288"/>
            <a:ext cx="1474787" cy="1463675"/>
            <a:chOff x="262" y="1078"/>
            <a:chExt cx="929" cy="922"/>
          </a:xfrm>
        </p:grpSpPr>
        <p:sp>
          <p:nvSpPr>
            <p:cNvPr id="24022" name="Rectangle 340">
              <a:extLst>
                <a:ext uri="{FF2B5EF4-FFF2-40B4-BE49-F238E27FC236}">
                  <a16:creationId xmlns:a16="http://schemas.microsoft.com/office/drawing/2014/main" id="{831CFF46-BDF2-ED17-6722-D18878A5F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3" name="Rectangle 341">
              <a:extLst>
                <a:ext uri="{FF2B5EF4-FFF2-40B4-BE49-F238E27FC236}">
                  <a16:creationId xmlns:a16="http://schemas.microsoft.com/office/drawing/2014/main" id="{CB3B5BBE-7C18-9F8E-4083-0CFFE000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4" name="Rectangle 342">
              <a:extLst>
                <a:ext uri="{FF2B5EF4-FFF2-40B4-BE49-F238E27FC236}">
                  <a16:creationId xmlns:a16="http://schemas.microsoft.com/office/drawing/2014/main" id="{19A74167-69D4-699A-6BE8-47B299606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5" name="Rectangle 343">
              <a:extLst>
                <a:ext uri="{FF2B5EF4-FFF2-40B4-BE49-F238E27FC236}">
                  <a16:creationId xmlns:a16="http://schemas.microsoft.com/office/drawing/2014/main" id="{6DF0C089-95FC-595A-6C1F-D0363BAE4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6" name="Rectangle 344">
              <a:extLst>
                <a:ext uri="{FF2B5EF4-FFF2-40B4-BE49-F238E27FC236}">
                  <a16:creationId xmlns:a16="http://schemas.microsoft.com/office/drawing/2014/main" id="{009AFF63-C244-F996-E683-169CB95F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7" name="Rectangle 345">
              <a:extLst>
                <a:ext uri="{FF2B5EF4-FFF2-40B4-BE49-F238E27FC236}">
                  <a16:creationId xmlns:a16="http://schemas.microsoft.com/office/drawing/2014/main" id="{8DF751FC-1108-A8F7-5F86-B46B339C7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8" name="Rectangle 346">
              <a:extLst>
                <a:ext uri="{FF2B5EF4-FFF2-40B4-BE49-F238E27FC236}">
                  <a16:creationId xmlns:a16="http://schemas.microsoft.com/office/drawing/2014/main" id="{F9597008-5E74-CE9C-7C09-CE152C44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9" name="Rectangle 347">
              <a:extLst>
                <a:ext uri="{FF2B5EF4-FFF2-40B4-BE49-F238E27FC236}">
                  <a16:creationId xmlns:a16="http://schemas.microsoft.com/office/drawing/2014/main" id="{965161E4-141B-629C-B9C2-43FE51165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30" name="Rectangle 348">
              <a:extLst>
                <a:ext uri="{FF2B5EF4-FFF2-40B4-BE49-F238E27FC236}">
                  <a16:creationId xmlns:a16="http://schemas.microsoft.com/office/drawing/2014/main" id="{8C0704F1-F173-CC9A-9BD6-0683A3DE3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1" name="Group 349">
            <a:extLst>
              <a:ext uri="{FF2B5EF4-FFF2-40B4-BE49-F238E27FC236}">
                <a16:creationId xmlns:a16="http://schemas.microsoft.com/office/drawing/2014/main" id="{DC4F4E2C-B23B-B996-6A3D-C0F62553F4DA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2554288"/>
            <a:ext cx="1474787" cy="1463675"/>
            <a:chOff x="262" y="1078"/>
            <a:chExt cx="929" cy="922"/>
          </a:xfrm>
        </p:grpSpPr>
        <p:sp>
          <p:nvSpPr>
            <p:cNvPr id="24013" name="Rectangle 350">
              <a:extLst>
                <a:ext uri="{FF2B5EF4-FFF2-40B4-BE49-F238E27FC236}">
                  <a16:creationId xmlns:a16="http://schemas.microsoft.com/office/drawing/2014/main" id="{8989E3E7-9279-6DB5-226F-939E7DDB9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4" name="Rectangle 351">
              <a:extLst>
                <a:ext uri="{FF2B5EF4-FFF2-40B4-BE49-F238E27FC236}">
                  <a16:creationId xmlns:a16="http://schemas.microsoft.com/office/drawing/2014/main" id="{84A2E4E0-0113-2A02-75FB-5AF0F803D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5" name="Rectangle 352">
              <a:extLst>
                <a:ext uri="{FF2B5EF4-FFF2-40B4-BE49-F238E27FC236}">
                  <a16:creationId xmlns:a16="http://schemas.microsoft.com/office/drawing/2014/main" id="{0C0CAA97-150A-EB6D-FC35-D3D9171BC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6" name="Rectangle 353">
              <a:extLst>
                <a:ext uri="{FF2B5EF4-FFF2-40B4-BE49-F238E27FC236}">
                  <a16:creationId xmlns:a16="http://schemas.microsoft.com/office/drawing/2014/main" id="{E646D84F-09A7-0AAD-F021-67FDE5CA4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7" name="Rectangle 354">
              <a:extLst>
                <a:ext uri="{FF2B5EF4-FFF2-40B4-BE49-F238E27FC236}">
                  <a16:creationId xmlns:a16="http://schemas.microsoft.com/office/drawing/2014/main" id="{2AA0D09B-D55A-875E-1CAF-79A90EA38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8" name="Rectangle 355">
              <a:extLst>
                <a:ext uri="{FF2B5EF4-FFF2-40B4-BE49-F238E27FC236}">
                  <a16:creationId xmlns:a16="http://schemas.microsoft.com/office/drawing/2014/main" id="{46C5D4C4-6C5C-95E8-3FDE-BB100181B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9" name="Rectangle 356">
              <a:extLst>
                <a:ext uri="{FF2B5EF4-FFF2-40B4-BE49-F238E27FC236}">
                  <a16:creationId xmlns:a16="http://schemas.microsoft.com/office/drawing/2014/main" id="{C9184C66-E6E3-6F41-8C34-C555020EB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0" name="Rectangle 357">
              <a:extLst>
                <a:ext uri="{FF2B5EF4-FFF2-40B4-BE49-F238E27FC236}">
                  <a16:creationId xmlns:a16="http://schemas.microsoft.com/office/drawing/2014/main" id="{3811947C-2C08-08B9-F264-025201002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21" name="Rectangle 358">
              <a:extLst>
                <a:ext uri="{FF2B5EF4-FFF2-40B4-BE49-F238E27FC236}">
                  <a16:creationId xmlns:a16="http://schemas.microsoft.com/office/drawing/2014/main" id="{3B74566E-3F12-0014-962D-30B8285D1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68" name="Group 359">
            <a:extLst>
              <a:ext uri="{FF2B5EF4-FFF2-40B4-BE49-F238E27FC236}">
                <a16:creationId xmlns:a16="http://schemas.microsoft.com/office/drawing/2014/main" id="{9117CB60-8309-F630-7A84-A71A7541A9EC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2554288"/>
            <a:ext cx="1474787" cy="1463675"/>
            <a:chOff x="262" y="1078"/>
            <a:chExt cx="929" cy="922"/>
          </a:xfrm>
        </p:grpSpPr>
        <p:sp>
          <p:nvSpPr>
            <p:cNvPr id="24004" name="Rectangle 360">
              <a:extLst>
                <a:ext uri="{FF2B5EF4-FFF2-40B4-BE49-F238E27FC236}">
                  <a16:creationId xmlns:a16="http://schemas.microsoft.com/office/drawing/2014/main" id="{FF2EE956-7C18-276A-CC30-CAA954127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5" name="Rectangle 361">
              <a:extLst>
                <a:ext uri="{FF2B5EF4-FFF2-40B4-BE49-F238E27FC236}">
                  <a16:creationId xmlns:a16="http://schemas.microsoft.com/office/drawing/2014/main" id="{F63DAE38-1A39-E7BD-9385-F9030D96D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6" name="Rectangle 362">
              <a:extLst>
                <a:ext uri="{FF2B5EF4-FFF2-40B4-BE49-F238E27FC236}">
                  <a16:creationId xmlns:a16="http://schemas.microsoft.com/office/drawing/2014/main" id="{55993C37-FB99-6518-6310-200CB4B04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7" name="Rectangle 363">
              <a:extLst>
                <a:ext uri="{FF2B5EF4-FFF2-40B4-BE49-F238E27FC236}">
                  <a16:creationId xmlns:a16="http://schemas.microsoft.com/office/drawing/2014/main" id="{DAFA11B7-4A94-E4FD-EC84-7F91B42E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8" name="Rectangle 364">
              <a:extLst>
                <a:ext uri="{FF2B5EF4-FFF2-40B4-BE49-F238E27FC236}">
                  <a16:creationId xmlns:a16="http://schemas.microsoft.com/office/drawing/2014/main" id="{ED1F2D7F-060B-E1BA-DDE1-3194B22A0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9" name="Rectangle 365">
              <a:extLst>
                <a:ext uri="{FF2B5EF4-FFF2-40B4-BE49-F238E27FC236}">
                  <a16:creationId xmlns:a16="http://schemas.microsoft.com/office/drawing/2014/main" id="{E739767C-595D-79C5-0DC6-780311564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0" name="Rectangle 366">
              <a:extLst>
                <a:ext uri="{FF2B5EF4-FFF2-40B4-BE49-F238E27FC236}">
                  <a16:creationId xmlns:a16="http://schemas.microsoft.com/office/drawing/2014/main" id="{4D74E747-E815-6FC7-D7D9-57E2CCCEA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1" name="Rectangle 367">
              <a:extLst>
                <a:ext uri="{FF2B5EF4-FFF2-40B4-BE49-F238E27FC236}">
                  <a16:creationId xmlns:a16="http://schemas.microsoft.com/office/drawing/2014/main" id="{8441670D-7811-8D1F-3B57-B633DB98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12" name="Rectangle 368">
              <a:extLst>
                <a:ext uri="{FF2B5EF4-FFF2-40B4-BE49-F238E27FC236}">
                  <a16:creationId xmlns:a16="http://schemas.microsoft.com/office/drawing/2014/main" id="{E9F5E49A-F8E9-3DF7-A3FF-488FC0A18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69" name="Group 369">
            <a:extLst>
              <a:ext uri="{FF2B5EF4-FFF2-40B4-BE49-F238E27FC236}">
                <a16:creationId xmlns:a16="http://schemas.microsoft.com/office/drawing/2014/main" id="{6AE56ECD-2941-FDC6-EF7C-335881D1F2A3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2554288"/>
            <a:ext cx="1474788" cy="1463675"/>
            <a:chOff x="262" y="1078"/>
            <a:chExt cx="929" cy="922"/>
          </a:xfrm>
        </p:grpSpPr>
        <p:sp>
          <p:nvSpPr>
            <p:cNvPr id="23995" name="Rectangle 370">
              <a:extLst>
                <a:ext uri="{FF2B5EF4-FFF2-40B4-BE49-F238E27FC236}">
                  <a16:creationId xmlns:a16="http://schemas.microsoft.com/office/drawing/2014/main" id="{2252143F-8D1F-2933-4392-14BCD2D6D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6" name="Rectangle 371">
              <a:extLst>
                <a:ext uri="{FF2B5EF4-FFF2-40B4-BE49-F238E27FC236}">
                  <a16:creationId xmlns:a16="http://schemas.microsoft.com/office/drawing/2014/main" id="{E44A756E-2D40-7881-D995-F3F080178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7" name="Rectangle 372">
              <a:extLst>
                <a:ext uri="{FF2B5EF4-FFF2-40B4-BE49-F238E27FC236}">
                  <a16:creationId xmlns:a16="http://schemas.microsoft.com/office/drawing/2014/main" id="{85B6B8B4-7845-0B37-4906-A2A3D1280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8" name="Rectangle 373">
              <a:extLst>
                <a:ext uri="{FF2B5EF4-FFF2-40B4-BE49-F238E27FC236}">
                  <a16:creationId xmlns:a16="http://schemas.microsoft.com/office/drawing/2014/main" id="{DE3A6C2B-39E0-7A66-7035-0E26E614B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9" name="Rectangle 374">
              <a:extLst>
                <a:ext uri="{FF2B5EF4-FFF2-40B4-BE49-F238E27FC236}">
                  <a16:creationId xmlns:a16="http://schemas.microsoft.com/office/drawing/2014/main" id="{E0D19702-3D3A-F538-524A-C62DE9447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0" name="Rectangle 375">
              <a:extLst>
                <a:ext uri="{FF2B5EF4-FFF2-40B4-BE49-F238E27FC236}">
                  <a16:creationId xmlns:a16="http://schemas.microsoft.com/office/drawing/2014/main" id="{07252DA5-5365-4C43-0C5E-1AFE34218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1" name="Rectangle 376">
              <a:extLst>
                <a:ext uri="{FF2B5EF4-FFF2-40B4-BE49-F238E27FC236}">
                  <a16:creationId xmlns:a16="http://schemas.microsoft.com/office/drawing/2014/main" id="{F59BFFB3-2CEC-91D3-4962-9EA52F37A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2" name="Rectangle 377">
              <a:extLst>
                <a:ext uri="{FF2B5EF4-FFF2-40B4-BE49-F238E27FC236}">
                  <a16:creationId xmlns:a16="http://schemas.microsoft.com/office/drawing/2014/main" id="{8A439A8B-EDCB-0FC8-F912-C2C36727D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03" name="Rectangle 378">
              <a:extLst>
                <a:ext uri="{FF2B5EF4-FFF2-40B4-BE49-F238E27FC236}">
                  <a16:creationId xmlns:a16="http://schemas.microsoft.com/office/drawing/2014/main" id="{BE777D54-4C2D-22E1-6438-5E8BB3335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" name="Group 379">
            <a:extLst>
              <a:ext uri="{FF2B5EF4-FFF2-40B4-BE49-F238E27FC236}">
                <a16:creationId xmlns:a16="http://schemas.microsoft.com/office/drawing/2014/main" id="{3F7AB8C3-F5FB-0598-5581-34826D83A0D1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2554288"/>
            <a:ext cx="1474788" cy="1463675"/>
            <a:chOff x="262" y="1078"/>
            <a:chExt cx="929" cy="922"/>
          </a:xfrm>
        </p:grpSpPr>
        <p:sp>
          <p:nvSpPr>
            <p:cNvPr id="23986" name="Rectangle 380">
              <a:extLst>
                <a:ext uri="{FF2B5EF4-FFF2-40B4-BE49-F238E27FC236}">
                  <a16:creationId xmlns:a16="http://schemas.microsoft.com/office/drawing/2014/main" id="{A9B067F9-54C0-EB6C-937B-EF55A104E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7" name="Rectangle 381">
              <a:extLst>
                <a:ext uri="{FF2B5EF4-FFF2-40B4-BE49-F238E27FC236}">
                  <a16:creationId xmlns:a16="http://schemas.microsoft.com/office/drawing/2014/main" id="{9C45C28D-7415-08A7-C74C-A438B8398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8" name="Rectangle 382">
              <a:extLst>
                <a:ext uri="{FF2B5EF4-FFF2-40B4-BE49-F238E27FC236}">
                  <a16:creationId xmlns:a16="http://schemas.microsoft.com/office/drawing/2014/main" id="{CE6828B7-79E5-E732-E5F2-93E560350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9" name="Rectangle 383">
              <a:extLst>
                <a:ext uri="{FF2B5EF4-FFF2-40B4-BE49-F238E27FC236}">
                  <a16:creationId xmlns:a16="http://schemas.microsoft.com/office/drawing/2014/main" id="{67D81A09-D1CA-1578-6A8D-76A97265E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0" name="Rectangle 384">
              <a:extLst>
                <a:ext uri="{FF2B5EF4-FFF2-40B4-BE49-F238E27FC236}">
                  <a16:creationId xmlns:a16="http://schemas.microsoft.com/office/drawing/2014/main" id="{2B1A8071-DC9B-C9DC-EBD6-5E0E1644F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1" name="Rectangle 385">
              <a:extLst>
                <a:ext uri="{FF2B5EF4-FFF2-40B4-BE49-F238E27FC236}">
                  <a16:creationId xmlns:a16="http://schemas.microsoft.com/office/drawing/2014/main" id="{D206DC37-0448-198F-C88C-6812697E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2" name="Rectangle 386">
              <a:extLst>
                <a:ext uri="{FF2B5EF4-FFF2-40B4-BE49-F238E27FC236}">
                  <a16:creationId xmlns:a16="http://schemas.microsoft.com/office/drawing/2014/main" id="{2C5EE925-6962-3468-6985-95ADD24C8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3" name="Rectangle 387">
              <a:extLst>
                <a:ext uri="{FF2B5EF4-FFF2-40B4-BE49-F238E27FC236}">
                  <a16:creationId xmlns:a16="http://schemas.microsoft.com/office/drawing/2014/main" id="{3C8389F9-C0B5-49A6-2C1C-EF3176687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94" name="Rectangle 388">
              <a:extLst>
                <a:ext uri="{FF2B5EF4-FFF2-40B4-BE49-F238E27FC236}">
                  <a16:creationId xmlns:a16="http://schemas.microsoft.com/office/drawing/2014/main" id="{67A4C0F9-8F7E-E34C-1251-337BE91F6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2" name="Group 389">
            <a:extLst>
              <a:ext uri="{FF2B5EF4-FFF2-40B4-BE49-F238E27FC236}">
                <a16:creationId xmlns:a16="http://schemas.microsoft.com/office/drawing/2014/main" id="{EA569AC8-2F9B-CA8F-A5D7-330EDF8B1EC0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2554288"/>
            <a:ext cx="1474788" cy="1463675"/>
            <a:chOff x="262" y="1078"/>
            <a:chExt cx="929" cy="922"/>
          </a:xfrm>
        </p:grpSpPr>
        <p:sp>
          <p:nvSpPr>
            <p:cNvPr id="23977" name="Rectangle 390">
              <a:extLst>
                <a:ext uri="{FF2B5EF4-FFF2-40B4-BE49-F238E27FC236}">
                  <a16:creationId xmlns:a16="http://schemas.microsoft.com/office/drawing/2014/main" id="{76EDE754-F7F1-E6E3-8DF4-D8FF498D7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8" name="Rectangle 391">
              <a:extLst>
                <a:ext uri="{FF2B5EF4-FFF2-40B4-BE49-F238E27FC236}">
                  <a16:creationId xmlns:a16="http://schemas.microsoft.com/office/drawing/2014/main" id="{88208542-7B2F-D20E-C8F8-1687FB93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9" name="Rectangle 392">
              <a:extLst>
                <a:ext uri="{FF2B5EF4-FFF2-40B4-BE49-F238E27FC236}">
                  <a16:creationId xmlns:a16="http://schemas.microsoft.com/office/drawing/2014/main" id="{36029AFD-9E5F-11A8-84F7-8E9F97A6A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0" name="Rectangle 393">
              <a:extLst>
                <a:ext uri="{FF2B5EF4-FFF2-40B4-BE49-F238E27FC236}">
                  <a16:creationId xmlns:a16="http://schemas.microsoft.com/office/drawing/2014/main" id="{67EB1E6E-3F3E-C6FE-236A-AA883BB28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1" name="Rectangle 394">
              <a:extLst>
                <a:ext uri="{FF2B5EF4-FFF2-40B4-BE49-F238E27FC236}">
                  <a16:creationId xmlns:a16="http://schemas.microsoft.com/office/drawing/2014/main" id="{4F6E5645-6824-2E21-E1D8-2AD41FB04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2" name="Rectangle 395">
              <a:extLst>
                <a:ext uri="{FF2B5EF4-FFF2-40B4-BE49-F238E27FC236}">
                  <a16:creationId xmlns:a16="http://schemas.microsoft.com/office/drawing/2014/main" id="{07B8BF00-6CE4-BAF6-96A4-DB8098DD7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3" name="Rectangle 396">
              <a:extLst>
                <a:ext uri="{FF2B5EF4-FFF2-40B4-BE49-F238E27FC236}">
                  <a16:creationId xmlns:a16="http://schemas.microsoft.com/office/drawing/2014/main" id="{64D49FFB-585E-0849-6877-9A18A8045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4" name="Rectangle 397">
              <a:extLst>
                <a:ext uri="{FF2B5EF4-FFF2-40B4-BE49-F238E27FC236}">
                  <a16:creationId xmlns:a16="http://schemas.microsoft.com/office/drawing/2014/main" id="{EBC2F3B3-379E-4944-477B-144D60823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85" name="Rectangle 398">
              <a:extLst>
                <a:ext uri="{FF2B5EF4-FFF2-40B4-BE49-F238E27FC236}">
                  <a16:creationId xmlns:a16="http://schemas.microsoft.com/office/drawing/2014/main" id="{B167A676-AC1C-C40C-3A49-D354385A3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590" name="Group 399">
            <a:extLst>
              <a:ext uri="{FF2B5EF4-FFF2-40B4-BE49-F238E27FC236}">
                <a16:creationId xmlns:a16="http://schemas.microsoft.com/office/drawing/2014/main" id="{3C1F50E6-822B-EF60-FB90-E9ACF098A68D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23913" name="Rectangle 400">
              <a:extLst>
                <a:ext uri="{FF2B5EF4-FFF2-40B4-BE49-F238E27FC236}">
                  <a16:creationId xmlns:a16="http://schemas.microsoft.com/office/drawing/2014/main" id="{B2CFFC4B-934D-44B7-D444-27FE16648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4" name="Rectangle 401">
              <a:extLst>
                <a:ext uri="{FF2B5EF4-FFF2-40B4-BE49-F238E27FC236}">
                  <a16:creationId xmlns:a16="http://schemas.microsoft.com/office/drawing/2014/main" id="{BD34FD69-C1FF-3FC9-CD49-31EC40AA4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5" name="Rectangle 402">
              <a:extLst>
                <a:ext uri="{FF2B5EF4-FFF2-40B4-BE49-F238E27FC236}">
                  <a16:creationId xmlns:a16="http://schemas.microsoft.com/office/drawing/2014/main" id="{6D5C30E9-EC44-88C4-8D9E-E5DB738EC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6" name="Rectangle 403">
              <a:extLst>
                <a:ext uri="{FF2B5EF4-FFF2-40B4-BE49-F238E27FC236}">
                  <a16:creationId xmlns:a16="http://schemas.microsoft.com/office/drawing/2014/main" id="{F2C15B67-8A1C-1382-3379-1FDEDC96B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7" name="Rectangle 404">
              <a:extLst>
                <a:ext uri="{FF2B5EF4-FFF2-40B4-BE49-F238E27FC236}">
                  <a16:creationId xmlns:a16="http://schemas.microsoft.com/office/drawing/2014/main" id="{DC59CA37-C6A0-A48E-8F04-49D2B69CC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8" name="Rectangle 405">
              <a:extLst>
                <a:ext uri="{FF2B5EF4-FFF2-40B4-BE49-F238E27FC236}">
                  <a16:creationId xmlns:a16="http://schemas.microsoft.com/office/drawing/2014/main" id="{FAE918C8-99A4-01C1-9F2D-30723C290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9" name="Rectangle 406">
              <a:extLst>
                <a:ext uri="{FF2B5EF4-FFF2-40B4-BE49-F238E27FC236}">
                  <a16:creationId xmlns:a16="http://schemas.microsoft.com/office/drawing/2014/main" id="{4B7F3D1B-663F-7A36-EF7D-E13877FBC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0" name="Rectangle 407">
              <a:extLst>
                <a:ext uri="{FF2B5EF4-FFF2-40B4-BE49-F238E27FC236}">
                  <a16:creationId xmlns:a16="http://schemas.microsoft.com/office/drawing/2014/main" id="{1F7B330D-D6B9-595F-D4B5-062695D5B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1" name="Rectangle 408">
              <a:extLst>
                <a:ext uri="{FF2B5EF4-FFF2-40B4-BE49-F238E27FC236}">
                  <a16:creationId xmlns:a16="http://schemas.microsoft.com/office/drawing/2014/main" id="{E63F4602-CD3E-06EE-FEBA-29AD4C533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2" name="Rectangle 409">
              <a:extLst>
                <a:ext uri="{FF2B5EF4-FFF2-40B4-BE49-F238E27FC236}">
                  <a16:creationId xmlns:a16="http://schemas.microsoft.com/office/drawing/2014/main" id="{5F2F9DAA-3461-CD10-ABAE-4352083DF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3" name="Rectangle 410">
              <a:extLst>
                <a:ext uri="{FF2B5EF4-FFF2-40B4-BE49-F238E27FC236}">
                  <a16:creationId xmlns:a16="http://schemas.microsoft.com/office/drawing/2014/main" id="{C4FF8102-BA86-DD13-C892-344DB5348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4" name="Rectangle 411">
              <a:extLst>
                <a:ext uri="{FF2B5EF4-FFF2-40B4-BE49-F238E27FC236}">
                  <a16:creationId xmlns:a16="http://schemas.microsoft.com/office/drawing/2014/main" id="{E96E2C18-E2D7-22ED-EE5B-FA214CFB3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5" name="Rectangle 412">
              <a:extLst>
                <a:ext uri="{FF2B5EF4-FFF2-40B4-BE49-F238E27FC236}">
                  <a16:creationId xmlns:a16="http://schemas.microsoft.com/office/drawing/2014/main" id="{1E09D1BF-65AA-1A5B-9CA6-E960AD646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6" name="Rectangle 413">
              <a:extLst>
                <a:ext uri="{FF2B5EF4-FFF2-40B4-BE49-F238E27FC236}">
                  <a16:creationId xmlns:a16="http://schemas.microsoft.com/office/drawing/2014/main" id="{EEFCBC5E-4737-D6D8-A40D-8479676F4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7" name="Rectangle 414">
              <a:extLst>
                <a:ext uri="{FF2B5EF4-FFF2-40B4-BE49-F238E27FC236}">
                  <a16:creationId xmlns:a16="http://schemas.microsoft.com/office/drawing/2014/main" id="{E29777D9-46A4-0746-F847-C9CA4BDDE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8" name="Rectangle 415">
              <a:extLst>
                <a:ext uri="{FF2B5EF4-FFF2-40B4-BE49-F238E27FC236}">
                  <a16:creationId xmlns:a16="http://schemas.microsoft.com/office/drawing/2014/main" id="{B01576BB-05CA-5ED2-0E9F-EF8021CDC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29" name="Rectangle 416">
              <a:extLst>
                <a:ext uri="{FF2B5EF4-FFF2-40B4-BE49-F238E27FC236}">
                  <a16:creationId xmlns:a16="http://schemas.microsoft.com/office/drawing/2014/main" id="{CAED1A52-53E4-0A53-A80D-9C27017A1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0" name="Rectangle 417">
              <a:extLst>
                <a:ext uri="{FF2B5EF4-FFF2-40B4-BE49-F238E27FC236}">
                  <a16:creationId xmlns:a16="http://schemas.microsoft.com/office/drawing/2014/main" id="{C3EF7C36-6F2A-2732-AFD9-B5D9EDD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1" name="Rectangle 418">
              <a:extLst>
                <a:ext uri="{FF2B5EF4-FFF2-40B4-BE49-F238E27FC236}">
                  <a16:creationId xmlns:a16="http://schemas.microsoft.com/office/drawing/2014/main" id="{60D4488F-6B6E-BF79-589A-7FDBF030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2" name="Rectangle 419">
              <a:extLst>
                <a:ext uri="{FF2B5EF4-FFF2-40B4-BE49-F238E27FC236}">
                  <a16:creationId xmlns:a16="http://schemas.microsoft.com/office/drawing/2014/main" id="{13B35F86-B01B-C26C-1016-5D78252BC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3" name="Rectangle 420">
              <a:extLst>
                <a:ext uri="{FF2B5EF4-FFF2-40B4-BE49-F238E27FC236}">
                  <a16:creationId xmlns:a16="http://schemas.microsoft.com/office/drawing/2014/main" id="{3B9A7DEE-7AA5-1F0D-F432-F45665095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4" name="Rectangle 421">
              <a:extLst>
                <a:ext uri="{FF2B5EF4-FFF2-40B4-BE49-F238E27FC236}">
                  <a16:creationId xmlns:a16="http://schemas.microsoft.com/office/drawing/2014/main" id="{47B85A26-9E34-215F-2619-3B9775855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5" name="Rectangle 422">
              <a:extLst>
                <a:ext uri="{FF2B5EF4-FFF2-40B4-BE49-F238E27FC236}">
                  <a16:creationId xmlns:a16="http://schemas.microsoft.com/office/drawing/2014/main" id="{4E495E9B-82AF-9ED5-1944-C3463DC02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6" name="Rectangle 423">
              <a:extLst>
                <a:ext uri="{FF2B5EF4-FFF2-40B4-BE49-F238E27FC236}">
                  <a16:creationId xmlns:a16="http://schemas.microsoft.com/office/drawing/2014/main" id="{6305943F-3903-0C1B-8F98-FE9BAF5FD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7" name="Rectangle 424">
              <a:extLst>
                <a:ext uri="{FF2B5EF4-FFF2-40B4-BE49-F238E27FC236}">
                  <a16:creationId xmlns:a16="http://schemas.microsoft.com/office/drawing/2014/main" id="{55A3719C-9953-2263-A085-E51AF4F36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8" name="Rectangle 425">
              <a:extLst>
                <a:ext uri="{FF2B5EF4-FFF2-40B4-BE49-F238E27FC236}">
                  <a16:creationId xmlns:a16="http://schemas.microsoft.com/office/drawing/2014/main" id="{61261FC4-FF21-8AEB-959F-76A1F434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39" name="Rectangle 426">
              <a:extLst>
                <a:ext uri="{FF2B5EF4-FFF2-40B4-BE49-F238E27FC236}">
                  <a16:creationId xmlns:a16="http://schemas.microsoft.com/office/drawing/2014/main" id="{51913937-2F6C-7CD7-51EB-C45B3245E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0" name="Rectangle 427">
              <a:extLst>
                <a:ext uri="{FF2B5EF4-FFF2-40B4-BE49-F238E27FC236}">
                  <a16:creationId xmlns:a16="http://schemas.microsoft.com/office/drawing/2014/main" id="{A162C479-CE86-B799-5538-F91FA2B63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1" name="Rectangle 428">
              <a:extLst>
                <a:ext uri="{FF2B5EF4-FFF2-40B4-BE49-F238E27FC236}">
                  <a16:creationId xmlns:a16="http://schemas.microsoft.com/office/drawing/2014/main" id="{1A01C6B4-EDE8-D00B-6043-3247D1508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2" name="Rectangle 429">
              <a:extLst>
                <a:ext uri="{FF2B5EF4-FFF2-40B4-BE49-F238E27FC236}">
                  <a16:creationId xmlns:a16="http://schemas.microsoft.com/office/drawing/2014/main" id="{7BE5EF8E-5A46-1E2B-A0A8-312606DBB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3" name="Rectangle 430">
              <a:extLst>
                <a:ext uri="{FF2B5EF4-FFF2-40B4-BE49-F238E27FC236}">
                  <a16:creationId xmlns:a16="http://schemas.microsoft.com/office/drawing/2014/main" id="{23F08EB1-2109-7BEC-447D-2254252EE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4" name="Rectangle 431">
              <a:extLst>
                <a:ext uri="{FF2B5EF4-FFF2-40B4-BE49-F238E27FC236}">
                  <a16:creationId xmlns:a16="http://schemas.microsoft.com/office/drawing/2014/main" id="{28EF4B6D-EE12-7558-E408-24A2D93BF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5" name="Rectangle 432">
              <a:extLst>
                <a:ext uri="{FF2B5EF4-FFF2-40B4-BE49-F238E27FC236}">
                  <a16:creationId xmlns:a16="http://schemas.microsoft.com/office/drawing/2014/main" id="{8DFA7C10-76E7-CFAD-2EA9-700F1FFA3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6" name="Rectangle 433">
              <a:extLst>
                <a:ext uri="{FF2B5EF4-FFF2-40B4-BE49-F238E27FC236}">
                  <a16:creationId xmlns:a16="http://schemas.microsoft.com/office/drawing/2014/main" id="{18613022-C01F-AFEC-CDD0-BAAE7AD6D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7" name="Rectangle 434">
              <a:extLst>
                <a:ext uri="{FF2B5EF4-FFF2-40B4-BE49-F238E27FC236}">
                  <a16:creationId xmlns:a16="http://schemas.microsoft.com/office/drawing/2014/main" id="{B35F9685-93DF-2E4B-3F1D-92AC8E850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8" name="Rectangle 435">
              <a:extLst>
                <a:ext uri="{FF2B5EF4-FFF2-40B4-BE49-F238E27FC236}">
                  <a16:creationId xmlns:a16="http://schemas.microsoft.com/office/drawing/2014/main" id="{466BB3AA-869A-A922-87A1-BFE236521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49" name="Rectangle 436">
              <a:extLst>
                <a:ext uri="{FF2B5EF4-FFF2-40B4-BE49-F238E27FC236}">
                  <a16:creationId xmlns:a16="http://schemas.microsoft.com/office/drawing/2014/main" id="{84191B72-4840-2094-2316-4BB87738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0" name="Rectangle 437">
              <a:extLst>
                <a:ext uri="{FF2B5EF4-FFF2-40B4-BE49-F238E27FC236}">
                  <a16:creationId xmlns:a16="http://schemas.microsoft.com/office/drawing/2014/main" id="{69BF0FEE-70A7-712A-2653-E5BE159F9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1" name="Rectangle 438">
              <a:extLst>
                <a:ext uri="{FF2B5EF4-FFF2-40B4-BE49-F238E27FC236}">
                  <a16:creationId xmlns:a16="http://schemas.microsoft.com/office/drawing/2014/main" id="{33098D55-832A-C993-CCB2-A6E66039B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2" name="Rectangle 439">
              <a:extLst>
                <a:ext uri="{FF2B5EF4-FFF2-40B4-BE49-F238E27FC236}">
                  <a16:creationId xmlns:a16="http://schemas.microsoft.com/office/drawing/2014/main" id="{AF2EFA12-9745-11FF-6FCF-6A14A6F65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3" name="Rectangle 440">
              <a:extLst>
                <a:ext uri="{FF2B5EF4-FFF2-40B4-BE49-F238E27FC236}">
                  <a16:creationId xmlns:a16="http://schemas.microsoft.com/office/drawing/2014/main" id="{A676D9D3-79A3-1C5A-793E-4AE0FCC6A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4" name="Rectangle 441">
              <a:extLst>
                <a:ext uri="{FF2B5EF4-FFF2-40B4-BE49-F238E27FC236}">
                  <a16:creationId xmlns:a16="http://schemas.microsoft.com/office/drawing/2014/main" id="{82792D97-C626-5360-4F12-C0313F35B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5" name="Rectangle 442">
              <a:extLst>
                <a:ext uri="{FF2B5EF4-FFF2-40B4-BE49-F238E27FC236}">
                  <a16:creationId xmlns:a16="http://schemas.microsoft.com/office/drawing/2014/main" id="{0F681462-3300-A8CF-C63E-A48A85152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6" name="Rectangle 443">
              <a:extLst>
                <a:ext uri="{FF2B5EF4-FFF2-40B4-BE49-F238E27FC236}">
                  <a16:creationId xmlns:a16="http://schemas.microsoft.com/office/drawing/2014/main" id="{174DAFCD-E5ED-99FA-CDBE-3DF876F27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7" name="Rectangle 444">
              <a:extLst>
                <a:ext uri="{FF2B5EF4-FFF2-40B4-BE49-F238E27FC236}">
                  <a16:creationId xmlns:a16="http://schemas.microsoft.com/office/drawing/2014/main" id="{9817F509-FF37-6904-6377-ABA7FC988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8" name="Rectangle 445">
              <a:extLst>
                <a:ext uri="{FF2B5EF4-FFF2-40B4-BE49-F238E27FC236}">
                  <a16:creationId xmlns:a16="http://schemas.microsoft.com/office/drawing/2014/main" id="{77FBDAC4-4ABB-B2A5-8EF2-5A489F871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59" name="Rectangle 446">
              <a:extLst>
                <a:ext uri="{FF2B5EF4-FFF2-40B4-BE49-F238E27FC236}">
                  <a16:creationId xmlns:a16="http://schemas.microsoft.com/office/drawing/2014/main" id="{064FC757-C3AD-4312-0ED7-FFB0958D6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0" name="Rectangle 447">
              <a:extLst>
                <a:ext uri="{FF2B5EF4-FFF2-40B4-BE49-F238E27FC236}">
                  <a16:creationId xmlns:a16="http://schemas.microsoft.com/office/drawing/2014/main" id="{FFDD0A05-0E19-AECA-7292-7D1BDF2FD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1" name="Rectangle 448">
              <a:extLst>
                <a:ext uri="{FF2B5EF4-FFF2-40B4-BE49-F238E27FC236}">
                  <a16:creationId xmlns:a16="http://schemas.microsoft.com/office/drawing/2014/main" id="{109B4158-25F2-FC58-B719-F4D228A3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2" name="Rectangle 449">
              <a:extLst>
                <a:ext uri="{FF2B5EF4-FFF2-40B4-BE49-F238E27FC236}">
                  <a16:creationId xmlns:a16="http://schemas.microsoft.com/office/drawing/2014/main" id="{137A6422-4D4A-3146-F761-8F2A418D0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3" name="Rectangle 450">
              <a:extLst>
                <a:ext uri="{FF2B5EF4-FFF2-40B4-BE49-F238E27FC236}">
                  <a16:creationId xmlns:a16="http://schemas.microsoft.com/office/drawing/2014/main" id="{2FC1556D-3D30-C62D-450A-4D65D8E70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4" name="Rectangle 451">
              <a:extLst>
                <a:ext uri="{FF2B5EF4-FFF2-40B4-BE49-F238E27FC236}">
                  <a16:creationId xmlns:a16="http://schemas.microsoft.com/office/drawing/2014/main" id="{4C5B8034-217C-C1E7-8AC5-AB62E0084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5" name="Rectangle 452">
              <a:extLst>
                <a:ext uri="{FF2B5EF4-FFF2-40B4-BE49-F238E27FC236}">
                  <a16:creationId xmlns:a16="http://schemas.microsoft.com/office/drawing/2014/main" id="{4A16F3F2-363B-29BA-1D82-44D21389E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6" name="Rectangle 453">
              <a:extLst>
                <a:ext uri="{FF2B5EF4-FFF2-40B4-BE49-F238E27FC236}">
                  <a16:creationId xmlns:a16="http://schemas.microsoft.com/office/drawing/2014/main" id="{C4D12683-599E-4596-188E-79ABA8A69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7" name="Rectangle 454">
              <a:extLst>
                <a:ext uri="{FF2B5EF4-FFF2-40B4-BE49-F238E27FC236}">
                  <a16:creationId xmlns:a16="http://schemas.microsoft.com/office/drawing/2014/main" id="{50B798FF-5513-5ECF-295A-E8ED0CF25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8" name="Rectangle 455">
              <a:extLst>
                <a:ext uri="{FF2B5EF4-FFF2-40B4-BE49-F238E27FC236}">
                  <a16:creationId xmlns:a16="http://schemas.microsoft.com/office/drawing/2014/main" id="{BC74E9A4-B99B-5351-F7CC-4924EA2AA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69" name="Rectangle 456">
              <a:extLst>
                <a:ext uri="{FF2B5EF4-FFF2-40B4-BE49-F238E27FC236}">
                  <a16:creationId xmlns:a16="http://schemas.microsoft.com/office/drawing/2014/main" id="{217A44A5-9499-3800-6781-7BE1C8AE4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0" name="Rectangle 457">
              <a:extLst>
                <a:ext uri="{FF2B5EF4-FFF2-40B4-BE49-F238E27FC236}">
                  <a16:creationId xmlns:a16="http://schemas.microsoft.com/office/drawing/2014/main" id="{B6D86639-2929-DC3F-0CA3-68919379D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1" name="Rectangle 458">
              <a:extLst>
                <a:ext uri="{FF2B5EF4-FFF2-40B4-BE49-F238E27FC236}">
                  <a16:creationId xmlns:a16="http://schemas.microsoft.com/office/drawing/2014/main" id="{990C588F-DCC1-45BC-F172-789375C28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2" name="Rectangle 459">
              <a:extLst>
                <a:ext uri="{FF2B5EF4-FFF2-40B4-BE49-F238E27FC236}">
                  <a16:creationId xmlns:a16="http://schemas.microsoft.com/office/drawing/2014/main" id="{E7EE99CF-3C42-066B-F2B8-71AA220F9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3" name="Rectangle 460">
              <a:extLst>
                <a:ext uri="{FF2B5EF4-FFF2-40B4-BE49-F238E27FC236}">
                  <a16:creationId xmlns:a16="http://schemas.microsoft.com/office/drawing/2014/main" id="{AEF47AFD-12DF-406F-6D01-0AF1C370D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4" name="Rectangle 461">
              <a:extLst>
                <a:ext uri="{FF2B5EF4-FFF2-40B4-BE49-F238E27FC236}">
                  <a16:creationId xmlns:a16="http://schemas.microsoft.com/office/drawing/2014/main" id="{24DD8C0A-404B-93ED-EFE6-0AF8D9461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5" name="Rectangle 462">
              <a:extLst>
                <a:ext uri="{FF2B5EF4-FFF2-40B4-BE49-F238E27FC236}">
                  <a16:creationId xmlns:a16="http://schemas.microsoft.com/office/drawing/2014/main" id="{42478AF4-BC76-1E04-CF99-77DB09237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76" name="Rectangle 463">
              <a:extLst>
                <a:ext uri="{FF2B5EF4-FFF2-40B4-BE49-F238E27FC236}">
                  <a16:creationId xmlns:a16="http://schemas.microsoft.com/office/drawing/2014/main" id="{3C64EC28-EAD5-8502-B76C-5C047C8AB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5" name="Group 464">
            <a:extLst>
              <a:ext uri="{FF2B5EF4-FFF2-40B4-BE49-F238E27FC236}">
                <a16:creationId xmlns:a16="http://schemas.microsoft.com/office/drawing/2014/main" id="{78B7FC64-8C63-F158-CC7B-118833B4E984}"/>
              </a:ext>
            </a:extLst>
          </p:cNvPr>
          <p:cNvGrpSpPr>
            <a:grpSpLocks/>
          </p:cNvGrpSpPr>
          <p:nvPr/>
        </p:nvGrpSpPr>
        <p:grpSpPr bwMode="auto">
          <a:xfrm>
            <a:off x="-98425" y="3041650"/>
            <a:ext cx="1474788" cy="1463675"/>
            <a:chOff x="262" y="1078"/>
            <a:chExt cx="929" cy="922"/>
          </a:xfrm>
        </p:grpSpPr>
        <p:sp>
          <p:nvSpPr>
            <p:cNvPr id="23904" name="Rectangle 465">
              <a:extLst>
                <a:ext uri="{FF2B5EF4-FFF2-40B4-BE49-F238E27FC236}">
                  <a16:creationId xmlns:a16="http://schemas.microsoft.com/office/drawing/2014/main" id="{1D066766-F331-69DB-9192-20D1D3606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5" name="Rectangle 466">
              <a:extLst>
                <a:ext uri="{FF2B5EF4-FFF2-40B4-BE49-F238E27FC236}">
                  <a16:creationId xmlns:a16="http://schemas.microsoft.com/office/drawing/2014/main" id="{BFA3FDAC-0D3E-ADAF-EAA3-312789F94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6" name="Rectangle 467">
              <a:extLst>
                <a:ext uri="{FF2B5EF4-FFF2-40B4-BE49-F238E27FC236}">
                  <a16:creationId xmlns:a16="http://schemas.microsoft.com/office/drawing/2014/main" id="{1A0193F3-4273-37DE-8E34-FF840A9D5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7" name="Rectangle 468">
              <a:extLst>
                <a:ext uri="{FF2B5EF4-FFF2-40B4-BE49-F238E27FC236}">
                  <a16:creationId xmlns:a16="http://schemas.microsoft.com/office/drawing/2014/main" id="{635A3B7B-B3A5-BDE2-E612-3FE3EE777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8" name="Rectangle 469">
              <a:extLst>
                <a:ext uri="{FF2B5EF4-FFF2-40B4-BE49-F238E27FC236}">
                  <a16:creationId xmlns:a16="http://schemas.microsoft.com/office/drawing/2014/main" id="{2EB384C7-1BA0-2167-CE14-3D439DF1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9" name="Rectangle 470">
              <a:extLst>
                <a:ext uri="{FF2B5EF4-FFF2-40B4-BE49-F238E27FC236}">
                  <a16:creationId xmlns:a16="http://schemas.microsoft.com/office/drawing/2014/main" id="{379DE4A1-0280-2CFA-49D0-7AB68C6A6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0" name="Rectangle 471">
              <a:extLst>
                <a:ext uri="{FF2B5EF4-FFF2-40B4-BE49-F238E27FC236}">
                  <a16:creationId xmlns:a16="http://schemas.microsoft.com/office/drawing/2014/main" id="{CC3AA755-5E08-75B8-D795-745C42A99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1" name="Rectangle 472">
              <a:extLst>
                <a:ext uri="{FF2B5EF4-FFF2-40B4-BE49-F238E27FC236}">
                  <a16:creationId xmlns:a16="http://schemas.microsoft.com/office/drawing/2014/main" id="{B6881EE6-2B4F-38AF-C5A0-B8EBD0389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12" name="Rectangle 473">
              <a:extLst>
                <a:ext uri="{FF2B5EF4-FFF2-40B4-BE49-F238E27FC236}">
                  <a16:creationId xmlns:a16="http://schemas.microsoft.com/office/drawing/2014/main" id="{9CAD3507-ACCA-A140-C760-22F708D0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6" name="Group 474">
            <a:extLst>
              <a:ext uri="{FF2B5EF4-FFF2-40B4-BE49-F238E27FC236}">
                <a16:creationId xmlns:a16="http://schemas.microsoft.com/office/drawing/2014/main" id="{F2B77CAA-4D8E-B608-D238-39772FC0D370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041650"/>
            <a:ext cx="1474787" cy="1463675"/>
            <a:chOff x="262" y="1078"/>
            <a:chExt cx="929" cy="922"/>
          </a:xfrm>
        </p:grpSpPr>
        <p:sp>
          <p:nvSpPr>
            <p:cNvPr id="23895" name="Rectangle 475">
              <a:extLst>
                <a:ext uri="{FF2B5EF4-FFF2-40B4-BE49-F238E27FC236}">
                  <a16:creationId xmlns:a16="http://schemas.microsoft.com/office/drawing/2014/main" id="{4532A461-4DD0-63C3-193D-6B253EBD3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6" name="Rectangle 476">
              <a:extLst>
                <a:ext uri="{FF2B5EF4-FFF2-40B4-BE49-F238E27FC236}">
                  <a16:creationId xmlns:a16="http://schemas.microsoft.com/office/drawing/2014/main" id="{3E46B387-4D75-0486-12D9-AA5D14AA2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7" name="Rectangle 477">
              <a:extLst>
                <a:ext uri="{FF2B5EF4-FFF2-40B4-BE49-F238E27FC236}">
                  <a16:creationId xmlns:a16="http://schemas.microsoft.com/office/drawing/2014/main" id="{1269F55D-D7A9-F92A-D073-5AC94A4A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8" name="Rectangle 478">
              <a:extLst>
                <a:ext uri="{FF2B5EF4-FFF2-40B4-BE49-F238E27FC236}">
                  <a16:creationId xmlns:a16="http://schemas.microsoft.com/office/drawing/2014/main" id="{CF26356B-AA21-DE7A-E3AA-0DBB9090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9" name="Rectangle 479">
              <a:extLst>
                <a:ext uri="{FF2B5EF4-FFF2-40B4-BE49-F238E27FC236}">
                  <a16:creationId xmlns:a16="http://schemas.microsoft.com/office/drawing/2014/main" id="{9AAB33B0-4E2A-6C3D-82C3-E53C3112C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0" name="Rectangle 480">
              <a:extLst>
                <a:ext uri="{FF2B5EF4-FFF2-40B4-BE49-F238E27FC236}">
                  <a16:creationId xmlns:a16="http://schemas.microsoft.com/office/drawing/2014/main" id="{302494FA-E93A-CF95-9995-1B514A4D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1" name="Rectangle 481">
              <a:extLst>
                <a:ext uri="{FF2B5EF4-FFF2-40B4-BE49-F238E27FC236}">
                  <a16:creationId xmlns:a16="http://schemas.microsoft.com/office/drawing/2014/main" id="{5A1651E1-A760-ACFC-28C6-EED22D2FC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2" name="Rectangle 482">
              <a:extLst>
                <a:ext uri="{FF2B5EF4-FFF2-40B4-BE49-F238E27FC236}">
                  <a16:creationId xmlns:a16="http://schemas.microsoft.com/office/drawing/2014/main" id="{B8227A94-2498-AC66-7B12-CFAFECBC7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03" name="Rectangle 483">
              <a:extLst>
                <a:ext uri="{FF2B5EF4-FFF2-40B4-BE49-F238E27FC236}">
                  <a16:creationId xmlns:a16="http://schemas.microsoft.com/office/drawing/2014/main" id="{423C45BF-5CB5-98AC-6F6D-5241D6C1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7" name="Group 484">
            <a:extLst>
              <a:ext uri="{FF2B5EF4-FFF2-40B4-BE49-F238E27FC236}">
                <a16:creationId xmlns:a16="http://schemas.microsoft.com/office/drawing/2014/main" id="{A2E6116E-F2C3-3FE2-8FDF-1D9A37152163}"/>
              </a:ext>
            </a:extLst>
          </p:cNvPr>
          <p:cNvGrpSpPr>
            <a:grpSpLocks/>
          </p:cNvGrpSpPr>
          <p:nvPr/>
        </p:nvGrpSpPr>
        <p:grpSpPr bwMode="auto">
          <a:xfrm>
            <a:off x="885825" y="3041650"/>
            <a:ext cx="1474788" cy="1463675"/>
            <a:chOff x="262" y="1078"/>
            <a:chExt cx="929" cy="922"/>
          </a:xfrm>
        </p:grpSpPr>
        <p:sp>
          <p:nvSpPr>
            <p:cNvPr id="23886" name="Rectangle 485">
              <a:extLst>
                <a:ext uri="{FF2B5EF4-FFF2-40B4-BE49-F238E27FC236}">
                  <a16:creationId xmlns:a16="http://schemas.microsoft.com/office/drawing/2014/main" id="{9EFEE6E5-1FA0-46D6-6EBE-06AB6392E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7" name="Rectangle 486">
              <a:extLst>
                <a:ext uri="{FF2B5EF4-FFF2-40B4-BE49-F238E27FC236}">
                  <a16:creationId xmlns:a16="http://schemas.microsoft.com/office/drawing/2014/main" id="{73361DCF-7C01-34BD-5A30-F97E14D3C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8" name="Rectangle 487">
              <a:extLst>
                <a:ext uri="{FF2B5EF4-FFF2-40B4-BE49-F238E27FC236}">
                  <a16:creationId xmlns:a16="http://schemas.microsoft.com/office/drawing/2014/main" id="{B8989F40-D415-A1BF-BA11-E891093A7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9" name="Rectangle 488">
              <a:extLst>
                <a:ext uri="{FF2B5EF4-FFF2-40B4-BE49-F238E27FC236}">
                  <a16:creationId xmlns:a16="http://schemas.microsoft.com/office/drawing/2014/main" id="{62C28DC0-32B0-507A-90F3-7D4D5E11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0" name="Rectangle 489">
              <a:extLst>
                <a:ext uri="{FF2B5EF4-FFF2-40B4-BE49-F238E27FC236}">
                  <a16:creationId xmlns:a16="http://schemas.microsoft.com/office/drawing/2014/main" id="{3F3C0FA7-D3A5-BBF4-9076-2D306A440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1" name="Rectangle 490">
              <a:extLst>
                <a:ext uri="{FF2B5EF4-FFF2-40B4-BE49-F238E27FC236}">
                  <a16:creationId xmlns:a16="http://schemas.microsoft.com/office/drawing/2014/main" id="{0C0B78AB-E446-CC66-ECFD-D0C1394F6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2" name="Rectangle 491">
              <a:extLst>
                <a:ext uri="{FF2B5EF4-FFF2-40B4-BE49-F238E27FC236}">
                  <a16:creationId xmlns:a16="http://schemas.microsoft.com/office/drawing/2014/main" id="{69C99167-78A7-C330-FD4D-24D352EA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3" name="Rectangle 492">
              <a:extLst>
                <a:ext uri="{FF2B5EF4-FFF2-40B4-BE49-F238E27FC236}">
                  <a16:creationId xmlns:a16="http://schemas.microsoft.com/office/drawing/2014/main" id="{D327D987-C780-86D2-78C3-75C8EC63C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94" name="Rectangle 493">
              <a:extLst>
                <a:ext uri="{FF2B5EF4-FFF2-40B4-BE49-F238E27FC236}">
                  <a16:creationId xmlns:a16="http://schemas.microsoft.com/office/drawing/2014/main" id="{256A1ACA-6BF7-1809-06F1-7243A188F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8" name="Group 494">
            <a:extLst>
              <a:ext uri="{FF2B5EF4-FFF2-40B4-BE49-F238E27FC236}">
                <a16:creationId xmlns:a16="http://schemas.microsoft.com/office/drawing/2014/main" id="{00EE8F57-4A0B-D7F6-A4DD-E322361EAEA4}"/>
              </a:ext>
            </a:extLst>
          </p:cNvPr>
          <p:cNvGrpSpPr>
            <a:grpSpLocks/>
          </p:cNvGrpSpPr>
          <p:nvPr/>
        </p:nvGrpSpPr>
        <p:grpSpPr bwMode="auto">
          <a:xfrm>
            <a:off x="1857375" y="3041650"/>
            <a:ext cx="1474788" cy="1463675"/>
            <a:chOff x="262" y="1078"/>
            <a:chExt cx="929" cy="922"/>
          </a:xfrm>
        </p:grpSpPr>
        <p:sp>
          <p:nvSpPr>
            <p:cNvPr id="23877" name="Rectangle 495">
              <a:extLst>
                <a:ext uri="{FF2B5EF4-FFF2-40B4-BE49-F238E27FC236}">
                  <a16:creationId xmlns:a16="http://schemas.microsoft.com/office/drawing/2014/main" id="{104C0F5F-444A-17EF-E730-F4CFB3BBA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8" name="Rectangle 496">
              <a:extLst>
                <a:ext uri="{FF2B5EF4-FFF2-40B4-BE49-F238E27FC236}">
                  <a16:creationId xmlns:a16="http://schemas.microsoft.com/office/drawing/2014/main" id="{27787B4E-54D4-52D9-A3D5-92342E16E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9" name="Rectangle 497">
              <a:extLst>
                <a:ext uri="{FF2B5EF4-FFF2-40B4-BE49-F238E27FC236}">
                  <a16:creationId xmlns:a16="http://schemas.microsoft.com/office/drawing/2014/main" id="{DB36A45F-D293-D0B4-12F3-AFFD95E26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0" name="Rectangle 498">
              <a:extLst>
                <a:ext uri="{FF2B5EF4-FFF2-40B4-BE49-F238E27FC236}">
                  <a16:creationId xmlns:a16="http://schemas.microsoft.com/office/drawing/2014/main" id="{0950F5B9-823A-ED9E-5044-4C2478C5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1" name="Rectangle 499">
              <a:extLst>
                <a:ext uri="{FF2B5EF4-FFF2-40B4-BE49-F238E27FC236}">
                  <a16:creationId xmlns:a16="http://schemas.microsoft.com/office/drawing/2014/main" id="{3D07473D-8FEC-D6CA-BCF0-E5780E1D3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2" name="Rectangle 500">
              <a:extLst>
                <a:ext uri="{FF2B5EF4-FFF2-40B4-BE49-F238E27FC236}">
                  <a16:creationId xmlns:a16="http://schemas.microsoft.com/office/drawing/2014/main" id="{30B9590F-4562-F6D7-02F2-DFA01648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3" name="Rectangle 501">
              <a:extLst>
                <a:ext uri="{FF2B5EF4-FFF2-40B4-BE49-F238E27FC236}">
                  <a16:creationId xmlns:a16="http://schemas.microsoft.com/office/drawing/2014/main" id="{823AF0EE-D532-8CD3-9026-C8F2F4706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4" name="Rectangle 502">
              <a:extLst>
                <a:ext uri="{FF2B5EF4-FFF2-40B4-BE49-F238E27FC236}">
                  <a16:creationId xmlns:a16="http://schemas.microsoft.com/office/drawing/2014/main" id="{044A0EB9-463D-0E99-4B7A-A410DAFD3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85" name="Rectangle 503">
              <a:extLst>
                <a:ext uri="{FF2B5EF4-FFF2-40B4-BE49-F238E27FC236}">
                  <a16:creationId xmlns:a16="http://schemas.microsoft.com/office/drawing/2014/main" id="{E8B9E9BA-D06F-BE14-0D36-C3CEE025D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79" name="Group 504">
            <a:extLst>
              <a:ext uri="{FF2B5EF4-FFF2-40B4-BE49-F238E27FC236}">
                <a16:creationId xmlns:a16="http://schemas.microsoft.com/office/drawing/2014/main" id="{68612560-C328-B85A-B5F3-1F123D4B4D74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3041650"/>
            <a:ext cx="1474788" cy="1463675"/>
            <a:chOff x="262" y="1078"/>
            <a:chExt cx="929" cy="922"/>
          </a:xfrm>
        </p:grpSpPr>
        <p:sp>
          <p:nvSpPr>
            <p:cNvPr id="23868" name="Rectangle 505">
              <a:extLst>
                <a:ext uri="{FF2B5EF4-FFF2-40B4-BE49-F238E27FC236}">
                  <a16:creationId xmlns:a16="http://schemas.microsoft.com/office/drawing/2014/main" id="{BC772E6C-9B53-BDD1-9DB2-1EC504A24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9" name="Rectangle 506">
              <a:extLst>
                <a:ext uri="{FF2B5EF4-FFF2-40B4-BE49-F238E27FC236}">
                  <a16:creationId xmlns:a16="http://schemas.microsoft.com/office/drawing/2014/main" id="{0FE1328E-1390-BB32-6357-2BBE5BE09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0" name="Rectangle 507">
              <a:extLst>
                <a:ext uri="{FF2B5EF4-FFF2-40B4-BE49-F238E27FC236}">
                  <a16:creationId xmlns:a16="http://schemas.microsoft.com/office/drawing/2014/main" id="{8EC64264-D821-B38D-5024-1A4F29FEA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1" name="Rectangle 508">
              <a:extLst>
                <a:ext uri="{FF2B5EF4-FFF2-40B4-BE49-F238E27FC236}">
                  <a16:creationId xmlns:a16="http://schemas.microsoft.com/office/drawing/2014/main" id="{656B3775-CD0E-28CD-D398-9ECB35CDE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2" name="Rectangle 509">
              <a:extLst>
                <a:ext uri="{FF2B5EF4-FFF2-40B4-BE49-F238E27FC236}">
                  <a16:creationId xmlns:a16="http://schemas.microsoft.com/office/drawing/2014/main" id="{66179272-48E6-074C-C6DD-9C5BD60A0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3" name="Rectangle 510">
              <a:extLst>
                <a:ext uri="{FF2B5EF4-FFF2-40B4-BE49-F238E27FC236}">
                  <a16:creationId xmlns:a16="http://schemas.microsoft.com/office/drawing/2014/main" id="{0FDA21BA-B92D-FD63-349A-C6B853140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4" name="Rectangle 511">
              <a:extLst>
                <a:ext uri="{FF2B5EF4-FFF2-40B4-BE49-F238E27FC236}">
                  <a16:creationId xmlns:a16="http://schemas.microsoft.com/office/drawing/2014/main" id="{E8B0153B-2080-39D9-882A-D591B3CE9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5" name="Rectangle 512">
              <a:extLst>
                <a:ext uri="{FF2B5EF4-FFF2-40B4-BE49-F238E27FC236}">
                  <a16:creationId xmlns:a16="http://schemas.microsoft.com/office/drawing/2014/main" id="{675AF791-A88C-4A2F-B902-B2E9328A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76" name="Rectangle 513">
              <a:extLst>
                <a:ext uri="{FF2B5EF4-FFF2-40B4-BE49-F238E27FC236}">
                  <a16:creationId xmlns:a16="http://schemas.microsoft.com/office/drawing/2014/main" id="{799B88AD-37D4-BB9E-CAD0-AD3DB3591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0" name="Group 514">
            <a:extLst>
              <a:ext uri="{FF2B5EF4-FFF2-40B4-BE49-F238E27FC236}">
                <a16:creationId xmlns:a16="http://schemas.microsoft.com/office/drawing/2014/main" id="{5205551C-EE02-E8FF-EF15-3C7993A80CE1}"/>
              </a:ext>
            </a:extLst>
          </p:cNvPr>
          <p:cNvGrpSpPr>
            <a:grpSpLocks/>
          </p:cNvGrpSpPr>
          <p:nvPr/>
        </p:nvGrpSpPr>
        <p:grpSpPr bwMode="auto">
          <a:xfrm>
            <a:off x="2827338" y="3041650"/>
            <a:ext cx="1474787" cy="1463675"/>
            <a:chOff x="262" y="1078"/>
            <a:chExt cx="929" cy="922"/>
          </a:xfrm>
        </p:grpSpPr>
        <p:sp>
          <p:nvSpPr>
            <p:cNvPr id="23859" name="Rectangle 515">
              <a:extLst>
                <a:ext uri="{FF2B5EF4-FFF2-40B4-BE49-F238E27FC236}">
                  <a16:creationId xmlns:a16="http://schemas.microsoft.com/office/drawing/2014/main" id="{9E64B72C-0A5B-F172-DEFF-487F25787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0" name="Rectangle 516">
              <a:extLst>
                <a:ext uri="{FF2B5EF4-FFF2-40B4-BE49-F238E27FC236}">
                  <a16:creationId xmlns:a16="http://schemas.microsoft.com/office/drawing/2014/main" id="{3F4528FA-7189-5C3A-B514-22F0C503A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1" name="Rectangle 517">
              <a:extLst>
                <a:ext uri="{FF2B5EF4-FFF2-40B4-BE49-F238E27FC236}">
                  <a16:creationId xmlns:a16="http://schemas.microsoft.com/office/drawing/2014/main" id="{6E88BEAA-6EC4-04D1-ADDB-0021EB906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2" name="Rectangle 518">
              <a:extLst>
                <a:ext uri="{FF2B5EF4-FFF2-40B4-BE49-F238E27FC236}">
                  <a16:creationId xmlns:a16="http://schemas.microsoft.com/office/drawing/2014/main" id="{3B376CE5-D818-10C0-F0C9-EF61708C1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3" name="Rectangle 519">
              <a:extLst>
                <a:ext uri="{FF2B5EF4-FFF2-40B4-BE49-F238E27FC236}">
                  <a16:creationId xmlns:a16="http://schemas.microsoft.com/office/drawing/2014/main" id="{0B401E76-ED49-2E03-FF60-F6E2ADAAF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4" name="Rectangle 520">
              <a:extLst>
                <a:ext uri="{FF2B5EF4-FFF2-40B4-BE49-F238E27FC236}">
                  <a16:creationId xmlns:a16="http://schemas.microsoft.com/office/drawing/2014/main" id="{9EB02D21-7351-0687-7BB1-536FAFDC7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5" name="Rectangle 521">
              <a:extLst>
                <a:ext uri="{FF2B5EF4-FFF2-40B4-BE49-F238E27FC236}">
                  <a16:creationId xmlns:a16="http://schemas.microsoft.com/office/drawing/2014/main" id="{66D78C86-D7DA-0CC4-6C61-0BA95DD39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6" name="Rectangle 522">
              <a:extLst>
                <a:ext uri="{FF2B5EF4-FFF2-40B4-BE49-F238E27FC236}">
                  <a16:creationId xmlns:a16="http://schemas.microsoft.com/office/drawing/2014/main" id="{21F1F04F-D20C-B9A0-9E0E-A7786F77A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67" name="Rectangle 523">
              <a:extLst>
                <a:ext uri="{FF2B5EF4-FFF2-40B4-BE49-F238E27FC236}">
                  <a16:creationId xmlns:a16="http://schemas.microsoft.com/office/drawing/2014/main" id="{D0AA25A9-CF6C-C8B1-1529-7893D237E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1" name="Group 524">
            <a:extLst>
              <a:ext uri="{FF2B5EF4-FFF2-40B4-BE49-F238E27FC236}">
                <a16:creationId xmlns:a16="http://schemas.microsoft.com/office/drawing/2014/main" id="{9A2133A4-85F3-E059-1B27-0E74D00B067E}"/>
              </a:ext>
            </a:extLst>
          </p:cNvPr>
          <p:cNvGrpSpPr>
            <a:grpSpLocks/>
          </p:cNvGrpSpPr>
          <p:nvPr/>
        </p:nvGrpSpPr>
        <p:grpSpPr bwMode="auto">
          <a:xfrm>
            <a:off x="3319463" y="3041650"/>
            <a:ext cx="1474787" cy="1463675"/>
            <a:chOff x="262" y="1078"/>
            <a:chExt cx="929" cy="922"/>
          </a:xfrm>
        </p:grpSpPr>
        <p:sp>
          <p:nvSpPr>
            <p:cNvPr id="23850" name="Rectangle 525">
              <a:extLst>
                <a:ext uri="{FF2B5EF4-FFF2-40B4-BE49-F238E27FC236}">
                  <a16:creationId xmlns:a16="http://schemas.microsoft.com/office/drawing/2014/main" id="{ED9FA283-8B94-5D0C-8703-2A8935E3E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1" name="Rectangle 526">
              <a:extLst>
                <a:ext uri="{FF2B5EF4-FFF2-40B4-BE49-F238E27FC236}">
                  <a16:creationId xmlns:a16="http://schemas.microsoft.com/office/drawing/2014/main" id="{FC5F6552-530A-2616-132F-D722AC683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2" name="Rectangle 527">
              <a:extLst>
                <a:ext uri="{FF2B5EF4-FFF2-40B4-BE49-F238E27FC236}">
                  <a16:creationId xmlns:a16="http://schemas.microsoft.com/office/drawing/2014/main" id="{321C1841-106E-7D6B-ECDA-FC1AA10A0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3" name="Rectangle 528">
              <a:extLst>
                <a:ext uri="{FF2B5EF4-FFF2-40B4-BE49-F238E27FC236}">
                  <a16:creationId xmlns:a16="http://schemas.microsoft.com/office/drawing/2014/main" id="{D6B4C056-F330-24F2-33D8-E76BC17DD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4" name="Rectangle 529">
              <a:extLst>
                <a:ext uri="{FF2B5EF4-FFF2-40B4-BE49-F238E27FC236}">
                  <a16:creationId xmlns:a16="http://schemas.microsoft.com/office/drawing/2014/main" id="{BF8484C3-3E76-AE7C-DDAD-80C885DC3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5" name="Rectangle 530">
              <a:extLst>
                <a:ext uri="{FF2B5EF4-FFF2-40B4-BE49-F238E27FC236}">
                  <a16:creationId xmlns:a16="http://schemas.microsoft.com/office/drawing/2014/main" id="{B0B858A6-2B61-668A-034A-128E1AD7F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6" name="Rectangle 531">
              <a:extLst>
                <a:ext uri="{FF2B5EF4-FFF2-40B4-BE49-F238E27FC236}">
                  <a16:creationId xmlns:a16="http://schemas.microsoft.com/office/drawing/2014/main" id="{1043CB44-A61D-B87A-CDF3-4D81948D8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7" name="Rectangle 532">
              <a:extLst>
                <a:ext uri="{FF2B5EF4-FFF2-40B4-BE49-F238E27FC236}">
                  <a16:creationId xmlns:a16="http://schemas.microsoft.com/office/drawing/2014/main" id="{6600A2A7-7C43-8663-B572-36818779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58" name="Rectangle 533">
              <a:extLst>
                <a:ext uri="{FF2B5EF4-FFF2-40B4-BE49-F238E27FC236}">
                  <a16:creationId xmlns:a16="http://schemas.microsoft.com/office/drawing/2014/main" id="{44C090FC-E423-152C-18F9-F5DBDEB6C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2" name="Group 534">
            <a:extLst>
              <a:ext uri="{FF2B5EF4-FFF2-40B4-BE49-F238E27FC236}">
                <a16:creationId xmlns:a16="http://schemas.microsoft.com/office/drawing/2014/main" id="{6E2A4A83-5F69-E87A-5A5C-ED8B825A8BD8}"/>
              </a:ext>
            </a:extLst>
          </p:cNvPr>
          <p:cNvGrpSpPr>
            <a:grpSpLocks/>
          </p:cNvGrpSpPr>
          <p:nvPr/>
        </p:nvGrpSpPr>
        <p:grpSpPr bwMode="auto">
          <a:xfrm>
            <a:off x="1382713" y="3041650"/>
            <a:ext cx="1474787" cy="1463675"/>
            <a:chOff x="262" y="1078"/>
            <a:chExt cx="929" cy="922"/>
          </a:xfrm>
        </p:grpSpPr>
        <p:sp>
          <p:nvSpPr>
            <p:cNvPr id="23841" name="Rectangle 535">
              <a:extLst>
                <a:ext uri="{FF2B5EF4-FFF2-40B4-BE49-F238E27FC236}">
                  <a16:creationId xmlns:a16="http://schemas.microsoft.com/office/drawing/2014/main" id="{7984F07D-835C-CD63-A182-A841C13FC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2" name="Rectangle 536">
              <a:extLst>
                <a:ext uri="{FF2B5EF4-FFF2-40B4-BE49-F238E27FC236}">
                  <a16:creationId xmlns:a16="http://schemas.microsoft.com/office/drawing/2014/main" id="{45E4F621-46CF-7733-B7C2-D481D8028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3" name="Rectangle 537">
              <a:extLst>
                <a:ext uri="{FF2B5EF4-FFF2-40B4-BE49-F238E27FC236}">
                  <a16:creationId xmlns:a16="http://schemas.microsoft.com/office/drawing/2014/main" id="{D97D3CA3-27AC-2EC2-52E3-81691C305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4" name="Rectangle 538">
              <a:extLst>
                <a:ext uri="{FF2B5EF4-FFF2-40B4-BE49-F238E27FC236}">
                  <a16:creationId xmlns:a16="http://schemas.microsoft.com/office/drawing/2014/main" id="{D69A6E96-D666-0834-7B59-3031F55E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5" name="Rectangle 539">
              <a:extLst>
                <a:ext uri="{FF2B5EF4-FFF2-40B4-BE49-F238E27FC236}">
                  <a16:creationId xmlns:a16="http://schemas.microsoft.com/office/drawing/2014/main" id="{A21D8088-BCE7-0D46-727B-A0527C9E4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6" name="Rectangle 540">
              <a:extLst>
                <a:ext uri="{FF2B5EF4-FFF2-40B4-BE49-F238E27FC236}">
                  <a16:creationId xmlns:a16="http://schemas.microsoft.com/office/drawing/2014/main" id="{14462807-A592-C598-0491-847BD3E0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7" name="Rectangle 541">
              <a:extLst>
                <a:ext uri="{FF2B5EF4-FFF2-40B4-BE49-F238E27FC236}">
                  <a16:creationId xmlns:a16="http://schemas.microsoft.com/office/drawing/2014/main" id="{224420B6-509C-8450-48B3-6C3BEA3CA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8" name="Rectangle 542">
              <a:extLst>
                <a:ext uri="{FF2B5EF4-FFF2-40B4-BE49-F238E27FC236}">
                  <a16:creationId xmlns:a16="http://schemas.microsoft.com/office/drawing/2014/main" id="{C79E29D4-7595-150D-9FE2-3BE673E39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9" name="Rectangle 543">
              <a:extLst>
                <a:ext uri="{FF2B5EF4-FFF2-40B4-BE49-F238E27FC236}">
                  <a16:creationId xmlns:a16="http://schemas.microsoft.com/office/drawing/2014/main" id="{6D245C63-47A2-1E29-4C2D-0A14BD42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3" name="Group 544">
            <a:extLst>
              <a:ext uri="{FF2B5EF4-FFF2-40B4-BE49-F238E27FC236}">
                <a16:creationId xmlns:a16="http://schemas.microsoft.com/office/drawing/2014/main" id="{8DFDEAF9-91C7-D923-5647-ECF3899103A7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3538538"/>
            <a:ext cx="1474788" cy="1463675"/>
            <a:chOff x="262" y="1078"/>
            <a:chExt cx="929" cy="922"/>
          </a:xfrm>
        </p:grpSpPr>
        <p:sp>
          <p:nvSpPr>
            <p:cNvPr id="23832" name="Rectangle 545">
              <a:extLst>
                <a:ext uri="{FF2B5EF4-FFF2-40B4-BE49-F238E27FC236}">
                  <a16:creationId xmlns:a16="http://schemas.microsoft.com/office/drawing/2014/main" id="{8BAA4C87-7CEE-D1D0-8669-287D34F8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3" name="Rectangle 546">
              <a:extLst>
                <a:ext uri="{FF2B5EF4-FFF2-40B4-BE49-F238E27FC236}">
                  <a16:creationId xmlns:a16="http://schemas.microsoft.com/office/drawing/2014/main" id="{B57DBE38-EA15-1A6A-33F6-5449BB5A9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4" name="Rectangle 547">
              <a:extLst>
                <a:ext uri="{FF2B5EF4-FFF2-40B4-BE49-F238E27FC236}">
                  <a16:creationId xmlns:a16="http://schemas.microsoft.com/office/drawing/2014/main" id="{16B72CBE-5224-6114-CB81-95C0182F8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5" name="Rectangle 548">
              <a:extLst>
                <a:ext uri="{FF2B5EF4-FFF2-40B4-BE49-F238E27FC236}">
                  <a16:creationId xmlns:a16="http://schemas.microsoft.com/office/drawing/2014/main" id="{1817F2F2-5748-2629-351A-4C52B58C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6" name="Rectangle 549">
              <a:extLst>
                <a:ext uri="{FF2B5EF4-FFF2-40B4-BE49-F238E27FC236}">
                  <a16:creationId xmlns:a16="http://schemas.microsoft.com/office/drawing/2014/main" id="{52FC51B9-7FF4-A7C0-0265-A6327C39A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7" name="Rectangle 550">
              <a:extLst>
                <a:ext uri="{FF2B5EF4-FFF2-40B4-BE49-F238E27FC236}">
                  <a16:creationId xmlns:a16="http://schemas.microsoft.com/office/drawing/2014/main" id="{6CFE8DE4-143A-1473-D600-6265BF189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8" name="Rectangle 551">
              <a:extLst>
                <a:ext uri="{FF2B5EF4-FFF2-40B4-BE49-F238E27FC236}">
                  <a16:creationId xmlns:a16="http://schemas.microsoft.com/office/drawing/2014/main" id="{D20A8073-3D25-6D10-49B7-809D2361A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9" name="Rectangle 552">
              <a:extLst>
                <a:ext uri="{FF2B5EF4-FFF2-40B4-BE49-F238E27FC236}">
                  <a16:creationId xmlns:a16="http://schemas.microsoft.com/office/drawing/2014/main" id="{7ACA513B-B126-35FC-98F5-4EC2A3368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40" name="Rectangle 553">
              <a:extLst>
                <a:ext uri="{FF2B5EF4-FFF2-40B4-BE49-F238E27FC236}">
                  <a16:creationId xmlns:a16="http://schemas.microsoft.com/office/drawing/2014/main" id="{40160E6F-DCD6-204C-0389-BED879A8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4" name="Group 554">
            <a:extLst>
              <a:ext uri="{FF2B5EF4-FFF2-40B4-BE49-F238E27FC236}">
                <a16:creationId xmlns:a16="http://schemas.microsoft.com/office/drawing/2014/main" id="{0133CC9E-B3C3-CC19-762E-1E08E09D1F27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3538538"/>
            <a:ext cx="1474788" cy="1463675"/>
            <a:chOff x="262" y="1078"/>
            <a:chExt cx="929" cy="922"/>
          </a:xfrm>
        </p:grpSpPr>
        <p:sp>
          <p:nvSpPr>
            <p:cNvPr id="23823" name="Rectangle 555">
              <a:extLst>
                <a:ext uri="{FF2B5EF4-FFF2-40B4-BE49-F238E27FC236}">
                  <a16:creationId xmlns:a16="http://schemas.microsoft.com/office/drawing/2014/main" id="{BAB4CF69-DA37-F1E3-324C-CF16C769E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4" name="Rectangle 556">
              <a:extLst>
                <a:ext uri="{FF2B5EF4-FFF2-40B4-BE49-F238E27FC236}">
                  <a16:creationId xmlns:a16="http://schemas.microsoft.com/office/drawing/2014/main" id="{1E045D59-6EE2-0583-459E-B3C56B33F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5" name="Rectangle 557">
              <a:extLst>
                <a:ext uri="{FF2B5EF4-FFF2-40B4-BE49-F238E27FC236}">
                  <a16:creationId xmlns:a16="http://schemas.microsoft.com/office/drawing/2014/main" id="{B5472557-8405-CDCB-867B-CA66B109A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6" name="Rectangle 558">
              <a:extLst>
                <a:ext uri="{FF2B5EF4-FFF2-40B4-BE49-F238E27FC236}">
                  <a16:creationId xmlns:a16="http://schemas.microsoft.com/office/drawing/2014/main" id="{6AF8FD03-0C5D-5427-1ACB-D259A2868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7" name="Rectangle 559">
              <a:extLst>
                <a:ext uri="{FF2B5EF4-FFF2-40B4-BE49-F238E27FC236}">
                  <a16:creationId xmlns:a16="http://schemas.microsoft.com/office/drawing/2014/main" id="{05E66BBC-A649-3BA4-B791-73D958F1F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8" name="Rectangle 560">
              <a:extLst>
                <a:ext uri="{FF2B5EF4-FFF2-40B4-BE49-F238E27FC236}">
                  <a16:creationId xmlns:a16="http://schemas.microsoft.com/office/drawing/2014/main" id="{DB8080E6-1BA2-A33D-E469-33E90888A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9" name="Rectangle 561">
              <a:extLst>
                <a:ext uri="{FF2B5EF4-FFF2-40B4-BE49-F238E27FC236}">
                  <a16:creationId xmlns:a16="http://schemas.microsoft.com/office/drawing/2014/main" id="{B7BB760E-D899-3D6E-4240-47C96A004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0" name="Rectangle 562">
              <a:extLst>
                <a:ext uri="{FF2B5EF4-FFF2-40B4-BE49-F238E27FC236}">
                  <a16:creationId xmlns:a16="http://schemas.microsoft.com/office/drawing/2014/main" id="{5B68CAF5-4EF8-B14D-6B42-893755B14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31" name="Rectangle 563">
              <a:extLst>
                <a:ext uri="{FF2B5EF4-FFF2-40B4-BE49-F238E27FC236}">
                  <a16:creationId xmlns:a16="http://schemas.microsoft.com/office/drawing/2014/main" id="{7453086C-DCAB-B648-D9CF-209327771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5" name="Group 564">
            <a:extLst>
              <a:ext uri="{FF2B5EF4-FFF2-40B4-BE49-F238E27FC236}">
                <a16:creationId xmlns:a16="http://schemas.microsoft.com/office/drawing/2014/main" id="{1AE945B2-A84D-975D-D7CC-AB5957C702E1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3538538"/>
            <a:ext cx="1474787" cy="1463675"/>
            <a:chOff x="262" y="1078"/>
            <a:chExt cx="929" cy="922"/>
          </a:xfrm>
        </p:grpSpPr>
        <p:sp>
          <p:nvSpPr>
            <p:cNvPr id="23814" name="Rectangle 565">
              <a:extLst>
                <a:ext uri="{FF2B5EF4-FFF2-40B4-BE49-F238E27FC236}">
                  <a16:creationId xmlns:a16="http://schemas.microsoft.com/office/drawing/2014/main" id="{0E35D397-B853-06D4-F207-CEEE18400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5" name="Rectangle 566">
              <a:extLst>
                <a:ext uri="{FF2B5EF4-FFF2-40B4-BE49-F238E27FC236}">
                  <a16:creationId xmlns:a16="http://schemas.microsoft.com/office/drawing/2014/main" id="{CC6CADB3-08FC-4DD6-0C1D-8DCA14888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6" name="Rectangle 567">
              <a:extLst>
                <a:ext uri="{FF2B5EF4-FFF2-40B4-BE49-F238E27FC236}">
                  <a16:creationId xmlns:a16="http://schemas.microsoft.com/office/drawing/2014/main" id="{BAD84583-D6AE-86FE-CB2D-EDCECCF0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7" name="Rectangle 568">
              <a:extLst>
                <a:ext uri="{FF2B5EF4-FFF2-40B4-BE49-F238E27FC236}">
                  <a16:creationId xmlns:a16="http://schemas.microsoft.com/office/drawing/2014/main" id="{DFB5442F-401B-0087-F479-F3C289A9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8" name="Rectangle 569">
              <a:extLst>
                <a:ext uri="{FF2B5EF4-FFF2-40B4-BE49-F238E27FC236}">
                  <a16:creationId xmlns:a16="http://schemas.microsoft.com/office/drawing/2014/main" id="{60F58D29-33BF-3785-401C-CDE29FCC6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9" name="Rectangle 570">
              <a:extLst>
                <a:ext uri="{FF2B5EF4-FFF2-40B4-BE49-F238E27FC236}">
                  <a16:creationId xmlns:a16="http://schemas.microsoft.com/office/drawing/2014/main" id="{71F2C082-3480-DFA4-360B-69BE1A374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0" name="Rectangle 571">
              <a:extLst>
                <a:ext uri="{FF2B5EF4-FFF2-40B4-BE49-F238E27FC236}">
                  <a16:creationId xmlns:a16="http://schemas.microsoft.com/office/drawing/2014/main" id="{5367684E-09A2-F3D7-394E-DB468735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1" name="Rectangle 572">
              <a:extLst>
                <a:ext uri="{FF2B5EF4-FFF2-40B4-BE49-F238E27FC236}">
                  <a16:creationId xmlns:a16="http://schemas.microsoft.com/office/drawing/2014/main" id="{46144EB7-F114-B255-9571-81149BC83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22" name="Rectangle 573">
              <a:extLst>
                <a:ext uri="{FF2B5EF4-FFF2-40B4-BE49-F238E27FC236}">
                  <a16:creationId xmlns:a16="http://schemas.microsoft.com/office/drawing/2014/main" id="{B2A56477-D5C0-BB7A-8497-15EE2D3D1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6" name="Group 574">
            <a:extLst>
              <a:ext uri="{FF2B5EF4-FFF2-40B4-BE49-F238E27FC236}">
                <a16:creationId xmlns:a16="http://schemas.microsoft.com/office/drawing/2014/main" id="{67E000DB-8259-4845-0E70-513C8AC995DF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3538538"/>
            <a:ext cx="1474787" cy="1463675"/>
            <a:chOff x="262" y="1078"/>
            <a:chExt cx="929" cy="922"/>
          </a:xfrm>
        </p:grpSpPr>
        <p:sp>
          <p:nvSpPr>
            <p:cNvPr id="23805" name="Rectangle 575">
              <a:extLst>
                <a:ext uri="{FF2B5EF4-FFF2-40B4-BE49-F238E27FC236}">
                  <a16:creationId xmlns:a16="http://schemas.microsoft.com/office/drawing/2014/main" id="{4C3FB79F-2B92-4D5E-985A-D39017F91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6" name="Rectangle 576">
              <a:extLst>
                <a:ext uri="{FF2B5EF4-FFF2-40B4-BE49-F238E27FC236}">
                  <a16:creationId xmlns:a16="http://schemas.microsoft.com/office/drawing/2014/main" id="{F8073490-F898-2F6E-6AA9-DC566AA7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7" name="Rectangle 577">
              <a:extLst>
                <a:ext uri="{FF2B5EF4-FFF2-40B4-BE49-F238E27FC236}">
                  <a16:creationId xmlns:a16="http://schemas.microsoft.com/office/drawing/2014/main" id="{323B5179-6F1C-CC0E-5EFE-FDC14EA1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8" name="Rectangle 578">
              <a:extLst>
                <a:ext uri="{FF2B5EF4-FFF2-40B4-BE49-F238E27FC236}">
                  <a16:creationId xmlns:a16="http://schemas.microsoft.com/office/drawing/2014/main" id="{38F63DDA-DA01-7898-1F1F-5D6144C64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9" name="Rectangle 579">
              <a:extLst>
                <a:ext uri="{FF2B5EF4-FFF2-40B4-BE49-F238E27FC236}">
                  <a16:creationId xmlns:a16="http://schemas.microsoft.com/office/drawing/2014/main" id="{F1FEC2D5-AB70-09FC-59CF-6132B96FF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0" name="Rectangle 580">
              <a:extLst>
                <a:ext uri="{FF2B5EF4-FFF2-40B4-BE49-F238E27FC236}">
                  <a16:creationId xmlns:a16="http://schemas.microsoft.com/office/drawing/2014/main" id="{BAE358B6-C6A6-BE99-0E31-A48070189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1" name="Rectangle 581">
              <a:extLst>
                <a:ext uri="{FF2B5EF4-FFF2-40B4-BE49-F238E27FC236}">
                  <a16:creationId xmlns:a16="http://schemas.microsoft.com/office/drawing/2014/main" id="{BEF27909-BD7C-116E-DEF7-6310D25EE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2" name="Rectangle 582">
              <a:extLst>
                <a:ext uri="{FF2B5EF4-FFF2-40B4-BE49-F238E27FC236}">
                  <a16:creationId xmlns:a16="http://schemas.microsoft.com/office/drawing/2014/main" id="{9149FE68-95D7-67F2-BCE9-793B4B414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13" name="Rectangle 583">
              <a:extLst>
                <a:ext uri="{FF2B5EF4-FFF2-40B4-BE49-F238E27FC236}">
                  <a16:creationId xmlns:a16="http://schemas.microsoft.com/office/drawing/2014/main" id="{6AB3F5C5-0405-ADC3-1006-A28C6FB4F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7" name="Group 584">
            <a:extLst>
              <a:ext uri="{FF2B5EF4-FFF2-40B4-BE49-F238E27FC236}">
                <a16:creationId xmlns:a16="http://schemas.microsoft.com/office/drawing/2014/main" id="{69D73852-FBBE-9788-6950-CC498A61B450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3538538"/>
            <a:ext cx="1474787" cy="1463675"/>
            <a:chOff x="262" y="1078"/>
            <a:chExt cx="929" cy="922"/>
          </a:xfrm>
        </p:grpSpPr>
        <p:sp>
          <p:nvSpPr>
            <p:cNvPr id="23796" name="Rectangle 585">
              <a:extLst>
                <a:ext uri="{FF2B5EF4-FFF2-40B4-BE49-F238E27FC236}">
                  <a16:creationId xmlns:a16="http://schemas.microsoft.com/office/drawing/2014/main" id="{0699DF0C-D110-911D-45D2-D4911A2BC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7" name="Rectangle 586">
              <a:extLst>
                <a:ext uri="{FF2B5EF4-FFF2-40B4-BE49-F238E27FC236}">
                  <a16:creationId xmlns:a16="http://schemas.microsoft.com/office/drawing/2014/main" id="{9B1AE935-0D35-0E28-57D0-20B8E42F4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8" name="Rectangle 587">
              <a:extLst>
                <a:ext uri="{FF2B5EF4-FFF2-40B4-BE49-F238E27FC236}">
                  <a16:creationId xmlns:a16="http://schemas.microsoft.com/office/drawing/2014/main" id="{DB23AC5D-5767-8229-B7B0-5E7A064D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9" name="Rectangle 588">
              <a:extLst>
                <a:ext uri="{FF2B5EF4-FFF2-40B4-BE49-F238E27FC236}">
                  <a16:creationId xmlns:a16="http://schemas.microsoft.com/office/drawing/2014/main" id="{F06D0DED-9971-85DA-3A78-C50D3C2C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0" name="Rectangle 589">
              <a:extLst>
                <a:ext uri="{FF2B5EF4-FFF2-40B4-BE49-F238E27FC236}">
                  <a16:creationId xmlns:a16="http://schemas.microsoft.com/office/drawing/2014/main" id="{092C3D8E-87D3-5B22-6AF2-58425554E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1" name="Rectangle 590">
              <a:extLst>
                <a:ext uri="{FF2B5EF4-FFF2-40B4-BE49-F238E27FC236}">
                  <a16:creationId xmlns:a16="http://schemas.microsoft.com/office/drawing/2014/main" id="{9DE7CA09-0B24-C3FF-C6A4-D2EF4C400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2" name="Rectangle 591">
              <a:extLst>
                <a:ext uri="{FF2B5EF4-FFF2-40B4-BE49-F238E27FC236}">
                  <a16:creationId xmlns:a16="http://schemas.microsoft.com/office/drawing/2014/main" id="{549BB631-2E01-414C-2C75-44F7DB6DD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3" name="Rectangle 592">
              <a:extLst>
                <a:ext uri="{FF2B5EF4-FFF2-40B4-BE49-F238E27FC236}">
                  <a16:creationId xmlns:a16="http://schemas.microsoft.com/office/drawing/2014/main" id="{83BCABFF-C629-6DD2-7ADB-61A8CA0B4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4" name="Rectangle 593">
              <a:extLst>
                <a:ext uri="{FF2B5EF4-FFF2-40B4-BE49-F238E27FC236}">
                  <a16:creationId xmlns:a16="http://schemas.microsoft.com/office/drawing/2014/main" id="{71FFF788-8C58-A860-1E1E-FE641F401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8" name="Group 594">
            <a:extLst>
              <a:ext uri="{FF2B5EF4-FFF2-40B4-BE49-F238E27FC236}">
                <a16:creationId xmlns:a16="http://schemas.microsoft.com/office/drawing/2014/main" id="{E42A273F-C7F0-2AAB-272D-65321F691976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3538538"/>
            <a:ext cx="1474788" cy="1463675"/>
            <a:chOff x="262" y="1078"/>
            <a:chExt cx="929" cy="922"/>
          </a:xfrm>
        </p:grpSpPr>
        <p:sp>
          <p:nvSpPr>
            <p:cNvPr id="23787" name="Rectangle 595">
              <a:extLst>
                <a:ext uri="{FF2B5EF4-FFF2-40B4-BE49-F238E27FC236}">
                  <a16:creationId xmlns:a16="http://schemas.microsoft.com/office/drawing/2014/main" id="{65EF0EAB-2435-4943-448D-0229FE9E3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8" name="Rectangle 596">
              <a:extLst>
                <a:ext uri="{FF2B5EF4-FFF2-40B4-BE49-F238E27FC236}">
                  <a16:creationId xmlns:a16="http://schemas.microsoft.com/office/drawing/2014/main" id="{07117F5E-CAF3-B5BC-83BB-3BAF908DA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9" name="Rectangle 597">
              <a:extLst>
                <a:ext uri="{FF2B5EF4-FFF2-40B4-BE49-F238E27FC236}">
                  <a16:creationId xmlns:a16="http://schemas.microsoft.com/office/drawing/2014/main" id="{45F8B052-FAE0-6E39-6620-0EA62DE9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0" name="Rectangle 598">
              <a:extLst>
                <a:ext uri="{FF2B5EF4-FFF2-40B4-BE49-F238E27FC236}">
                  <a16:creationId xmlns:a16="http://schemas.microsoft.com/office/drawing/2014/main" id="{0DF03733-CF56-C220-8B24-547A38310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1" name="Rectangle 599">
              <a:extLst>
                <a:ext uri="{FF2B5EF4-FFF2-40B4-BE49-F238E27FC236}">
                  <a16:creationId xmlns:a16="http://schemas.microsoft.com/office/drawing/2014/main" id="{9E4CBB1E-9E69-7659-D3DC-50789B2CB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2" name="Rectangle 600">
              <a:extLst>
                <a:ext uri="{FF2B5EF4-FFF2-40B4-BE49-F238E27FC236}">
                  <a16:creationId xmlns:a16="http://schemas.microsoft.com/office/drawing/2014/main" id="{B26000D9-53D7-013B-D66B-0F603222D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3" name="Rectangle 601">
              <a:extLst>
                <a:ext uri="{FF2B5EF4-FFF2-40B4-BE49-F238E27FC236}">
                  <a16:creationId xmlns:a16="http://schemas.microsoft.com/office/drawing/2014/main" id="{36ECFDFB-81BD-AC77-8CC8-D0029B181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4" name="Rectangle 602">
              <a:extLst>
                <a:ext uri="{FF2B5EF4-FFF2-40B4-BE49-F238E27FC236}">
                  <a16:creationId xmlns:a16="http://schemas.microsoft.com/office/drawing/2014/main" id="{374C1A42-1CE4-FA3F-A1F4-53F69658E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5" name="Rectangle 603">
              <a:extLst>
                <a:ext uri="{FF2B5EF4-FFF2-40B4-BE49-F238E27FC236}">
                  <a16:creationId xmlns:a16="http://schemas.microsoft.com/office/drawing/2014/main" id="{7FC0162B-7C62-73CC-3517-BA3FDFD39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89" name="Group 604">
            <a:extLst>
              <a:ext uri="{FF2B5EF4-FFF2-40B4-BE49-F238E27FC236}">
                <a16:creationId xmlns:a16="http://schemas.microsoft.com/office/drawing/2014/main" id="{29FD98F0-C897-1A0B-0640-B98D3262C112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3538538"/>
            <a:ext cx="1474788" cy="1463675"/>
            <a:chOff x="262" y="1078"/>
            <a:chExt cx="929" cy="922"/>
          </a:xfrm>
        </p:grpSpPr>
        <p:sp>
          <p:nvSpPr>
            <p:cNvPr id="23778" name="Rectangle 605">
              <a:extLst>
                <a:ext uri="{FF2B5EF4-FFF2-40B4-BE49-F238E27FC236}">
                  <a16:creationId xmlns:a16="http://schemas.microsoft.com/office/drawing/2014/main" id="{CA8E0D5B-E664-C8F1-1EAC-A24289DAB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9" name="Rectangle 606">
              <a:extLst>
                <a:ext uri="{FF2B5EF4-FFF2-40B4-BE49-F238E27FC236}">
                  <a16:creationId xmlns:a16="http://schemas.microsoft.com/office/drawing/2014/main" id="{390556AC-7C31-A2CF-467D-BBB5D52A8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0" name="Rectangle 607">
              <a:extLst>
                <a:ext uri="{FF2B5EF4-FFF2-40B4-BE49-F238E27FC236}">
                  <a16:creationId xmlns:a16="http://schemas.microsoft.com/office/drawing/2014/main" id="{E99B9016-A387-98C5-6FA7-0AB764D83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1" name="Rectangle 608">
              <a:extLst>
                <a:ext uri="{FF2B5EF4-FFF2-40B4-BE49-F238E27FC236}">
                  <a16:creationId xmlns:a16="http://schemas.microsoft.com/office/drawing/2014/main" id="{166CBC69-C89B-D49C-AEB9-47E170143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2" name="Rectangle 609">
              <a:extLst>
                <a:ext uri="{FF2B5EF4-FFF2-40B4-BE49-F238E27FC236}">
                  <a16:creationId xmlns:a16="http://schemas.microsoft.com/office/drawing/2014/main" id="{E35E9A46-C2D4-2259-7CED-B537E0FE7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3" name="Rectangle 610">
              <a:extLst>
                <a:ext uri="{FF2B5EF4-FFF2-40B4-BE49-F238E27FC236}">
                  <a16:creationId xmlns:a16="http://schemas.microsoft.com/office/drawing/2014/main" id="{D6607849-11F1-86E6-8E46-02F413B45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4" name="Rectangle 611">
              <a:extLst>
                <a:ext uri="{FF2B5EF4-FFF2-40B4-BE49-F238E27FC236}">
                  <a16:creationId xmlns:a16="http://schemas.microsoft.com/office/drawing/2014/main" id="{32AD8B49-341B-FD84-8572-613E2B4F2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5" name="Rectangle 612">
              <a:extLst>
                <a:ext uri="{FF2B5EF4-FFF2-40B4-BE49-F238E27FC236}">
                  <a16:creationId xmlns:a16="http://schemas.microsoft.com/office/drawing/2014/main" id="{46C424E0-3D0B-DC45-D87A-CA2406FC7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6" name="Rectangle 613">
              <a:extLst>
                <a:ext uri="{FF2B5EF4-FFF2-40B4-BE49-F238E27FC236}">
                  <a16:creationId xmlns:a16="http://schemas.microsoft.com/office/drawing/2014/main" id="{DB84AFEF-49D5-4E6E-6D1F-CB2F36553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0" name="Group 614">
            <a:extLst>
              <a:ext uri="{FF2B5EF4-FFF2-40B4-BE49-F238E27FC236}">
                <a16:creationId xmlns:a16="http://schemas.microsoft.com/office/drawing/2014/main" id="{EEFBDCA3-0935-7E51-D271-8A7E8B178B97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3538538"/>
            <a:ext cx="1474788" cy="1463675"/>
            <a:chOff x="262" y="1078"/>
            <a:chExt cx="929" cy="922"/>
          </a:xfrm>
        </p:grpSpPr>
        <p:sp>
          <p:nvSpPr>
            <p:cNvPr id="23769" name="Rectangle 615">
              <a:extLst>
                <a:ext uri="{FF2B5EF4-FFF2-40B4-BE49-F238E27FC236}">
                  <a16:creationId xmlns:a16="http://schemas.microsoft.com/office/drawing/2014/main" id="{1CE01820-1227-D0FC-0AB0-8338C14CF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0" name="Rectangle 616">
              <a:extLst>
                <a:ext uri="{FF2B5EF4-FFF2-40B4-BE49-F238E27FC236}">
                  <a16:creationId xmlns:a16="http://schemas.microsoft.com/office/drawing/2014/main" id="{9DE90FBE-DB6C-999C-B16B-EFE90B5CF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1" name="Rectangle 617">
              <a:extLst>
                <a:ext uri="{FF2B5EF4-FFF2-40B4-BE49-F238E27FC236}">
                  <a16:creationId xmlns:a16="http://schemas.microsoft.com/office/drawing/2014/main" id="{50B739F4-0246-E360-F9C7-12C4C5FAF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2" name="Rectangle 618">
              <a:extLst>
                <a:ext uri="{FF2B5EF4-FFF2-40B4-BE49-F238E27FC236}">
                  <a16:creationId xmlns:a16="http://schemas.microsoft.com/office/drawing/2014/main" id="{FB1E990C-8798-7922-D16B-B9D3889A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3" name="Rectangle 619">
              <a:extLst>
                <a:ext uri="{FF2B5EF4-FFF2-40B4-BE49-F238E27FC236}">
                  <a16:creationId xmlns:a16="http://schemas.microsoft.com/office/drawing/2014/main" id="{D8B8F9C5-429E-D537-B3CF-77FD5BF69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4" name="Rectangle 620">
              <a:extLst>
                <a:ext uri="{FF2B5EF4-FFF2-40B4-BE49-F238E27FC236}">
                  <a16:creationId xmlns:a16="http://schemas.microsoft.com/office/drawing/2014/main" id="{BA6B49C1-B106-A827-C4E4-47268E3B1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5" name="Rectangle 621">
              <a:extLst>
                <a:ext uri="{FF2B5EF4-FFF2-40B4-BE49-F238E27FC236}">
                  <a16:creationId xmlns:a16="http://schemas.microsoft.com/office/drawing/2014/main" id="{B0DB9634-88EE-C198-8791-6B51F9A7E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6" name="Rectangle 622">
              <a:extLst>
                <a:ext uri="{FF2B5EF4-FFF2-40B4-BE49-F238E27FC236}">
                  <a16:creationId xmlns:a16="http://schemas.microsoft.com/office/drawing/2014/main" id="{259E652A-7C6C-FCBF-332C-8A27C8091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7" name="Rectangle 623">
              <a:extLst>
                <a:ext uri="{FF2B5EF4-FFF2-40B4-BE49-F238E27FC236}">
                  <a16:creationId xmlns:a16="http://schemas.microsoft.com/office/drawing/2014/main" id="{75171F08-78CB-BD76-A16C-BE8037B24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1" name="Group 624">
            <a:extLst>
              <a:ext uri="{FF2B5EF4-FFF2-40B4-BE49-F238E27FC236}">
                <a16:creationId xmlns:a16="http://schemas.microsoft.com/office/drawing/2014/main" id="{AA828682-F44A-02FB-5632-B254A1AFFF49}"/>
              </a:ext>
            </a:extLst>
          </p:cNvPr>
          <p:cNvGrpSpPr>
            <a:grpSpLocks/>
          </p:cNvGrpSpPr>
          <p:nvPr/>
        </p:nvGrpSpPr>
        <p:grpSpPr bwMode="auto">
          <a:xfrm>
            <a:off x="-98425" y="4011613"/>
            <a:ext cx="1474788" cy="1463675"/>
            <a:chOff x="262" y="1078"/>
            <a:chExt cx="929" cy="922"/>
          </a:xfrm>
        </p:grpSpPr>
        <p:sp>
          <p:nvSpPr>
            <p:cNvPr id="23760" name="Rectangle 625">
              <a:extLst>
                <a:ext uri="{FF2B5EF4-FFF2-40B4-BE49-F238E27FC236}">
                  <a16:creationId xmlns:a16="http://schemas.microsoft.com/office/drawing/2014/main" id="{72634029-EF6F-8793-3302-C591381F5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1" name="Rectangle 626">
              <a:extLst>
                <a:ext uri="{FF2B5EF4-FFF2-40B4-BE49-F238E27FC236}">
                  <a16:creationId xmlns:a16="http://schemas.microsoft.com/office/drawing/2014/main" id="{146C26D7-2BB6-BC92-340A-E0B73E7AD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2" name="Rectangle 627">
              <a:extLst>
                <a:ext uri="{FF2B5EF4-FFF2-40B4-BE49-F238E27FC236}">
                  <a16:creationId xmlns:a16="http://schemas.microsoft.com/office/drawing/2014/main" id="{EFC45130-D12C-8693-0B18-89AC29EC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3" name="Rectangle 628">
              <a:extLst>
                <a:ext uri="{FF2B5EF4-FFF2-40B4-BE49-F238E27FC236}">
                  <a16:creationId xmlns:a16="http://schemas.microsoft.com/office/drawing/2014/main" id="{81DCBB02-9789-7807-C3A9-A6E93C46B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4" name="Rectangle 629">
              <a:extLst>
                <a:ext uri="{FF2B5EF4-FFF2-40B4-BE49-F238E27FC236}">
                  <a16:creationId xmlns:a16="http://schemas.microsoft.com/office/drawing/2014/main" id="{7F479424-8F2A-331B-485F-DDDD3F907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5" name="Rectangle 630">
              <a:extLst>
                <a:ext uri="{FF2B5EF4-FFF2-40B4-BE49-F238E27FC236}">
                  <a16:creationId xmlns:a16="http://schemas.microsoft.com/office/drawing/2014/main" id="{102A44AA-3F91-DEF8-CE28-659F918C0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6" name="Rectangle 631">
              <a:extLst>
                <a:ext uri="{FF2B5EF4-FFF2-40B4-BE49-F238E27FC236}">
                  <a16:creationId xmlns:a16="http://schemas.microsoft.com/office/drawing/2014/main" id="{E5584AE9-8D50-E49D-449C-E2163D2E4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7" name="Rectangle 632">
              <a:extLst>
                <a:ext uri="{FF2B5EF4-FFF2-40B4-BE49-F238E27FC236}">
                  <a16:creationId xmlns:a16="http://schemas.microsoft.com/office/drawing/2014/main" id="{6D5E7489-4FB5-2650-D37F-B3FA25173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8" name="Rectangle 633">
              <a:extLst>
                <a:ext uri="{FF2B5EF4-FFF2-40B4-BE49-F238E27FC236}">
                  <a16:creationId xmlns:a16="http://schemas.microsoft.com/office/drawing/2014/main" id="{7C25105F-97ED-F22D-AC93-C0B48473C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2" name="Group 634">
            <a:extLst>
              <a:ext uri="{FF2B5EF4-FFF2-40B4-BE49-F238E27FC236}">
                <a16:creationId xmlns:a16="http://schemas.microsoft.com/office/drawing/2014/main" id="{7166689A-5D0D-329A-8E71-0552FFA87402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4011613"/>
            <a:ext cx="1474787" cy="1463675"/>
            <a:chOff x="262" y="1078"/>
            <a:chExt cx="929" cy="922"/>
          </a:xfrm>
        </p:grpSpPr>
        <p:sp>
          <p:nvSpPr>
            <p:cNvPr id="23751" name="Rectangle 635">
              <a:extLst>
                <a:ext uri="{FF2B5EF4-FFF2-40B4-BE49-F238E27FC236}">
                  <a16:creationId xmlns:a16="http://schemas.microsoft.com/office/drawing/2014/main" id="{C52A619B-3DC8-1D80-0B67-C697BCA87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2" name="Rectangle 636">
              <a:extLst>
                <a:ext uri="{FF2B5EF4-FFF2-40B4-BE49-F238E27FC236}">
                  <a16:creationId xmlns:a16="http://schemas.microsoft.com/office/drawing/2014/main" id="{4A842D66-8D43-839F-241E-9C61FE42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3" name="Rectangle 637">
              <a:extLst>
                <a:ext uri="{FF2B5EF4-FFF2-40B4-BE49-F238E27FC236}">
                  <a16:creationId xmlns:a16="http://schemas.microsoft.com/office/drawing/2014/main" id="{1D1E5085-1534-CD74-69BD-0882B0A7F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4" name="Rectangle 638">
              <a:extLst>
                <a:ext uri="{FF2B5EF4-FFF2-40B4-BE49-F238E27FC236}">
                  <a16:creationId xmlns:a16="http://schemas.microsoft.com/office/drawing/2014/main" id="{9EAEC741-FF34-D0FB-CF71-D8F3FBFD2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5" name="Rectangle 639">
              <a:extLst>
                <a:ext uri="{FF2B5EF4-FFF2-40B4-BE49-F238E27FC236}">
                  <a16:creationId xmlns:a16="http://schemas.microsoft.com/office/drawing/2014/main" id="{A1AA70E3-92A3-6E58-5B7C-505F818FB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6" name="Rectangle 640">
              <a:extLst>
                <a:ext uri="{FF2B5EF4-FFF2-40B4-BE49-F238E27FC236}">
                  <a16:creationId xmlns:a16="http://schemas.microsoft.com/office/drawing/2014/main" id="{C7779FF8-583A-6045-E2DC-D34F8FF5A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7" name="Rectangle 641">
              <a:extLst>
                <a:ext uri="{FF2B5EF4-FFF2-40B4-BE49-F238E27FC236}">
                  <a16:creationId xmlns:a16="http://schemas.microsoft.com/office/drawing/2014/main" id="{D6A74C0D-5959-2188-C9CE-3E5CCBD13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8" name="Rectangle 642">
              <a:extLst>
                <a:ext uri="{FF2B5EF4-FFF2-40B4-BE49-F238E27FC236}">
                  <a16:creationId xmlns:a16="http://schemas.microsoft.com/office/drawing/2014/main" id="{DAED8093-E060-552C-7705-5E694285F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9" name="Rectangle 643">
              <a:extLst>
                <a:ext uri="{FF2B5EF4-FFF2-40B4-BE49-F238E27FC236}">
                  <a16:creationId xmlns:a16="http://schemas.microsoft.com/office/drawing/2014/main" id="{CA1557AE-59D6-09EA-92C2-44DAED799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3" name="Group 644">
            <a:extLst>
              <a:ext uri="{FF2B5EF4-FFF2-40B4-BE49-F238E27FC236}">
                <a16:creationId xmlns:a16="http://schemas.microsoft.com/office/drawing/2014/main" id="{C20846C1-03DF-98FE-E03C-52D8BED69FE1}"/>
              </a:ext>
            </a:extLst>
          </p:cNvPr>
          <p:cNvGrpSpPr>
            <a:grpSpLocks/>
          </p:cNvGrpSpPr>
          <p:nvPr/>
        </p:nvGrpSpPr>
        <p:grpSpPr bwMode="auto">
          <a:xfrm>
            <a:off x="885825" y="4011613"/>
            <a:ext cx="1474788" cy="1463675"/>
            <a:chOff x="262" y="1078"/>
            <a:chExt cx="929" cy="922"/>
          </a:xfrm>
        </p:grpSpPr>
        <p:sp>
          <p:nvSpPr>
            <p:cNvPr id="23742" name="Rectangle 645">
              <a:extLst>
                <a:ext uri="{FF2B5EF4-FFF2-40B4-BE49-F238E27FC236}">
                  <a16:creationId xmlns:a16="http://schemas.microsoft.com/office/drawing/2014/main" id="{88A61B0F-DD7C-CAE3-9D28-B786C85FB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3" name="Rectangle 646">
              <a:extLst>
                <a:ext uri="{FF2B5EF4-FFF2-40B4-BE49-F238E27FC236}">
                  <a16:creationId xmlns:a16="http://schemas.microsoft.com/office/drawing/2014/main" id="{6567739F-C163-1A5C-C3DC-C72E7A9E9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4" name="Rectangle 647">
              <a:extLst>
                <a:ext uri="{FF2B5EF4-FFF2-40B4-BE49-F238E27FC236}">
                  <a16:creationId xmlns:a16="http://schemas.microsoft.com/office/drawing/2014/main" id="{9777CB46-A2D1-150C-D059-5F07E868B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5" name="Rectangle 648">
              <a:extLst>
                <a:ext uri="{FF2B5EF4-FFF2-40B4-BE49-F238E27FC236}">
                  <a16:creationId xmlns:a16="http://schemas.microsoft.com/office/drawing/2014/main" id="{9630EBEB-B4EA-D89B-8157-A2E6D18BD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6" name="Rectangle 649">
              <a:extLst>
                <a:ext uri="{FF2B5EF4-FFF2-40B4-BE49-F238E27FC236}">
                  <a16:creationId xmlns:a16="http://schemas.microsoft.com/office/drawing/2014/main" id="{0640E82F-A32C-65DB-900B-78FBBBF05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7" name="Rectangle 650">
              <a:extLst>
                <a:ext uri="{FF2B5EF4-FFF2-40B4-BE49-F238E27FC236}">
                  <a16:creationId xmlns:a16="http://schemas.microsoft.com/office/drawing/2014/main" id="{10C54747-BE9C-E305-B81F-BE99E9C2F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8" name="Rectangle 651">
              <a:extLst>
                <a:ext uri="{FF2B5EF4-FFF2-40B4-BE49-F238E27FC236}">
                  <a16:creationId xmlns:a16="http://schemas.microsoft.com/office/drawing/2014/main" id="{5D3362F2-1701-07F4-41BB-2A7950562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9" name="Rectangle 652">
              <a:extLst>
                <a:ext uri="{FF2B5EF4-FFF2-40B4-BE49-F238E27FC236}">
                  <a16:creationId xmlns:a16="http://schemas.microsoft.com/office/drawing/2014/main" id="{9929B3ED-3494-A1CF-79ED-D0602F1F8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0" name="Rectangle 653">
              <a:extLst>
                <a:ext uri="{FF2B5EF4-FFF2-40B4-BE49-F238E27FC236}">
                  <a16:creationId xmlns:a16="http://schemas.microsoft.com/office/drawing/2014/main" id="{AF83FA55-C983-FF76-82CC-5E1A519C0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4" name="Group 654">
            <a:extLst>
              <a:ext uri="{FF2B5EF4-FFF2-40B4-BE49-F238E27FC236}">
                <a16:creationId xmlns:a16="http://schemas.microsoft.com/office/drawing/2014/main" id="{0F13F051-D84B-80D0-B284-A51D153BAF85}"/>
              </a:ext>
            </a:extLst>
          </p:cNvPr>
          <p:cNvGrpSpPr>
            <a:grpSpLocks/>
          </p:cNvGrpSpPr>
          <p:nvPr/>
        </p:nvGrpSpPr>
        <p:grpSpPr bwMode="auto">
          <a:xfrm>
            <a:off x="1857375" y="4011613"/>
            <a:ext cx="1474788" cy="1463675"/>
            <a:chOff x="262" y="1078"/>
            <a:chExt cx="929" cy="922"/>
          </a:xfrm>
        </p:grpSpPr>
        <p:sp>
          <p:nvSpPr>
            <p:cNvPr id="23733" name="Rectangle 655">
              <a:extLst>
                <a:ext uri="{FF2B5EF4-FFF2-40B4-BE49-F238E27FC236}">
                  <a16:creationId xmlns:a16="http://schemas.microsoft.com/office/drawing/2014/main" id="{9EAB3F69-D163-FB14-2E57-6D5A6A32A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4" name="Rectangle 656">
              <a:extLst>
                <a:ext uri="{FF2B5EF4-FFF2-40B4-BE49-F238E27FC236}">
                  <a16:creationId xmlns:a16="http://schemas.microsoft.com/office/drawing/2014/main" id="{99A4948B-786A-540F-0009-3B2B33B76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5" name="Rectangle 657">
              <a:extLst>
                <a:ext uri="{FF2B5EF4-FFF2-40B4-BE49-F238E27FC236}">
                  <a16:creationId xmlns:a16="http://schemas.microsoft.com/office/drawing/2014/main" id="{13C9CD92-094B-B2FA-317D-F7DB6FAFB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6" name="Rectangle 658">
              <a:extLst>
                <a:ext uri="{FF2B5EF4-FFF2-40B4-BE49-F238E27FC236}">
                  <a16:creationId xmlns:a16="http://schemas.microsoft.com/office/drawing/2014/main" id="{E85EEC40-215D-A61B-815B-959F6FC03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7" name="Rectangle 659">
              <a:extLst>
                <a:ext uri="{FF2B5EF4-FFF2-40B4-BE49-F238E27FC236}">
                  <a16:creationId xmlns:a16="http://schemas.microsoft.com/office/drawing/2014/main" id="{6AC4E374-88E1-64EA-3B00-9C8F373FD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8" name="Rectangle 660">
              <a:extLst>
                <a:ext uri="{FF2B5EF4-FFF2-40B4-BE49-F238E27FC236}">
                  <a16:creationId xmlns:a16="http://schemas.microsoft.com/office/drawing/2014/main" id="{F4E0AC28-DA96-F8C4-BAB9-8C63D37BD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9" name="Rectangle 661">
              <a:extLst>
                <a:ext uri="{FF2B5EF4-FFF2-40B4-BE49-F238E27FC236}">
                  <a16:creationId xmlns:a16="http://schemas.microsoft.com/office/drawing/2014/main" id="{AC976B83-8901-FD6A-D1AB-2141A9CAF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0" name="Rectangle 662">
              <a:extLst>
                <a:ext uri="{FF2B5EF4-FFF2-40B4-BE49-F238E27FC236}">
                  <a16:creationId xmlns:a16="http://schemas.microsoft.com/office/drawing/2014/main" id="{B50153A5-9264-6752-013B-7D48DE6DD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1" name="Rectangle 663">
              <a:extLst>
                <a:ext uri="{FF2B5EF4-FFF2-40B4-BE49-F238E27FC236}">
                  <a16:creationId xmlns:a16="http://schemas.microsoft.com/office/drawing/2014/main" id="{FD36B0FC-BCC3-6779-1F28-D72ADE0C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5" name="Group 664">
            <a:extLst>
              <a:ext uri="{FF2B5EF4-FFF2-40B4-BE49-F238E27FC236}">
                <a16:creationId xmlns:a16="http://schemas.microsoft.com/office/drawing/2014/main" id="{FFEB0F21-63E3-0136-D880-A60C697BDDAD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4011613"/>
            <a:ext cx="1474788" cy="1463675"/>
            <a:chOff x="262" y="1078"/>
            <a:chExt cx="929" cy="922"/>
          </a:xfrm>
        </p:grpSpPr>
        <p:sp>
          <p:nvSpPr>
            <p:cNvPr id="23724" name="Rectangle 665">
              <a:extLst>
                <a:ext uri="{FF2B5EF4-FFF2-40B4-BE49-F238E27FC236}">
                  <a16:creationId xmlns:a16="http://schemas.microsoft.com/office/drawing/2014/main" id="{596FDBA9-8D96-D46D-23B4-4BF7834EE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5" name="Rectangle 666">
              <a:extLst>
                <a:ext uri="{FF2B5EF4-FFF2-40B4-BE49-F238E27FC236}">
                  <a16:creationId xmlns:a16="http://schemas.microsoft.com/office/drawing/2014/main" id="{98B0401D-4BAA-E37E-6FEA-BE76679E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6" name="Rectangle 667">
              <a:extLst>
                <a:ext uri="{FF2B5EF4-FFF2-40B4-BE49-F238E27FC236}">
                  <a16:creationId xmlns:a16="http://schemas.microsoft.com/office/drawing/2014/main" id="{6969F9C1-D1D1-06BB-AF0E-6818F7CB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7" name="Rectangle 668">
              <a:extLst>
                <a:ext uri="{FF2B5EF4-FFF2-40B4-BE49-F238E27FC236}">
                  <a16:creationId xmlns:a16="http://schemas.microsoft.com/office/drawing/2014/main" id="{3DCAD85D-A6B8-D67D-D294-AD36ED31D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8" name="Rectangle 669">
              <a:extLst>
                <a:ext uri="{FF2B5EF4-FFF2-40B4-BE49-F238E27FC236}">
                  <a16:creationId xmlns:a16="http://schemas.microsoft.com/office/drawing/2014/main" id="{F5DF6F83-9486-1FB0-5BF1-6C0A76AC7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9" name="Rectangle 670">
              <a:extLst>
                <a:ext uri="{FF2B5EF4-FFF2-40B4-BE49-F238E27FC236}">
                  <a16:creationId xmlns:a16="http://schemas.microsoft.com/office/drawing/2014/main" id="{1AC80870-600B-DE82-D003-9A367597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0" name="Rectangle 671">
              <a:extLst>
                <a:ext uri="{FF2B5EF4-FFF2-40B4-BE49-F238E27FC236}">
                  <a16:creationId xmlns:a16="http://schemas.microsoft.com/office/drawing/2014/main" id="{FE2D7198-7CEE-C707-D4DD-A22705B5C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1" name="Rectangle 672">
              <a:extLst>
                <a:ext uri="{FF2B5EF4-FFF2-40B4-BE49-F238E27FC236}">
                  <a16:creationId xmlns:a16="http://schemas.microsoft.com/office/drawing/2014/main" id="{5A75D86F-41B6-8111-A867-53BF5655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2" name="Rectangle 673">
              <a:extLst>
                <a:ext uri="{FF2B5EF4-FFF2-40B4-BE49-F238E27FC236}">
                  <a16:creationId xmlns:a16="http://schemas.microsoft.com/office/drawing/2014/main" id="{4F932C7D-43C6-A6D1-9BAC-1E444380B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6" name="Group 674">
            <a:extLst>
              <a:ext uri="{FF2B5EF4-FFF2-40B4-BE49-F238E27FC236}">
                <a16:creationId xmlns:a16="http://schemas.microsoft.com/office/drawing/2014/main" id="{6095A005-D884-1F39-9A81-C7EA5C9B2DE3}"/>
              </a:ext>
            </a:extLst>
          </p:cNvPr>
          <p:cNvGrpSpPr>
            <a:grpSpLocks/>
          </p:cNvGrpSpPr>
          <p:nvPr/>
        </p:nvGrpSpPr>
        <p:grpSpPr bwMode="auto">
          <a:xfrm>
            <a:off x="2827338" y="4011613"/>
            <a:ext cx="1474787" cy="1463675"/>
            <a:chOff x="262" y="1078"/>
            <a:chExt cx="929" cy="922"/>
          </a:xfrm>
        </p:grpSpPr>
        <p:sp>
          <p:nvSpPr>
            <p:cNvPr id="23715" name="Rectangle 675">
              <a:extLst>
                <a:ext uri="{FF2B5EF4-FFF2-40B4-BE49-F238E27FC236}">
                  <a16:creationId xmlns:a16="http://schemas.microsoft.com/office/drawing/2014/main" id="{214326C1-AB5D-484B-E20E-C824BE80C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6" name="Rectangle 676">
              <a:extLst>
                <a:ext uri="{FF2B5EF4-FFF2-40B4-BE49-F238E27FC236}">
                  <a16:creationId xmlns:a16="http://schemas.microsoft.com/office/drawing/2014/main" id="{942E60A4-3A1F-A631-4680-18063D580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7" name="Rectangle 677">
              <a:extLst>
                <a:ext uri="{FF2B5EF4-FFF2-40B4-BE49-F238E27FC236}">
                  <a16:creationId xmlns:a16="http://schemas.microsoft.com/office/drawing/2014/main" id="{A1421643-FF24-14C0-453D-DF00F49F7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8" name="Rectangle 678">
              <a:extLst>
                <a:ext uri="{FF2B5EF4-FFF2-40B4-BE49-F238E27FC236}">
                  <a16:creationId xmlns:a16="http://schemas.microsoft.com/office/drawing/2014/main" id="{03E1F04E-5C5C-D6D4-F7D7-534F0FBB8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9" name="Rectangle 679">
              <a:extLst>
                <a:ext uri="{FF2B5EF4-FFF2-40B4-BE49-F238E27FC236}">
                  <a16:creationId xmlns:a16="http://schemas.microsoft.com/office/drawing/2014/main" id="{2EF57B2A-FC76-2015-4150-0081ADF6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0" name="Rectangle 680">
              <a:extLst>
                <a:ext uri="{FF2B5EF4-FFF2-40B4-BE49-F238E27FC236}">
                  <a16:creationId xmlns:a16="http://schemas.microsoft.com/office/drawing/2014/main" id="{8C1B2D9D-EE98-9821-88F2-E34E91D11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1" name="Rectangle 681">
              <a:extLst>
                <a:ext uri="{FF2B5EF4-FFF2-40B4-BE49-F238E27FC236}">
                  <a16:creationId xmlns:a16="http://schemas.microsoft.com/office/drawing/2014/main" id="{93F57124-A199-C963-469A-574E12DE8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2" name="Rectangle 682">
              <a:extLst>
                <a:ext uri="{FF2B5EF4-FFF2-40B4-BE49-F238E27FC236}">
                  <a16:creationId xmlns:a16="http://schemas.microsoft.com/office/drawing/2014/main" id="{F8E588E5-5B9C-4BB4-611A-B256F58B3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3" name="Rectangle 683">
              <a:extLst>
                <a:ext uri="{FF2B5EF4-FFF2-40B4-BE49-F238E27FC236}">
                  <a16:creationId xmlns:a16="http://schemas.microsoft.com/office/drawing/2014/main" id="{4E70A5B1-E7FB-3AD4-E792-FC77185B2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7" name="Group 684">
            <a:extLst>
              <a:ext uri="{FF2B5EF4-FFF2-40B4-BE49-F238E27FC236}">
                <a16:creationId xmlns:a16="http://schemas.microsoft.com/office/drawing/2014/main" id="{2A518BC1-0A0A-D29A-31D6-7D1FD4EECEC8}"/>
              </a:ext>
            </a:extLst>
          </p:cNvPr>
          <p:cNvGrpSpPr>
            <a:grpSpLocks/>
          </p:cNvGrpSpPr>
          <p:nvPr/>
        </p:nvGrpSpPr>
        <p:grpSpPr bwMode="auto">
          <a:xfrm>
            <a:off x="3319463" y="4011613"/>
            <a:ext cx="1474787" cy="1463675"/>
            <a:chOff x="262" y="1078"/>
            <a:chExt cx="929" cy="922"/>
          </a:xfrm>
        </p:grpSpPr>
        <p:sp>
          <p:nvSpPr>
            <p:cNvPr id="23706" name="Rectangle 685">
              <a:extLst>
                <a:ext uri="{FF2B5EF4-FFF2-40B4-BE49-F238E27FC236}">
                  <a16:creationId xmlns:a16="http://schemas.microsoft.com/office/drawing/2014/main" id="{ED0CE09B-480B-CD4D-1F20-717F903CE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7" name="Rectangle 686">
              <a:extLst>
                <a:ext uri="{FF2B5EF4-FFF2-40B4-BE49-F238E27FC236}">
                  <a16:creationId xmlns:a16="http://schemas.microsoft.com/office/drawing/2014/main" id="{EEEB7C3E-3CDB-474D-A3B7-067F3C82C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8" name="Rectangle 687">
              <a:extLst>
                <a:ext uri="{FF2B5EF4-FFF2-40B4-BE49-F238E27FC236}">
                  <a16:creationId xmlns:a16="http://schemas.microsoft.com/office/drawing/2014/main" id="{2799FC59-B02B-ACE9-1F2C-22595E078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9" name="Rectangle 688">
              <a:extLst>
                <a:ext uri="{FF2B5EF4-FFF2-40B4-BE49-F238E27FC236}">
                  <a16:creationId xmlns:a16="http://schemas.microsoft.com/office/drawing/2014/main" id="{3324428A-F7B1-A266-F4FD-92F39ABB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0" name="Rectangle 689">
              <a:extLst>
                <a:ext uri="{FF2B5EF4-FFF2-40B4-BE49-F238E27FC236}">
                  <a16:creationId xmlns:a16="http://schemas.microsoft.com/office/drawing/2014/main" id="{54B0A93C-5432-8592-1C6B-9D0BA2293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1" name="Rectangle 690">
              <a:extLst>
                <a:ext uri="{FF2B5EF4-FFF2-40B4-BE49-F238E27FC236}">
                  <a16:creationId xmlns:a16="http://schemas.microsoft.com/office/drawing/2014/main" id="{BFB02A13-EA45-5F3F-790A-3B6233335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2" name="Rectangle 691">
              <a:extLst>
                <a:ext uri="{FF2B5EF4-FFF2-40B4-BE49-F238E27FC236}">
                  <a16:creationId xmlns:a16="http://schemas.microsoft.com/office/drawing/2014/main" id="{08D5E748-7279-F959-0ED3-54CAFA639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3" name="Rectangle 692">
              <a:extLst>
                <a:ext uri="{FF2B5EF4-FFF2-40B4-BE49-F238E27FC236}">
                  <a16:creationId xmlns:a16="http://schemas.microsoft.com/office/drawing/2014/main" id="{143D6BD2-0E0F-5C9C-9FD4-B878F1704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4" name="Rectangle 693">
              <a:extLst>
                <a:ext uri="{FF2B5EF4-FFF2-40B4-BE49-F238E27FC236}">
                  <a16:creationId xmlns:a16="http://schemas.microsoft.com/office/drawing/2014/main" id="{70A31E57-FD08-CBA1-415D-533CFB20F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8" name="Group 694">
            <a:extLst>
              <a:ext uri="{FF2B5EF4-FFF2-40B4-BE49-F238E27FC236}">
                <a16:creationId xmlns:a16="http://schemas.microsoft.com/office/drawing/2014/main" id="{D7678853-78E3-E31F-7530-9FAE67040699}"/>
              </a:ext>
            </a:extLst>
          </p:cNvPr>
          <p:cNvGrpSpPr>
            <a:grpSpLocks/>
          </p:cNvGrpSpPr>
          <p:nvPr/>
        </p:nvGrpSpPr>
        <p:grpSpPr bwMode="auto">
          <a:xfrm>
            <a:off x="1382713" y="4011613"/>
            <a:ext cx="1474787" cy="1463675"/>
            <a:chOff x="262" y="1078"/>
            <a:chExt cx="929" cy="922"/>
          </a:xfrm>
        </p:grpSpPr>
        <p:sp>
          <p:nvSpPr>
            <p:cNvPr id="23697" name="Rectangle 695">
              <a:extLst>
                <a:ext uri="{FF2B5EF4-FFF2-40B4-BE49-F238E27FC236}">
                  <a16:creationId xmlns:a16="http://schemas.microsoft.com/office/drawing/2014/main" id="{F5E7F495-4D1E-48FD-393B-A6738DFB0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8" name="Rectangle 696">
              <a:extLst>
                <a:ext uri="{FF2B5EF4-FFF2-40B4-BE49-F238E27FC236}">
                  <a16:creationId xmlns:a16="http://schemas.microsoft.com/office/drawing/2014/main" id="{1F5F3ECB-291F-779F-0D80-C78BD1407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9" name="Rectangle 697">
              <a:extLst>
                <a:ext uri="{FF2B5EF4-FFF2-40B4-BE49-F238E27FC236}">
                  <a16:creationId xmlns:a16="http://schemas.microsoft.com/office/drawing/2014/main" id="{8696F3CC-0FAF-1571-DE65-DC060B81F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0" name="Rectangle 698">
              <a:extLst>
                <a:ext uri="{FF2B5EF4-FFF2-40B4-BE49-F238E27FC236}">
                  <a16:creationId xmlns:a16="http://schemas.microsoft.com/office/drawing/2014/main" id="{0CFB7E18-79B4-3429-B80A-A25083CC1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1" name="Rectangle 699">
              <a:extLst>
                <a:ext uri="{FF2B5EF4-FFF2-40B4-BE49-F238E27FC236}">
                  <a16:creationId xmlns:a16="http://schemas.microsoft.com/office/drawing/2014/main" id="{BF2FF421-7218-27FD-AE68-B94A4DA41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2" name="Rectangle 700">
              <a:extLst>
                <a:ext uri="{FF2B5EF4-FFF2-40B4-BE49-F238E27FC236}">
                  <a16:creationId xmlns:a16="http://schemas.microsoft.com/office/drawing/2014/main" id="{BC177550-FEE8-372D-F9CA-FC6822DC8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3" name="Rectangle 701">
              <a:extLst>
                <a:ext uri="{FF2B5EF4-FFF2-40B4-BE49-F238E27FC236}">
                  <a16:creationId xmlns:a16="http://schemas.microsoft.com/office/drawing/2014/main" id="{C0DD67C2-E152-3FAC-4B99-655C5A0EE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4" name="Rectangle 702">
              <a:extLst>
                <a:ext uri="{FF2B5EF4-FFF2-40B4-BE49-F238E27FC236}">
                  <a16:creationId xmlns:a16="http://schemas.microsoft.com/office/drawing/2014/main" id="{314FC9AE-EF4D-0287-6817-66F0FB748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5" name="Rectangle 703">
              <a:extLst>
                <a:ext uri="{FF2B5EF4-FFF2-40B4-BE49-F238E27FC236}">
                  <a16:creationId xmlns:a16="http://schemas.microsoft.com/office/drawing/2014/main" id="{305F62E1-7F89-E39E-3D76-99AE53E88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2799" name="Group 704">
            <a:extLst>
              <a:ext uri="{FF2B5EF4-FFF2-40B4-BE49-F238E27FC236}">
                <a16:creationId xmlns:a16="http://schemas.microsoft.com/office/drawing/2014/main" id="{25F6EB64-17F8-043C-D6E8-AD232F675E4C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4508500"/>
            <a:ext cx="1474788" cy="1463675"/>
            <a:chOff x="262" y="1078"/>
            <a:chExt cx="929" cy="922"/>
          </a:xfrm>
        </p:grpSpPr>
        <p:sp>
          <p:nvSpPr>
            <p:cNvPr id="23688" name="Rectangle 705">
              <a:extLst>
                <a:ext uri="{FF2B5EF4-FFF2-40B4-BE49-F238E27FC236}">
                  <a16:creationId xmlns:a16="http://schemas.microsoft.com/office/drawing/2014/main" id="{8ED9630B-D4FB-A8C8-FB61-1B0DE3B34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9" name="Rectangle 706">
              <a:extLst>
                <a:ext uri="{FF2B5EF4-FFF2-40B4-BE49-F238E27FC236}">
                  <a16:creationId xmlns:a16="http://schemas.microsoft.com/office/drawing/2014/main" id="{58E018FD-A727-4BDC-478C-417DF5D39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0" name="Rectangle 707">
              <a:extLst>
                <a:ext uri="{FF2B5EF4-FFF2-40B4-BE49-F238E27FC236}">
                  <a16:creationId xmlns:a16="http://schemas.microsoft.com/office/drawing/2014/main" id="{2A3CA926-694F-CB83-0E08-D8DF9FC55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1" name="Rectangle 708">
              <a:extLst>
                <a:ext uri="{FF2B5EF4-FFF2-40B4-BE49-F238E27FC236}">
                  <a16:creationId xmlns:a16="http://schemas.microsoft.com/office/drawing/2014/main" id="{1366EEF1-98DA-6FB4-B4B7-3BE2628C2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2" name="Rectangle 709">
              <a:extLst>
                <a:ext uri="{FF2B5EF4-FFF2-40B4-BE49-F238E27FC236}">
                  <a16:creationId xmlns:a16="http://schemas.microsoft.com/office/drawing/2014/main" id="{AC9D352A-D2F4-22A1-AAAC-146325CBA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3" name="Rectangle 710">
              <a:extLst>
                <a:ext uri="{FF2B5EF4-FFF2-40B4-BE49-F238E27FC236}">
                  <a16:creationId xmlns:a16="http://schemas.microsoft.com/office/drawing/2014/main" id="{745CE47A-5D30-3195-01FD-41E2C7F33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4" name="Rectangle 711">
              <a:extLst>
                <a:ext uri="{FF2B5EF4-FFF2-40B4-BE49-F238E27FC236}">
                  <a16:creationId xmlns:a16="http://schemas.microsoft.com/office/drawing/2014/main" id="{D7B49182-56C1-C5BA-66B9-35EDF8E1B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5" name="Rectangle 712">
              <a:extLst>
                <a:ext uri="{FF2B5EF4-FFF2-40B4-BE49-F238E27FC236}">
                  <a16:creationId xmlns:a16="http://schemas.microsoft.com/office/drawing/2014/main" id="{ABAF1834-CD62-6BCE-B03A-47A0EB421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6" name="Rectangle 713">
              <a:extLst>
                <a:ext uri="{FF2B5EF4-FFF2-40B4-BE49-F238E27FC236}">
                  <a16:creationId xmlns:a16="http://schemas.microsoft.com/office/drawing/2014/main" id="{D44954DB-9512-62FC-2173-204F8299C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4" name="Group 714">
            <a:extLst>
              <a:ext uri="{FF2B5EF4-FFF2-40B4-BE49-F238E27FC236}">
                <a16:creationId xmlns:a16="http://schemas.microsoft.com/office/drawing/2014/main" id="{E33AB0F3-86C9-66FD-F36E-74723DBD694E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4508500"/>
            <a:ext cx="1474788" cy="1463675"/>
            <a:chOff x="262" y="1078"/>
            <a:chExt cx="929" cy="922"/>
          </a:xfrm>
        </p:grpSpPr>
        <p:sp>
          <p:nvSpPr>
            <p:cNvPr id="23679" name="Rectangle 715">
              <a:extLst>
                <a:ext uri="{FF2B5EF4-FFF2-40B4-BE49-F238E27FC236}">
                  <a16:creationId xmlns:a16="http://schemas.microsoft.com/office/drawing/2014/main" id="{9E23E79B-B296-471A-A8E0-0405EDD9C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0" name="Rectangle 716">
              <a:extLst>
                <a:ext uri="{FF2B5EF4-FFF2-40B4-BE49-F238E27FC236}">
                  <a16:creationId xmlns:a16="http://schemas.microsoft.com/office/drawing/2014/main" id="{4F327BF0-E3A2-5B12-C501-45804292C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1" name="Rectangle 717">
              <a:extLst>
                <a:ext uri="{FF2B5EF4-FFF2-40B4-BE49-F238E27FC236}">
                  <a16:creationId xmlns:a16="http://schemas.microsoft.com/office/drawing/2014/main" id="{71FB94D1-A459-1960-1C55-838CC8CF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2" name="Rectangle 718">
              <a:extLst>
                <a:ext uri="{FF2B5EF4-FFF2-40B4-BE49-F238E27FC236}">
                  <a16:creationId xmlns:a16="http://schemas.microsoft.com/office/drawing/2014/main" id="{FB3AF4D1-E6C4-7E48-1117-A889182D6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3" name="Rectangle 719">
              <a:extLst>
                <a:ext uri="{FF2B5EF4-FFF2-40B4-BE49-F238E27FC236}">
                  <a16:creationId xmlns:a16="http://schemas.microsoft.com/office/drawing/2014/main" id="{B518C39A-7D57-E8A2-6024-053C808C8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4" name="Rectangle 720">
              <a:extLst>
                <a:ext uri="{FF2B5EF4-FFF2-40B4-BE49-F238E27FC236}">
                  <a16:creationId xmlns:a16="http://schemas.microsoft.com/office/drawing/2014/main" id="{3C8CD237-A5FB-5CE5-CBC4-A52DB0C2C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5" name="Rectangle 721">
              <a:extLst>
                <a:ext uri="{FF2B5EF4-FFF2-40B4-BE49-F238E27FC236}">
                  <a16:creationId xmlns:a16="http://schemas.microsoft.com/office/drawing/2014/main" id="{07905C12-8A94-50EE-3FAB-B51AAE84C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6" name="Rectangle 722">
              <a:extLst>
                <a:ext uri="{FF2B5EF4-FFF2-40B4-BE49-F238E27FC236}">
                  <a16:creationId xmlns:a16="http://schemas.microsoft.com/office/drawing/2014/main" id="{7E138369-EA26-E302-4F9A-E2D10517E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7" name="Rectangle 723">
              <a:extLst>
                <a:ext uri="{FF2B5EF4-FFF2-40B4-BE49-F238E27FC236}">
                  <a16:creationId xmlns:a16="http://schemas.microsoft.com/office/drawing/2014/main" id="{C4EC6E78-A6A8-92D1-0321-2683DA42B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5" name="Group 724">
            <a:extLst>
              <a:ext uri="{FF2B5EF4-FFF2-40B4-BE49-F238E27FC236}">
                <a16:creationId xmlns:a16="http://schemas.microsoft.com/office/drawing/2014/main" id="{DA412887-DDB9-4B88-1ACB-4F6352822C99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4508500"/>
            <a:ext cx="1474787" cy="1463675"/>
            <a:chOff x="262" y="1078"/>
            <a:chExt cx="929" cy="922"/>
          </a:xfrm>
        </p:grpSpPr>
        <p:sp>
          <p:nvSpPr>
            <p:cNvPr id="23670" name="Rectangle 725">
              <a:extLst>
                <a:ext uri="{FF2B5EF4-FFF2-40B4-BE49-F238E27FC236}">
                  <a16:creationId xmlns:a16="http://schemas.microsoft.com/office/drawing/2014/main" id="{25618FD7-04B2-4583-A821-84437AC73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1" name="Rectangle 726">
              <a:extLst>
                <a:ext uri="{FF2B5EF4-FFF2-40B4-BE49-F238E27FC236}">
                  <a16:creationId xmlns:a16="http://schemas.microsoft.com/office/drawing/2014/main" id="{33BBB788-554D-FA7F-996C-93AD049B1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2" name="Rectangle 727">
              <a:extLst>
                <a:ext uri="{FF2B5EF4-FFF2-40B4-BE49-F238E27FC236}">
                  <a16:creationId xmlns:a16="http://schemas.microsoft.com/office/drawing/2014/main" id="{9FF44A83-349E-A6BD-EF23-0B7A64C54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3" name="Rectangle 728">
              <a:extLst>
                <a:ext uri="{FF2B5EF4-FFF2-40B4-BE49-F238E27FC236}">
                  <a16:creationId xmlns:a16="http://schemas.microsoft.com/office/drawing/2014/main" id="{46C4E99A-1E2D-545B-8598-625DAB0A9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4" name="Rectangle 729">
              <a:extLst>
                <a:ext uri="{FF2B5EF4-FFF2-40B4-BE49-F238E27FC236}">
                  <a16:creationId xmlns:a16="http://schemas.microsoft.com/office/drawing/2014/main" id="{9F82A5C0-4AAE-4107-8587-9BAC307C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5" name="Rectangle 730">
              <a:extLst>
                <a:ext uri="{FF2B5EF4-FFF2-40B4-BE49-F238E27FC236}">
                  <a16:creationId xmlns:a16="http://schemas.microsoft.com/office/drawing/2014/main" id="{6962FAD4-B6E6-4631-399E-4B4987AE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6" name="Rectangle 731">
              <a:extLst>
                <a:ext uri="{FF2B5EF4-FFF2-40B4-BE49-F238E27FC236}">
                  <a16:creationId xmlns:a16="http://schemas.microsoft.com/office/drawing/2014/main" id="{2D947C7D-A133-249B-B3DB-960503475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7" name="Rectangle 732">
              <a:extLst>
                <a:ext uri="{FF2B5EF4-FFF2-40B4-BE49-F238E27FC236}">
                  <a16:creationId xmlns:a16="http://schemas.microsoft.com/office/drawing/2014/main" id="{D9F2965A-1D92-AB81-3630-9360B5F34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8" name="Rectangle 733">
              <a:extLst>
                <a:ext uri="{FF2B5EF4-FFF2-40B4-BE49-F238E27FC236}">
                  <a16:creationId xmlns:a16="http://schemas.microsoft.com/office/drawing/2014/main" id="{4D03384E-F765-2C66-9522-46D5C8578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6" name="Group 734">
            <a:extLst>
              <a:ext uri="{FF2B5EF4-FFF2-40B4-BE49-F238E27FC236}">
                <a16:creationId xmlns:a16="http://schemas.microsoft.com/office/drawing/2014/main" id="{8B21D11F-420B-C1D0-681A-C3C48E7B2701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4508500"/>
            <a:ext cx="1474787" cy="1463675"/>
            <a:chOff x="262" y="1078"/>
            <a:chExt cx="929" cy="922"/>
          </a:xfrm>
        </p:grpSpPr>
        <p:sp>
          <p:nvSpPr>
            <p:cNvPr id="23661" name="Rectangle 735">
              <a:extLst>
                <a:ext uri="{FF2B5EF4-FFF2-40B4-BE49-F238E27FC236}">
                  <a16:creationId xmlns:a16="http://schemas.microsoft.com/office/drawing/2014/main" id="{1A83DAB5-BB4B-8436-CF71-E70C4349E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2" name="Rectangle 736">
              <a:extLst>
                <a:ext uri="{FF2B5EF4-FFF2-40B4-BE49-F238E27FC236}">
                  <a16:creationId xmlns:a16="http://schemas.microsoft.com/office/drawing/2014/main" id="{000A9DAC-2418-984A-1B59-4C3CCCC0F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3" name="Rectangle 737">
              <a:extLst>
                <a:ext uri="{FF2B5EF4-FFF2-40B4-BE49-F238E27FC236}">
                  <a16:creationId xmlns:a16="http://schemas.microsoft.com/office/drawing/2014/main" id="{B8BEDA21-C8ED-A14C-A76E-07386EA75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4" name="Rectangle 738">
              <a:extLst>
                <a:ext uri="{FF2B5EF4-FFF2-40B4-BE49-F238E27FC236}">
                  <a16:creationId xmlns:a16="http://schemas.microsoft.com/office/drawing/2014/main" id="{0CC960CB-20FD-6537-4BF4-503A6FEB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5" name="Rectangle 739">
              <a:extLst>
                <a:ext uri="{FF2B5EF4-FFF2-40B4-BE49-F238E27FC236}">
                  <a16:creationId xmlns:a16="http://schemas.microsoft.com/office/drawing/2014/main" id="{7AC2B189-6D3B-763C-ADF0-55C9598E9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6" name="Rectangle 740">
              <a:extLst>
                <a:ext uri="{FF2B5EF4-FFF2-40B4-BE49-F238E27FC236}">
                  <a16:creationId xmlns:a16="http://schemas.microsoft.com/office/drawing/2014/main" id="{E7CEC3CA-26D7-BCAE-30C5-677EB19A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7" name="Rectangle 741">
              <a:extLst>
                <a:ext uri="{FF2B5EF4-FFF2-40B4-BE49-F238E27FC236}">
                  <a16:creationId xmlns:a16="http://schemas.microsoft.com/office/drawing/2014/main" id="{B79BDD54-29A3-62B8-D9E7-ECC716E2B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8" name="Rectangle 742">
              <a:extLst>
                <a:ext uri="{FF2B5EF4-FFF2-40B4-BE49-F238E27FC236}">
                  <a16:creationId xmlns:a16="http://schemas.microsoft.com/office/drawing/2014/main" id="{7F61BCD6-7F00-9A63-D64A-36846AD1B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9" name="Rectangle 743">
              <a:extLst>
                <a:ext uri="{FF2B5EF4-FFF2-40B4-BE49-F238E27FC236}">
                  <a16:creationId xmlns:a16="http://schemas.microsoft.com/office/drawing/2014/main" id="{E2BE5D44-D7F0-44CA-F4D2-E30BC456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7" name="Group 744">
            <a:extLst>
              <a:ext uri="{FF2B5EF4-FFF2-40B4-BE49-F238E27FC236}">
                <a16:creationId xmlns:a16="http://schemas.microsoft.com/office/drawing/2014/main" id="{3FE44A74-054A-9D94-BE88-4F5C9AAEB58F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4508500"/>
            <a:ext cx="1474787" cy="1463675"/>
            <a:chOff x="262" y="1078"/>
            <a:chExt cx="929" cy="922"/>
          </a:xfrm>
        </p:grpSpPr>
        <p:sp>
          <p:nvSpPr>
            <p:cNvPr id="23652" name="Rectangle 745">
              <a:extLst>
                <a:ext uri="{FF2B5EF4-FFF2-40B4-BE49-F238E27FC236}">
                  <a16:creationId xmlns:a16="http://schemas.microsoft.com/office/drawing/2014/main" id="{C5D3B1D6-EE33-894B-71B1-5AD5DDD45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3" name="Rectangle 746">
              <a:extLst>
                <a:ext uri="{FF2B5EF4-FFF2-40B4-BE49-F238E27FC236}">
                  <a16:creationId xmlns:a16="http://schemas.microsoft.com/office/drawing/2014/main" id="{8554709C-72AE-2605-07C9-F87BD9E3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4" name="Rectangle 747">
              <a:extLst>
                <a:ext uri="{FF2B5EF4-FFF2-40B4-BE49-F238E27FC236}">
                  <a16:creationId xmlns:a16="http://schemas.microsoft.com/office/drawing/2014/main" id="{18A75DA1-8BDE-DD0E-0841-CC0E39FB3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5" name="Rectangle 748">
              <a:extLst>
                <a:ext uri="{FF2B5EF4-FFF2-40B4-BE49-F238E27FC236}">
                  <a16:creationId xmlns:a16="http://schemas.microsoft.com/office/drawing/2014/main" id="{D147EE90-A6B8-50FA-B017-ED191E589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6" name="Rectangle 749">
              <a:extLst>
                <a:ext uri="{FF2B5EF4-FFF2-40B4-BE49-F238E27FC236}">
                  <a16:creationId xmlns:a16="http://schemas.microsoft.com/office/drawing/2014/main" id="{56114EA5-3256-0AE3-FC87-5025AA089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7" name="Rectangle 750">
              <a:extLst>
                <a:ext uri="{FF2B5EF4-FFF2-40B4-BE49-F238E27FC236}">
                  <a16:creationId xmlns:a16="http://schemas.microsoft.com/office/drawing/2014/main" id="{28E9AA0D-6AD6-4289-24B4-0C35C316B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8" name="Rectangle 751">
              <a:extLst>
                <a:ext uri="{FF2B5EF4-FFF2-40B4-BE49-F238E27FC236}">
                  <a16:creationId xmlns:a16="http://schemas.microsoft.com/office/drawing/2014/main" id="{1CB7A0BE-0813-81AB-2E13-215EA2DF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9" name="Rectangle 752">
              <a:extLst>
                <a:ext uri="{FF2B5EF4-FFF2-40B4-BE49-F238E27FC236}">
                  <a16:creationId xmlns:a16="http://schemas.microsoft.com/office/drawing/2014/main" id="{CEA50DE5-DBB4-0724-DF28-43278259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0" name="Rectangle 753">
              <a:extLst>
                <a:ext uri="{FF2B5EF4-FFF2-40B4-BE49-F238E27FC236}">
                  <a16:creationId xmlns:a16="http://schemas.microsoft.com/office/drawing/2014/main" id="{2FEE98AE-ED4B-6644-D3D2-16BBC096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8" name="Group 754">
            <a:extLst>
              <a:ext uri="{FF2B5EF4-FFF2-40B4-BE49-F238E27FC236}">
                <a16:creationId xmlns:a16="http://schemas.microsoft.com/office/drawing/2014/main" id="{C52470D9-C03D-1CAF-101B-C9BC36CFBAD2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4508500"/>
            <a:ext cx="1474788" cy="1463675"/>
            <a:chOff x="262" y="1078"/>
            <a:chExt cx="929" cy="922"/>
          </a:xfrm>
        </p:grpSpPr>
        <p:sp>
          <p:nvSpPr>
            <p:cNvPr id="23643" name="Rectangle 755">
              <a:extLst>
                <a:ext uri="{FF2B5EF4-FFF2-40B4-BE49-F238E27FC236}">
                  <a16:creationId xmlns:a16="http://schemas.microsoft.com/office/drawing/2014/main" id="{2853E50B-EE95-E83A-CB7C-B907A4E6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4" name="Rectangle 756">
              <a:extLst>
                <a:ext uri="{FF2B5EF4-FFF2-40B4-BE49-F238E27FC236}">
                  <a16:creationId xmlns:a16="http://schemas.microsoft.com/office/drawing/2014/main" id="{DAFD6EDB-3386-D07D-A20D-3FA590776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5" name="Rectangle 757">
              <a:extLst>
                <a:ext uri="{FF2B5EF4-FFF2-40B4-BE49-F238E27FC236}">
                  <a16:creationId xmlns:a16="http://schemas.microsoft.com/office/drawing/2014/main" id="{FA2B56FC-7E52-63AE-4BFF-1EB27BE75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6" name="Rectangle 758">
              <a:extLst>
                <a:ext uri="{FF2B5EF4-FFF2-40B4-BE49-F238E27FC236}">
                  <a16:creationId xmlns:a16="http://schemas.microsoft.com/office/drawing/2014/main" id="{93E035D2-6AC3-66FE-2E9E-E60DCE8F6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7" name="Rectangle 759">
              <a:extLst>
                <a:ext uri="{FF2B5EF4-FFF2-40B4-BE49-F238E27FC236}">
                  <a16:creationId xmlns:a16="http://schemas.microsoft.com/office/drawing/2014/main" id="{88A217AE-85A6-E1D4-A8CA-C725A831E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8" name="Rectangle 760">
              <a:extLst>
                <a:ext uri="{FF2B5EF4-FFF2-40B4-BE49-F238E27FC236}">
                  <a16:creationId xmlns:a16="http://schemas.microsoft.com/office/drawing/2014/main" id="{6B3064B0-C7FB-FA82-A38D-280A0F050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9" name="Rectangle 761">
              <a:extLst>
                <a:ext uri="{FF2B5EF4-FFF2-40B4-BE49-F238E27FC236}">
                  <a16:creationId xmlns:a16="http://schemas.microsoft.com/office/drawing/2014/main" id="{DD325C19-9A2D-2E37-55D7-12C66CD1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0" name="Rectangle 762">
              <a:extLst>
                <a:ext uri="{FF2B5EF4-FFF2-40B4-BE49-F238E27FC236}">
                  <a16:creationId xmlns:a16="http://schemas.microsoft.com/office/drawing/2014/main" id="{6308E509-D18F-F435-1F4D-8779A44AE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1" name="Rectangle 763">
              <a:extLst>
                <a:ext uri="{FF2B5EF4-FFF2-40B4-BE49-F238E27FC236}">
                  <a16:creationId xmlns:a16="http://schemas.microsoft.com/office/drawing/2014/main" id="{C413D9FD-FD0D-8305-B5ED-70F16458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59" name="Group 764">
            <a:extLst>
              <a:ext uri="{FF2B5EF4-FFF2-40B4-BE49-F238E27FC236}">
                <a16:creationId xmlns:a16="http://schemas.microsoft.com/office/drawing/2014/main" id="{CCD3B8F3-BEAC-D9DB-5F42-E413AE9B48AD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508500"/>
            <a:ext cx="1474788" cy="1463675"/>
            <a:chOff x="262" y="1078"/>
            <a:chExt cx="929" cy="922"/>
          </a:xfrm>
        </p:grpSpPr>
        <p:sp>
          <p:nvSpPr>
            <p:cNvPr id="23634" name="Rectangle 765">
              <a:extLst>
                <a:ext uri="{FF2B5EF4-FFF2-40B4-BE49-F238E27FC236}">
                  <a16:creationId xmlns:a16="http://schemas.microsoft.com/office/drawing/2014/main" id="{2A52B12B-DA81-8D77-83A9-A5C166659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5" name="Rectangle 766">
              <a:extLst>
                <a:ext uri="{FF2B5EF4-FFF2-40B4-BE49-F238E27FC236}">
                  <a16:creationId xmlns:a16="http://schemas.microsoft.com/office/drawing/2014/main" id="{FBE046CE-2FF5-3B85-428B-DE15F77B1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6" name="Rectangle 767">
              <a:extLst>
                <a:ext uri="{FF2B5EF4-FFF2-40B4-BE49-F238E27FC236}">
                  <a16:creationId xmlns:a16="http://schemas.microsoft.com/office/drawing/2014/main" id="{060D24FB-9219-8794-CDE0-9430C96D6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7" name="Rectangle 768">
              <a:extLst>
                <a:ext uri="{FF2B5EF4-FFF2-40B4-BE49-F238E27FC236}">
                  <a16:creationId xmlns:a16="http://schemas.microsoft.com/office/drawing/2014/main" id="{190D2A66-8E6D-042F-60B9-7DAFB7244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8" name="Rectangle 769">
              <a:extLst>
                <a:ext uri="{FF2B5EF4-FFF2-40B4-BE49-F238E27FC236}">
                  <a16:creationId xmlns:a16="http://schemas.microsoft.com/office/drawing/2014/main" id="{6A1937BD-1759-6372-65BA-87861E56D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9" name="Rectangle 770">
              <a:extLst>
                <a:ext uri="{FF2B5EF4-FFF2-40B4-BE49-F238E27FC236}">
                  <a16:creationId xmlns:a16="http://schemas.microsoft.com/office/drawing/2014/main" id="{1B7FB1AB-2A2B-E299-E4E5-01BE9A72C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0" name="Rectangle 771">
              <a:extLst>
                <a:ext uri="{FF2B5EF4-FFF2-40B4-BE49-F238E27FC236}">
                  <a16:creationId xmlns:a16="http://schemas.microsoft.com/office/drawing/2014/main" id="{45CEEA07-2180-4C3B-C07E-93932F689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1" name="Rectangle 772">
              <a:extLst>
                <a:ext uri="{FF2B5EF4-FFF2-40B4-BE49-F238E27FC236}">
                  <a16:creationId xmlns:a16="http://schemas.microsoft.com/office/drawing/2014/main" id="{C04CB3C0-2E54-0926-0DD6-ECFA0E53A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2" name="Rectangle 773">
              <a:extLst>
                <a:ext uri="{FF2B5EF4-FFF2-40B4-BE49-F238E27FC236}">
                  <a16:creationId xmlns:a16="http://schemas.microsoft.com/office/drawing/2014/main" id="{331DAA4B-310B-CCD4-BFC5-5836142ED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560" name="Group 774">
            <a:extLst>
              <a:ext uri="{FF2B5EF4-FFF2-40B4-BE49-F238E27FC236}">
                <a16:creationId xmlns:a16="http://schemas.microsoft.com/office/drawing/2014/main" id="{1CFA755C-0664-A56B-213A-62C307521357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4508500"/>
            <a:ext cx="1474788" cy="1463675"/>
            <a:chOff x="262" y="1078"/>
            <a:chExt cx="929" cy="922"/>
          </a:xfrm>
        </p:grpSpPr>
        <p:sp>
          <p:nvSpPr>
            <p:cNvPr id="23625" name="Rectangle 775">
              <a:extLst>
                <a:ext uri="{FF2B5EF4-FFF2-40B4-BE49-F238E27FC236}">
                  <a16:creationId xmlns:a16="http://schemas.microsoft.com/office/drawing/2014/main" id="{7376EDCA-C1CB-349B-D611-F5CD5FA08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6" name="Rectangle 776">
              <a:extLst>
                <a:ext uri="{FF2B5EF4-FFF2-40B4-BE49-F238E27FC236}">
                  <a16:creationId xmlns:a16="http://schemas.microsoft.com/office/drawing/2014/main" id="{31F33F40-088C-9B92-852E-852B4411C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7" name="Rectangle 777">
              <a:extLst>
                <a:ext uri="{FF2B5EF4-FFF2-40B4-BE49-F238E27FC236}">
                  <a16:creationId xmlns:a16="http://schemas.microsoft.com/office/drawing/2014/main" id="{3F0FAC7C-72F4-AF27-EC93-A3F9F4AAD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8" name="Rectangle 778">
              <a:extLst>
                <a:ext uri="{FF2B5EF4-FFF2-40B4-BE49-F238E27FC236}">
                  <a16:creationId xmlns:a16="http://schemas.microsoft.com/office/drawing/2014/main" id="{061D7DB9-CD3D-4BF1-3D18-7A85E13BF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9" name="Rectangle 779">
              <a:extLst>
                <a:ext uri="{FF2B5EF4-FFF2-40B4-BE49-F238E27FC236}">
                  <a16:creationId xmlns:a16="http://schemas.microsoft.com/office/drawing/2014/main" id="{E882F73E-F126-6677-1BEB-DD5BA4374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0" name="Rectangle 780">
              <a:extLst>
                <a:ext uri="{FF2B5EF4-FFF2-40B4-BE49-F238E27FC236}">
                  <a16:creationId xmlns:a16="http://schemas.microsoft.com/office/drawing/2014/main" id="{CA049215-AAFF-1890-30A3-271EC75B7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1" name="Rectangle 781">
              <a:extLst>
                <a:ext uri="{FF2B5EF4-FFF2-40B4-BE49-F238E27FC236}">
                  <a16:creationId xmlns:a16="http://schemas.microsoft.com/office/drawing/2014/main" id="{31A642DF-2ABF-2B10-8482-B7184940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2" name="Rectangle 782">
              <a:extLst>
                <a:ext uri="{FF2B5EF4-FFF2-40B4-BE49-F238E27FC236}">
                  <a16:creationId xmlns:a16="http://schemas.microsoft.com/office/drawing/2014/main" id="{BC9A610B-84A2-3286-75A0-17938F219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3" name="Rectangle 783">
              <a:extLst>
                <a:ext uri="{FF2B5EF4-FFF2-40B4-BE49-F238E27FC236}">
                  <a16:creationId xmlns:a16="http://schemas.microsoft.com/office/drawing/2014/main" id="{E8FE289F-FA6C-7835-A29B-CF8A6E108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3623" name="Text Box 784">
            <a:extLst>
              <a:ext uri="{FF2B5EF4-FFF2-40B4-BE49-F238E27FC236}">
                <a16:creationId xmlns:a16="http://schemas.microsoft.com/office/drawing/2014/main" id="{ECA2F61F-E391-3C47-1D7A-877107287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9713" y="12223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23624" name="Text Box 785">
            <a:extLst>
              <a:ext uri="{FF2B5EF4-FFF2-40B4-BE49-F238E27FC236}">
                <a16:creationId xmlns:a16="http://schemas.microsoft.com/office/drawing/2014/main" id="{6DE181E0-72A6-5425-DCD8-7E14DB639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2663" y="1241425"/>
            <a:ext cx="3956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Processed Image With Eroded Pixels</a:t>
            </a: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 nodeType="clickPar">
                      <p:stCondLst>
                        <p:cond delay="indefinite"/>
                      </p:stCondLst>
                      <p:childTnLst>
                        <p:par>
                          <p:cTn id="2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 nodeType="clickPar">
                      <p:stCondLst>
                        <p:cond delay="indefinite"/>
                      </p:stCondLst>
                      <p:childTnLst>
                        <p:par>
                          <p:cTn id="2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 nodeType="clickPar">
                      <p:stCondLst>
                        <p:cond delay="indefinite"/>
                      </p:stCondLst>
                      <p:childTnLst>
                        <p:par>
                          <p:cTn id="2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 nodeType="clickPar">
                      <p:stCondLst>
                        <p:cond delay="indefinite"/>
                      </p:stCondLst>
                      <p:childTnLst>
                        <p:par>
                          <p:cTn id="2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 nodeType="clickPar">
                      <p:stCondLst>
                        <p:cond delay="indefinite"/>
                      </p:stCondLst>
                      <p:childTnLst>
                        <p:par>
                          <p:cTn id="2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 nodeType="clickPar">
                      <p:stCondLst>
                        <p:cond delay="indefinite"/>
                      </p:stCondLst>
                      <p:childTnLst>
                        <p:par>
                          <p:cTn id="2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 nodeType="clickPar">
                      <p:stCondLst>
                        <p:cond delay="indefinite"/>
                      </p:stCondLst>
                      <p:childTnLst>
                        <p:par>
                          <p:cTn id="2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 nodeType="clickPar">
                      <p:stCondLst>
                        <p:cond delay="indefinite"/>
                      </p:stCondLst>
                      <p:childTnLst>
                        <p:par>
                          <p:cTn id="2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 nodeType="clickPar">
                      <p:stCondLst>
                        <p:cond delay="indefinite"/>
                      </p:stCondLst>
                      <p:childTnLst>
                        <p:par>
                          <p:cTn id="3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 nodeType="clickPar">
                      <p:stCondLst>
                        <p:cond delay="indefinite"/>
                      </p:stCondLst>
                      <p:childTnLst>
                        <p:par>
                          <p:cTn id="3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 nodeType="clickPar">
                      <p:stCondLst>
                        <p:cond delay="indefinite"/>
                      </p:stCondLst>
                      <p:childTnLst>
                        <p:par>
                          <p:cTn id="3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 nodeType="clickPar">
                      <p:stCondLst>
                        <p:cond delay="indefinite"/>
                      </p:stCondLst>
                      <p:childTnLst>
                        <p:par>
                          <p:cTn id="3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 nodeType="clickPar">
                      <p:stCondLst>
                        <p:cond delay="indefinite"/>
                      </p:stCondLst>
                      <p:childTnLst>
                        <p:par>
                          <p:cTn id="3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 nodeType="clickPar">
                      <p:stCondLst>
                        <p:cond delay="indefinite"/>
                      </p:stCondLst>
                      <p:childTnLst>
                        <p:par>
                          <p:cTn id="3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 nodeType="clickPar">
                      <p:stCondLst>
                        <p:cond delay="indefinite"/>
                      </p:stCondLst>
                      <p:childTnLst>
                        <p:par>
                          <p:cTn id="3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 nodeType="clickPar">
                      <p:stCondLst>
                        <p:cond delay="indefinite"/>
                      </p:stCondLst>
                      <p:childTnLst>
                        <p:par>
                          <p:cTn id="3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 nodeType="clickPar">
                      <p:stCondLst>
                        <p:cond delay="indefinite"/>
                      </p:stCondLst>
                      <p:childTnLst>
                        <p:par>
                          <p:cTn id="3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 nodeType="clickPar">
                      <p:stCondLst>
                        <p:cond delay="indefinite"/>
                      </p:stCondLst>
                      <p:childTnLst>
                        <p:par>
                          <p:cTn id="3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 nodeType="clickPar">
                      <p:stCondLst>
                        <p:cond delay="indefinite"/>
                      </p:stCondLst>
                      <p:childTnLst>
                        <p:par>
                          <p:cTn id="3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8" fill="hold" nodeType="clickPar">
                      <p:stCondLst>
                        <p:cond delay="indefinite"/>
                      </p:stCondLst>
                      <p:childTnLst>
                        <p:par>
                          <p:cTn id="3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 nodeType="clickPar">
                      <p:stCondLst>
                        <p:cond delay="indefinite"/>
                      </p:stCondLst>
                      <p:childTnLst>
                        <p:par>
                          <p:cTn id="3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2" fill="hold" nodeType="clickPar">
                      <p:stCondLst>
                        <p:cond delay="indefinite"/>
                      </p:stCondLst>
                      <p:childTnLst>
                        <p:par>
                          <p:cTn id="3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 nodeType="clickPar">
                      <p:stCondLst>
                        <p:cond delay="indefinite"/>
                      </p:stCondLst>
                      <p:childTnLst>
                        <p:par>
                          <p:cTn id="4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6" fill="hold" nodeType="clickPar">
                      <p:stCondLst>
                        <p:cond delay="indefinite"/>
                      </p:stCondLst>
                      <p:childTnLst>
                        <p:par>
                          <p:cTn id="4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 nodeType="clickPar">
                      <p:stCondLst>
                        <p:cond delay="indefinite"/>
                      </p:stCondLst>
                      <p:childTnLst>
                        <p:par>
                          <p:cTn id="4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0" fill="hold" nodeType="clickPar">
                      <p:stCondLst>
                        <p:cond delay="indefinite"/>
                      </p:stCondLst>
                      <p:childTnLst>
                        <p:par>
                          <p:cTn id="4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 nodeType="clickPar">
                      <p:stCondLst>
                        <p:cond delay="indefinite"/>
                      </p:stCondLst>
                      <p:childTnLst>
                        <p:par>
                          <p:cTn id="4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 nodeType="clickPar">
                      <p:stCondLst>
                        <p:cond delay="indefinite"/>
                      </p:stCondLst>
                      <p:childTnLst>
                        <p:par>
                          <p:cTn id="4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 nodeType="clickPar">
                      <p:stCondLst>
                        <p:cond delay="indefinite"/>
                      </p:stCondLst>
                      <p:childTnLst>
                        <p:par>
                          <p:cTn id="4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8" fill="hold" nodeType="clickPar">
                      <p:stCondLst>
                        <p:cond delay="indefinite"/>
                      </p:stCondLst>
                      <p:childTnLst>
                        <p:par>
                          <p:cTn id="4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4D2E28F1-51F2-2675-555A-F8B63EF31C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Erosion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24579" name="Group 3">
            <a:extLst>
              <a:ext uri="{FF2B5EF4-FFF2-40B4-BE49-F238E27FC236}">
                <a16:creationId xmlns:a16="http://schemas.microsoft.com/office/drawing/2014/main" id="{945F2524-0CB5-6647-8A1B-10DAE4900DF3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02" y="944"/>
            <a:chExt cx="2474" cy="2457"/>
          </a:xfrm>
        </p:grpSpPr>
        <p:sp>
          <p:nvSpPr>
            <p:cNvPr id="24657" name="Rectangle 4">
              <a:extLst>
                <a:ext uri="{FF2B5EF4-FFF2-40B4-BE49-F238E27FC236}">
                  <a16:creationId xmlns:a16="http://schemas.microsoft.com/office/drawing/2014/main" id="{979D89BB-E087-16A3-C9A3-5910E435D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8" name="Rectangle 5">
              <a:extLst>
                <a:ext uri="{FF2B5EF4-FFF2-40B4-BE49-F238E27FC236}">
                  <a16:creationId xmlns:a16="http://schemas.microsoft.com/office/drawing/2014/main" id="{A43E4585-3342-27B3-276A-D58DFFAA7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9" name="Rectangle 6">
              <a:extLst>
                <a:ext uri="{FF2B5EF4-FFF2-40B4-BE49-F238E27FC236}">
                  <a16:creationId xmlns:a16="http://schemas.microsoft.com/office/drawing/2014/main" id="{8418DA1E-7923-749A-D375-9B4D8DD9E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0" name="Rectangle 7">
              <a:extLst>
                <a:ext uri="{FF2B5EF4-FFF2-40B4-BE49-F238E27FC236}">
                  <a16:creationId xmlns:a16="http://schemas.microsoft.com/office/drawing/2014/main" id="{0B537844-3146-8EFF-EA93-BA347971B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1" name="Rectangle 8">
              <a:extLst>
                <a:ext uri="{FF2B5EF4-FFF2-40B4-BE49-F238E27FC236}">
                  <a16:creationId xmlns:a16="http://schemas.microsoft.com/office/drawing/2014/main" id="{BF43ADCD-4727-5CFD-166C-845686101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2" name="Rectangle 9">
              <a:extLst>
                <a:ext uri="{FF2B5EF4-FFF2-40B4-BE49-F238E27FC236}">
                  <a16:creationId xmlns:a16="http://schemas.microsoft.com/office/drawing/2014/main" id="{C5CE1DE8-B977-0F53-1022-634794889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3" name="Rectangle 10">
              <a:extLst>
                <a:ext uri="{FF2B5EF4-FFF2-40B4-BE49-F238E27FC236}">
                  <a16:creationId xmlns:a16="http://schemas.microsoft.com/office/drawing/2014/main" id="{6FB57855-1F33-5407-C48F-13779AED2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4" name="Rectangle 11">
              <a:extLst>
                <a:ext uri="{FF2B5EF4-FFF2-40B4-BE49-F238E27FC236}">
                  <a16:creationId xmlns:a16="http://schemas.microsoft.com/office/drawing/2014/main" id="{93BD0395-6527-7055-0F69-96BE4ED2E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5" name="Rectangle 12">
              <a:extLst>
                <a:ext uri="{FF2B5EF4-FFF2-40B4-BE49-F238E27FC236}">
                  <a16:creationId xmlns:a16="http://schemas.microsoft.com/office/drawing/2014/main" id="{E933B15C-390C-FE2D-E2F2-AC926ADD9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6" name="Rectangle 13">
              <a:extLst>
                <a:ext uri="{FF2B5EF4-FFF2-40B4-BE49-F238E27FC236}">
                  <a16:creationId xmlns:a16="http://schemas.microsoft.com/office/drawing/2014/main" id="{E8D6378C-785E-F5DF-2138-1E5D1A9A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7" name="Rectangle 14">
              <a:extLst>
                <a:ext uri="{FF2B5EF4-FFF2-40B4-BE49-F238E27FC236}">
                  <a16:creationId xmlns:a16="http://schemas.microsoft.com/office/drawing/2014/main" id="{C9D54F07-C3BB-9B40-9F82-4273A2B49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8" name="Rectangle 15">
              <a:extLst>
                <a:ext uri="{FF2B5EF4-FFF2-40B4-BE49-F238E27FC236}">
                  <a16:creationId xmlns:a16="http://schemas.microsoft.com/office/drawing/2014/main" id="{24962915-DD14-8EA5-AC6E-EB81CCB0B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9" name="Rectangle 16">
              <a:extLst>
                <a:ext uri="{FF2B5EF4-FFF2-40B4-BE49-F238E27FC236}">
                  <a16:creationId xmlns:a16="http://schemas.microsoft.com/office/drawing/2014/main" id="{B6A656ED-0214-E4F7-8210-CB95B42A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0" name="Rectangle 17">
              <a:extLst>
                <a:ext uri="{FF2B5EF4-FFF2-40B4-BE49-F238E27FC236}">
                  <a16:creationId xmlns:a16="http://schemas.microsoft.com/office/drawing/2014/main" id="{2553323F-42B4-22F5-A74A-B3EBE4683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1" name="Rectangle 18">
              <a:extLst>
                <a:ext uri="{FF2B5EF4-FFF2-40B4-BE49-F238E27FC236}">
                  <a16:creationId xmlns:a16="http://schemas.microsoft.com/office/drawing/2014/main" id="{EE86E1B5-945F-A62D-D1D7-3DB28CB2F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2" name="Rectangle 19">
              <a:extLst>
                <a:ext uri="{FF2B5EF4-FFF2-40B4-BE49-F238E27FC236}">
                  <a16:creationId xmlns:a16="http://schemas.microsoft.com/office/drawing/2014/main" id="{F62386EE-11FC-7FE4-293A-29C232372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3" name="Rectangle 20">
              <a:extLst>
                <a:ext uri="{FF2B5EF4-FFF2-40B4-BE49-F238E27FC236}">
                  <a16:creationId xmlns:a16="http://schemas.microsoft.com/office/drawing/2014/main" id="{FB263326-BAD5-8169-71D0-48E6AE041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4" name="Rectangle 21">
              <a:extLst>
                <a:ext uri="{FF2B5EF4-FFF2-40B4-BE49-F238E27FC236}">
                  <a16:creationId xmlns:a16="http://schemas.microsoft.com/office/drawing/2014/main" id="{E163E01B-965D-1BE3-C6D4-8CDC3A28F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5" name="Rectangle 22">
              <a:extLst>
                <a:ext uri="{FF2B5EF4-FFF2-40B4-BE49-F238E27FC236}">
                  <a16:creationId xmlns:a16="http://schemas.microsoft.com/office/drawing/2014/main" id="{796D6114-5586-80E5-5D00-7FE5DCF31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6" name="Rectangle 23">
              <a:extLst>
                <a:ext uri="{FF2B5EF4-FFF2-40B4-BE49-F238E27FC236}">
                  <a16:creationId xmlns:a16="http://schemas.microsoft.com/office/drawing/2014/main" id="{C95EC43B-B334-C966-1BAD-5C946CFF0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7" name="Rectangle 24">
              <a:extLst>
                <a:ext uri="{FF2B5EF4-FFF2-40B4-BE49-F238E27FC236}">
                  <a16:creationId xmlns:a16="http://schemas.microsoft.com/office/drawing/2014/main" id="{A25528FF-3D96-90FF-2CDA-40341E10A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8" name="Rectangle 25">
              <a:extLst>
                <a:ext uri="{FF2B5EF4-FFF2-40B4-BE49-F238E27FC236}">
                  <a16:creationId xmlns:a16="http://schemas.microsoft.com/office/drawing/2014/main" id="{031E278F-6E44-F74A-257F-8A558DEDF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9" name="Rectangle 26">
              <a:extLst>
                <a:ext uri="{FF2B5EF4-FFF2-40B4-BE49-F238E27FC236}">
                  <a16:creationId xmlns:a16="http://schemas.microsoft.com/office/drawing/2014/main" id="{268D3534-124B-CF4A-EA36-639401B02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0" name="Rectangle 27">
              <a:extLst>
                <a:ext uri="{FF2B5EF4-FFF2-40B4-BE49-F238E27FC236}">
                  <a16:creationId xmlns:a16="http://schemas.microsoft.com/office/drawing/2014/main" id="{C046EAF3-F328-456E-5085-8877DB06B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1" name="Rectangle 28">
              <a:extLst>
                <a:ext uri="{FF2B5EF4-FFF2-40B4-BE49-F238E27FC236}">
                  <a16:creationId xmlns:a16="http://schemas.microsoft.com/office/drawing/2014/main" id="{8E4F822E-E36B-64A6-BE4B-F098CF637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2" name="Rectangle 29">
              <a:extLst>
                <a:ext uri="{FF2B5EF4-FFF2-40B4-BE49-F238E27FC236}">
                  <a16:creationId xmlns:a16="http://schemas.microsoft.com/office/drawing/2014/main" id="{19367820-3A27-8FFA-BF63-7EE4CCD80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3" name="Rectangle 30">
              <a:extLst>
                <a:ext uri="{FF2B5EF4-FFF2-40B4-BE49-F238E27FC236}">
                  <a16:creationId xmlns:a16="http://schemas.microsoft.com/office/drawing/2014/main" id="{A724574C-DDA7-CE83-D484-2A04446BF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4" name="Rectangle 31">
              <a:extLst>
                <a:ext uri="{FF2B5EF4-FFF2-40B4-BE49-F238E27FC236}">
                  <a16:creationId xmlns:a16="http://schemas.microsoft.com/office/drawing/2014/main" id="{3C2EE9A1-6FE8-3415-D786-C71750B7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5" name="Rectangle 32">
              <a:extLst>
                <a:ext uri="{FF2B5EF4-FFF2-40B4-BE49-F238E27FC236}">
                  <a16:creationId xmlns:a16="http://schemas.microsoft.com/office/drawing/2014/main" id="{E72B8F17-AD11-4F7F-6FBF-DBF04A4C3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6" name="Rectangle 33">
              <a:extLst>
                <a:ext uri="{FF2B5EF4-FFF2-40B4-BE49-F238E27FC236}">
                  <a16:creationId xmlns:a16="http://schemas.microsoft.com/office/drawing/2014/main" id="{480641F2-58FA-7DCC-8139-852C72AC7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7" name="Rectangle 34">
              <a:extLst>
                <a:ext uri="{FF2B5EF4-FFF2-40B4-BE49-F238E27FC236}">
                  <a16:creationId xmlns:a16="http://schemas.microsoft.com/office/drawing/2014/main" id="{7DE0E60B-B4C1-1BCB-7C11-0A39839E6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8" name="Rectangle 35">
              <a:extLst>
                <a:ext uri="{FF2B5EF4-FFF2-40B4-BE49-F238E27FC236}">
                  <a16:creationId xmlns:a16="http://schemas.microsoft.com/office/drawing/2014/main" id="{11698D9E-F73D-EBF0-76C6-F1E827921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9" name="Rectangle 36">
              <a:extLst>
                <a:ext uri="{FF2B5EF4-FFF2-40B4-BE49-F238E27FC236}">
                  <a16:creationId xmlns:a16="http://schemas.microsoft.com/office/drawing/2014/main" id="{9167DEF8-6917-B745-4E5A-814A88263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0" name="Rectangle 37">
              <a:extLst>
                <a:ext uri="{FF2B5EF4-FFF2-40B4-BE49-F238E27FC236}">
                  <a16:creationId xmlns:a16="http://schemas.microsoft.com/office/drawing/2014/main" id="{9181586A-32D9-2C8A-4655-063789958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1" name="Rectangle 38">
              <a:extLst>
                <a:ext uri="{FF2B5EF4-FFF2-40B4-BE49-F238E27FC236}">
                  <a16:creationId xmlns:a16="http://schemas.microsoft.com/office/drawing/2014/main" id="{231C8D0F-BC3C-E495-B7F0-F1BE5CE2E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2" name="Rectangle 39">
              <a:extLst>
                <a:ext uri="{FF2B5EF4-FFF2-40B4-BE49-F238E27FC236}">
                  <a16:creationId xmlns:a16="http://schemas.microsoft.com/office/drawing/2014/main" id="{BC07186D-3AAC-456C-F72B-C152B6D9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3" name="Rectangle 40">
              <a:extLst>
                <a:ext uri="{FF2B5EF4-FFF2-40B4-BE49-F238E27FC236}">
                  <a16:creationId xmlns:a16="http://schemas.microsoft.com/office/drawing/2014/main" id="{7CCC5281-0D64-85B8-5674-E7703A9D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4" name="Rectangle 41">
              <a:extLst>
                <a:ext uri="{FF2B5EF4-FFF2-40B4-BE49-F238E27FC236}">
                  <a16:creationId xmlns:a16="http://schemas.microsoft.com/office/drawing/2014/main" id="{EDE5EFD4-C52D-027D-0704-705F534E3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5" name="Rectangle 42">
              <a:extLst>
                <a:ext uri="{FF2B5EF4-FFF2-40B4-BE49-F238E27FC236}">
                  <a16:creationId xmlns:a16="http://schemas.microsoft.com/office/drawing/2014/main" id="{E352ED6B-7C63-045A-9D08-EC5965DAD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6" name="Rectangle 43">
              <a:extLst>
                <a:ext uri="{FF2B5EF4-FFF2-40B4-BE49-F238E27FC236}">
                  <a16:creationId xmlns:a16="http://schemas.microsoft.com/office/drawing/2014/main" id="{AB78920E-D230-AB8A-A79A-9196765DE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7" name="Rectangle 44">
              <a:extLst>
                <a:ext uri="{FF2B5EF4-FFF2-40B4-BE49-F238E27FC236}">
                  <a16:creationId xmlns:a16="http://schemas.microsoft.com/office/drawing/2014/main" id="{2AD27F63-D59E-3D70-AA59-33F71FD7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8" name="Rectangle 45">
              <a:extLst>
                <a:ext uri="{FF2B5EF4-FFF2-40B4-BE49-F238E27FC236}">
                  <a16:creationId xmlns:a16="http://schemas.microsoft.com/office/drawing/2014/main" id="{CB7FD51F-A092-7A36-F5CA-E0FEEEE49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9" name="Rectangle 46">
              <a:extLst>
                <a:ext uri="{FF2B5EF4-FFF2-40B4-BE49-F238E27FC236}">
                  <a16:creationId xmlns:a16="http://schemas.microsoft.com/office/drawing/2014/main" id="{F8D82EB0-63C2-FA55-EFE7-4D6710FD2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0" name="Rectangle 47">
              <a:extLst>
                <a:ext uri="{FF2B5EF4-FFF2-40B4-BE49-F238E27FC236}">
                  <a16:creationId xmlns:a16="http://schemas.microsoft.com/office/drawing/2014/main" id="{51A55EF8-DEDE-1F25-3353-4E8647F7B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1" name="Rectangle 48">
              <a:extLst>
                <a:ext uri="{FF2B5EF4-FFF2-40B4-BE49-F238E27FC236}">
                  <a16:creationId xmlns:a16="http://schemas.microsoft.com/office/drawing/2014/main" id="{2188EC00-EC8F-FFA6-4AA4-1577E9466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2" name="Rectangle 49">
              <a:extLst>
                <a:ext uri="{FF2B5EF4-FFF2-40B4-BE49-F238E27FC236}">
                  <a16:creationId xmlns:a16="http://schemas.microsoft.com/office/drawing/2014/main" id="{D2A78ADB-2D95-2CC5-1054-14854895C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3" name="Rectangle 50">
              <a:extLst>
                <a:ext uri="{FF2B5EF4-FFF2-40B4-BE49-F238E27FC236}">
                  <a16:creationId xmlns:a16="http://schemas.microsoft.com/office/drawing/2014/main" id="{DE214B92-DA83-FC05-B07D-FBFBD52DA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4" name="Rectangle 51">
              <a:extLst>
                <a:ext uri="{FF2B5EF4-FFF2-40B4-BE49-F238E27FC236}">
                  <a16:creationId xmlns:a16="http://schemas.microsoft.com/office/drawing/2014/main" id="{B7078775-4C42-334B-3ED8-2676F2A3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5" name="Rectangle 52">
              <a:extLst>
                <a:ext uri="{FF2B5EF4-FFF2-40B4-BE49-F238E27FC236}">
                  <a16:creationId xmlns:a16="http://schemas.microsoft.com/office/drawing/2014/main" id="{227E832F-69EE-584C-B2E6-D81339857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6" name="Rectangle 53">
              <a:extLst>
                <a:ext uri="{FF2B5EF4-FFF2-40B4-BE49-F238E27FC236}">
                  <a16:creationId xmlns:a16="http://schemas.microsoft.com/office/drawing/2014/main" id="{848CE7FD-CF81-CC4E-0965-B296FD4C6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7" name="Rectangle 54">
              <a:extLst>
                <a:ext uri="{FF2B5EF4-FFF2-40B4-BE49-F238E27FC236}">
                  <a16:creationId xmlns:a16="http://schemas.microsoft.com/office/drawing/2014/main" id="{F5348F15-B91E-CF66-8EBE-968906CAB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8" name="Rectangle 55">
              <a:extLst>
                <a:ext uri="{FF2B5EF4-FFF2-40B4-BE49-F238E27FC236}">
                  <a16:creationId xmlns:a16="http://schemas.microsoft.com/office/drawing/2014/main" id="{88488398-2E26-DA03-EE3B-83341CB42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9" name="Rectangle 56">
              <a:extLst>
                <a:ext uri="{FF2B5EF4-FFF2-40B4-BE49-F238E27FC236}">
                  <a16:creationId xmlns:a16="http://schemas.microsoft.com/office/drawing/2014/main" id="{768A9B7F-EE4C-DE41-3FA0-C21392FDB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0" name="Rectangle 57">
              <a:extLst>
                <a:ext uri="{FF2B5EF4-FFF2-40B4-BE49-F238E27FC236}">
                  <a16:creationId xmlns:a16="http://schemas.microsoft.com/office/drawing/2014/main" id="{E9BD6DA9-70D8-3A0B-BE2A-A2224B03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1" name="Rectangle 58">
              <a:extLst>
                <a:ext uri="{FF2B5EF4-FFF2-40B4-BE49-F238E27FC236}">
                  <a16:creationId xmlns:a16="http://schemas.microsoft.com/office/drawing/2014/main" id="{D46F9E46-0A8B-0751-504B-956C6A0E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2" name="Rectangle 59">
              <a:extLst>
                <a:ext uri="{FF2B5EF4-FFF2-40B4-BE49-F238E27FC236}">
                  <a16:creationId xmlns:a16="http://schemas.microsoft.com/office/drawing/2014/main" id="{0451101E-697E-71BE-B50A-4C5F39D59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3" name="Rectangle 60">
              <a:extLst>
                <a:ext uri="{FF2B5EF4-FFF2-40B4-BE49-F238E27FC236}">
                  <a16:creationId xmlns:a16="http://schemas.microsoft.com/office/drawing/2014/main" id="{D5821995-91B7-9D4C-2034-D9B51061E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4" name="Rectangle 61">
              <a:extLst>
                <a:ext uri="{FF2B5EF4-FFF2-40B4-BE49-F238E27FC236}">
                  <a16:creationId xmlns:a16="http://schemas.microsoft.com/office/drawing/2014/main" id="{B7510F38-0C00-096F-24D1-1A66C5CB8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5" name="Rectangle 62">
              <a:extLst>
                <a:ext uri="{FF2B5EF4-FFF2-40B4-BE49-F238E27FC236}">
                  <a16:creationId xmlns:a16="http://schemas.microsoft.com/office/drawing/2014/main" id="{135DA3E6-FE7F-FBF5-D423-5570FF923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6" name="Rectangle 63">
              <a:extLst>
                <a:ext uri="{FF2B5EF4-FFF2-40B4-BE49-F238E27FC236}">
                  <a16:creationId xmlns:a16="http://schemas.microsoft.com/office/drawing/2014/main" id="{79EB4EC7-5C69-0DE7-8829-65E884D2F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7" name="Rectangle 64">
              <a:extLst>
                <a:ext uri="{FF2B5EF4-FFF2-40B4-BE49-F238E27FC236}">
                  <a16:creationId xmlns:a16="http://schemas.microsoft.com/office/drawing/2014/main" id="{2AF74B12-A1F6-C6B3-F008-6FC83AFE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8" name="Rectangle 65">
              <a:extLst>
                <a:ext uri="{FF2B5EF4-FFF2-40B4-BE49-F238E27FC236}">
                  <a16:creationId xmlns:a16="http://schemas.microsoft.com/office/drawing/2014/main" id="{DE665EAA-40CB-1636-DE55-D3C8529BB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9" name="Rectangle 66">
              <a:extLst>
                <a:ext uri="{FF2B5EF4-FFF2-40B4-BE49-F238E27FC236}">
                  <a16:creationId xmlns:a16="http://schemas.microsoft.com/office/drawing/2014/main" id="{E1CF16D3-A565-D099-C44D-70E1F54DC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0" name="Rectangle 67">
              <a:extLst>
                <a:ext uri="{FF2B5EF4-FFF2-40B4-BE49-F238E27FC236}">
                  <a16:creationId xmlns:a16="http://schemas.microsoft.com/office/drawing/2014/main" id="{828EC52F-A405-38DD-43D0-E876ACE01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4580" name="Text Box 68">
            <a:extLst>
              <a:ext uri="{FF2B5EF4-FFF2-40B4-BE49-F238E27FC236}">
                <a16:creationId xmlns:a16="http://schemas.microsoft.com/office/drawing/2014/main" id="{F652D09C-470F-A117-6C28-09913B0A2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sp>
        <p:nvSpPr>
          <p:cNvPr id="24581" name="Rectangle 69">
            <a:extLst>
              <a:ext uri="{FF2B5EF4-FFF2-40B4-BE49-F238E27FC236}">
                <a16:creationId xmlns:a16="http://schemas.microsoft.com/office/drawing/2014/main" id="{7FC36766-A1F9-2B93-7496-B8D5A745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2" name="Rectangle 70">
            <a:extLst>
              <a:ext uri="{FF2B5EF4-FFF2-40B4-BE49-F238E27FC236}">
                <a16:creationId xmlns:a16="http://schemas.microsoft.com/office/drawing/2014/main" id="{7127F8FA-00DB-71B4-8AB7-3F08D20FC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3" name="Rectangle 71">
            <a:extLst>
              <a:ext uri="{FF2B5EF4-FFF2-40B4-BE49-F238E27FC236}">
                <a16:creationId xmlns:a16="http://schemas.microsoft.com/office/drawing/2014/main" id="{E88B861F-07C4-40D6-4344-1592134F3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4" name="Rectangle 72">
            <a:extLst>
              <a:ext uri="{FF2B5EF4-FFF2-40B4-BE49-F238E27FC236}">
                <a16:creationId xmlns:a16="http://schemas.microsoft.com/office/drawing/2014/main" id="{89117A2B-DE3A-FA95-C4D8-07BCF2141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5" name="Rectangle 73">
            <a:extLst>
              <a:ext uri="{FF2B5EF4-FFF2-40B4-BE49-F238E27FC236}">
                <a16:creationId xmlns:a16="http://schemas.microsoft.com/office/drawing/2014/main" id="{C0542C5A-E961-3477-7293-174589152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6" name="Rectangle 74">
            <a:extLst>
              <a:ext uri="{FF2B5EF4-FFF2-40B4-BE49-F238E27FC236}">
                <a16:creationId xmlns:a16="http://schemas.microsoft.com/office/drawing/2014/main" id="{EC7DC9D4-5BAA-DB1A-E09D-E44BF31BD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7" name="Rectangle 75">
            <a:extLst>
              <a:ext uri="{FF2B5EF4-FFF2-40B4-BE49-F238E27FC236}">
                <a16:creationId xmlns:a16="http://schemas.microsoft.com/office/drawing/2014/main" id="{CB7DE98B-A8FA-C909-905A-ED962DFDC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8" name="Rectangle 76">
            <a:extLst>
              <a:ext uri="{FF2B5EF4-FFF2-40B4-BE49-F238E27FC236}">
                <a16:creationId xmlns:a16="http://schemas.microsoft.com/office/drawing/2014/main" id="{7EC4F1C6-DF09-F8AD-2E34-5B9737B16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89" name="Rectangle 77">
            <a:extLst>
              <a:ext uri="{FF2B5EF4-FFF2-40B4-BE49-F238E27FC236}">
                <a16:creationId xmlns:a16="http://schemas.microsoft.com/office/drawing/2014/main" id="{E459C281-0A02-4C9E-A1BC-A3BE499D0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0" name="Rectangle 78">
            <a:extLst>
              <a:ext uri="{FF2B5EF4-FFF2-40B4-BE49-F238E27FC236}">
                <a16:creationId xmlns:a16="http://schemas.microsoft.com/office/drawing/2014/main" id="{BA3F97B9-E911-AA26-1423-02AA596D1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1" name="Rectangle 79">
            <a:extLst>
              <a:ext uri="{FF2B5EF4-FFF2-40B4-BE49-F238E27FC236}">
                <a16:creationId xmlns:a16="http://schemas.microsoft.com/office/drawing/2014/main" id="{CA97C0B9-FC60-4F4E-365E-2DDDE0F20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2" name="Rectangle 80">
            <a:extLst>
              <a:ext uri="{FF2B5EF4-FFF2-40B4-BE49-F238E27FC236}">
                <a16:creationId xmlns:a16="http://schemas.microsoft.com/office/drawing/2014/main" id="{0302F2CD-7311-FB66-5C94-FDFA3CD63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06851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3" name="Rectangle 81">
            <a:extLst>
              <a:ext uri="{FF2B5EF4-FFF2-40B4-BE49-F238E27FC236}">
                <a16:creationId xmlns:a16="http://schemas.microsoft.com/office/drawing/2014/main" id="{45F23175-C2DE-ACCF-13F4-71B8596F0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06851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4" name="Rectangle 82">
            <a:extLst>
              <a:ext uri="{FF2B5EF4-FFF2-40B4-BE49-F238E27FC236}">
                <a16:creationId xmlns:a16="http://schemas.microsoft.com/office/drawing/2014/main" id="{4352902C-9668-099F-CF18-B10A7F66C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06851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5" name="Rectangle 83">
            <a:extLst>
              <a:ext uri="{FF2B5EF4-FFF2-40B4-BE49-F238E27FC236}">
                <a16:creationId xmlns:a16="http://schemas.microsoft.com/office/drawing/2014/main" id="{2D95C1DC-1829-6637-7729-41A7F20D9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6" name="Rectangle 84">
            <a:extLst>
              <a:ext uri="{FF2B5EF4-FFF2-40B4-BE49-F238E27FC236}">
                <a16:creationId xmlns:a16="http://schemas.microsoft.com/office/drawing/2014/main" id="{86A1E2F4-989A-B09D-6049-43B3C0614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7" name="Rectangle 85">
            <a:extLst>
              <a:ext uri="{FF2B5EF4-FFF2-40B4-BE49-F238E27FC236}">
                <a16:creationId xmlns:a16="http://schemas.microsoft.com/office/drawing/2014/main" id="{8D323BDC-6F24-4D80-0CCE-90CBFD395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8" name="Rectangle 86">
            <a:extLst>
              <a:ext uri="{FF2B5EF4-FFF2-40B4-BE49-F238E27FC236}">
                <a16:creationId xmlns:a16="http://schemas.microsoft.com/office/drawing/2014/main" id="{440899CD-9626-E929-4B28-C1E75D37C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9" name="Rectangle 87">
            <a:extLst>
              <a:ext uri="{FF2B5EF4-FFF2-40B4-BE49-F238E27FC236}">
                <a16:creationId xmlns:a16="http://schemas.microsoft.com/office/drawing/2014/main" id="{14F13E73-24CE-4EA7-E9CE-F684A9B93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54952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0" name="Rectangle 88">
            <a:extLst>
              <a:ext uri="{FF2B5EF4-FFF2-40B4-BE49-F238E27FC236}">
                <a16:creationId xmlns:a16="http://schemas.microsoft.com/office/drawing/2014/main" id="{7F544EBE-578A-53AD-9EE1-4A2F1377A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1" name="Rectangle 89">
            <a:extLst>
              <a:ext uri="{FF2B5EF4-FFF2-40B4-BE49-F238E27FC236}">
                <a16:creationId xmlns:a16="http://schemas.microsoft.com/office/drawing/2014/main" id="{D92ECD68-EF32-6E1E-B6BD-D60D8A336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2" name="Rectangle 90">
            <a:extLst>
              <a:ext uri="{FF2B5EF4-FFF2-40B4-BE49-F238E27FC236}">
                <a16:creationId xmlns:a16="http://schemas.microsoft.com/office/drawing/2014/main" id="{A02A6712-6C42-A0D6-F64C-C4DE5866F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54952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3" name="Rectangle 91">
            <a:extLst>
              <a:ext uri="{FF2B5EF4-FFF2-40B4-BE49-F238E27FC236}">
                <a16:creationId xmlns:a16="http://schemas.microsoft.com/office/drawing/2014/main" id="{5A5A8B86-C5F4-D11C-C88E-6AB62C83F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4" name="Rectangle 92">
            <a:extLst>
              <a:ext uri="{FF2B5EF4-FFF2-40B4-BE49-F238E27FC236}">
                <a16:creationId xmlns:a16="http://schemas.microsoft.com/office/drawing/2014/main" id="{6A46507E-0B1C-2A1D-8005-CAAF03046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5" name="Rectangle 93">
            <a:extLst>
              <a:ext uri="{FF2B5EF4-FFF2-40B4-BE49-F238E27FC236}">
                <a16:creationId xmlns:a16="http://schemas.microsoft.com/office/drawing/2014/main" id="{6F1018CA-C124-E048-30BC-DF2E8863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6" name="Rectangle 94">
            <a:extLst>
              <a:ext uri="{FF2B5EF4-FFF2-40B4-BE49-F238E27FC236}">
                <a16:creationId xmlns:a16="http://schemas.microsoft.com/office/drawing/2014/main" id="{E689A63B-8EB1-10D9-6CDB-5C23E8978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04006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7" name="Rectangle 95">
            <a:extLst>
              <a:ext uri="{FF2B5EF4-FFF2-40B4-BE49-F238E27FC236}">
                <a16:creationId xmlns:a16="http://schemas.microsoft.com/office/drawing/2014/main" id="{9F3F1D85-B0A5-200C-2948-688D42EDB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8" name="Rectangle 96">
            <a:extLst>
              <a:ext uri="{FF2B5EF4-FFF2-40B4-BE49-F238E27FC236}">
                <a16:creationId xmlns:a16="http://schemas.microsoft.com/office/drawing/2014/main" id="{79970354-AE48-3CD1-B60C-52DBED909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09" name="Rectangle 97">
            <a:extLst>
              <a:ext uri="{FF2B5EF4-FFF2-40B4-BE49-F238E27FC236}">
                <a16:creationId xmlns:a16="http://schemas.microsoft.com/office/drawing/2014/main" id="{4D567C94-1AA1-8C53-9FAE-A00A061CD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04006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0" name="Rectangle 98">
            <a:extLst>
              <a:ext uri="{FF2B5EF4-FFF2-40B4-BE49-F238E27FC236}">
                <a16:creationId xmlns:a16="http://schemas.microsoft.com/office/drawing/2014/main" id="{77066FA8-3105-8615-B96B-0DE2FE136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1" name="Rectangle 99">
            <a:extLst>
              <a:ext uri="{FF2B5EF4-FFF2-40B4-BE49-F238E27FC236}">
                <a16:creationId xmlns:a16="http://schemas.microsoft.com/office/drawing/2014/main" id="{93D83F28-617A-9F9B-B3A5-E373642DD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2" name="Rectangle 100">
            <a:extLst>
              <a:ext uri="{FF2B5EF4-FFF2-40B4-BE49-F238E27FC236}">
                <a16:creationId xmlns:a16="http://schemas.microsoft.com/office/drawing/2014/main" id="{8797B913-F14C-C9FC-DA2B-F5EA83A79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3" name="Rectangle 101">
            <a:extLst>
              <a:ext uri="{FF2B5EF4-FFF2-40B4-BE49-F238E27FC236}">
                <a16:creationId xmlns:a16="http://schemas.microsoft.com/office/drawing/2014/main" id="{C642E903-C962-FE81-551D-66E50E80A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4" name="Rectangle 102">
            <a:extLst>
              <a:ext uri="{FF2B5EF4-FFF2-40B4-BE49-F238E27FC236}">
                <a16:creationId xmlns:a16="http://schemas.microsoft.com/office/drawing/2014/main" id="{78B5188F-3E65-4848-ED99-F92698466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52425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5" name="Rectangle 103">
            <a:extLst>
              <a:ext uri="{FF2B5EF4-FFF2-40B4-BE49-F238E27FC236}">
                <a16:creationId xmlns:a16="http://schemas.microsoft.com/office/drawing/2014/main" id="{65290A34-F954-68D7-81CE-C1ACDF7ED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5242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6" name="Rectangle 104">
            <a:extLst>
              <a:ext uri="{FF2B5EF4-FFF2-40B4-BE49-F238E27FC236}">
                <a16:creationId xmlns:a16="http://schemas.microsoft.com/office/drawing/2014/main" id="{78931C8C-B4D2-5FB9-6B98-9BC2B6EA7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52425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7" name="Rectangle 105">
            <a:extLst>
              <a:ext uri="{FF2B5EF4-FFF2-40B4-BE49-F238E27FC236}">
                <a16:creationId xmlns:a16="http://schemas.microsoft.com/office/drawing/2014/main" id="{64DB9227-68FB-076F-D24D-4821741AA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8" name="Rectangle 106">
            <a:extLst>
              <a:ext uri="{FF2B5EF4-FFF2-40B4-BE49-F238E27FC236}">
                <a16:creationId xmlns:a16="http://schemas.microsoft.com/office/drawing/2014/main" id="{70F6D217-C6C5-8E4D-BF20-6763EDC4F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19" name="Rectangle 107">
            <a:extLst>
              <a:ext uri="{FF2B5EF4-FFF2-40B4-BE49-F238E27FC236}">
                <a16:creationId xmlns:a16="http://schemas.microsoft.com/office/drawing/2014/main" id="{C71D4108-C9AA-147C-4606-40F63271D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0" name="Rectangle 108">
            <a:extLst>
              <a:ext uri="{FF2B5EF4-FFF2-40B4-BE49-F238E27FC236}">
                <a16:creationId xmlns:a16="http://schemas.microsoft.com/office/drawing/2014/main" id="{5EA39409-2568-EFC7-2FC4-A16088DDA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1" name="Rectangle 109">
            <a:extLst>
              <a:ext uri="{FF2B5EF4-FFF2-40B4-BE49-F238E27FC236}">
                <a16:creationId xmlns:a16="http://schemas.microsoft.com/office/drawing/2014/main" id="{805DE036-25B1-B3B5-BABB-A9F4AD32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2" name="Rectangle 110">
            <a:extLst>
              <a:ext uri="{FF2B5EF4-FFF2-40B4-BE49-F238E27FC236}">
                <a16:creationId xmlns:a16="http://schemas.microsoft.com/office/drawing/2014/main" id="{17E18CBF-DFDD-67BA-46E6-2E98B35A7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014788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3" name="Rectangle 111">
            <a:extLst>
              <a:ext uri="{FF2B5EF4-FFF2-40B4-BE49-F238E27FC236}">
                <a16:creationId xmlns:a16="http://schemas.microsoft.com/office/drawing/2014/main" id="{45928770-CEDF-7565-76E8-289559BF6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014788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4" name="Rectangle 112">
            <a:extLst>
              <a:ext uri="{FF2B5EF4-FFF2-40B4-BE49-F238E27FC236}">
                <a16:creationId xmlns:a16="http://schemas.microsoft.com/office/drawing/2014/main" id="{9A411BC3-1102-6CC7-7228-49C03F1CA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014788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5" name="Rectangle 113">
            <a:extLst>
              <a:ext uri="{FF2B5EF4-FFF2-40B4-BE49-F238E27FC236}">
                <a16:creationId xmlns:a16="http://schemas.microsoft.com/office/drawing/2014/main" id="{1227BDBD-821E-AAE8-0E3D-0780B3804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6" name="Rectangle 114">
            <a:extLst>
              <a:ext uri="{FF2B5EF4-FFF2-40B4-BE49-F238E27FC236}">
                <a16:creationId xmlns:a16="http://schemas.microsoft.com/office/drawing/2014/main" id="{55DC6772-882D-DF18-E6FE-91BABD099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7" name="Rectangle 115">
            <a:extLst>
              <a:ext uri="{FF2B5EF4-FFF2-40B4-BE49-F238E27FC236}">
                <a16:creationId xmlns:a16="http://schemas.microsoft.com/office/drawing/2014/main" id="{659351D9-CA88-4E02-FC5E-4A7047655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8" name="Rectangle 116">
            <a:extLst>
              <a:ext uri="{FF2B5EF4-FFF2-40B4-BE49-F238E27FC236}">
                <a16:creationId xmlns:a16="http://schemas.microsoft.com/office/drawing/2014/main" id="{195F24CC-181D-8EB2-A2B2-55836FDF9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29" name="Rectangle 117">
            <a:extLst>
              <a:ext uri="{FF2B5EF4-FFF2-40B4-BE49-F238E27FC236}">
                <a16:creationId xmlns:a16="http://schemas.microsoft.com/office/drawing/2014/main" id="{55B9C9FA-DFDD-1FFD-AA2E-41DFE30BE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0" name="Rectangle 118">
            <a:extLst>
              <a:ext uri="{FF2B5EF4-FFF2-40B4-BE49-F238E27FC236}">
                <a16:creationId xmlns:a16="http://schemas.microsoft.com/office/drawing/2014/main" id="{0A75D03B-08DE-F088-07F6-0AFA9F03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1" name="Rectangle 119">
            <a:extLst>
              <a:ext uri="{FF2B5EF4-FFF2-40B4-BE49-F238E27FC236}">
                <a16:creationId xmlns:a16="http://schemas.microsoft.com/office/drawing/2014/main" id="{B82AF04C-B5EF-1C0D-85AE-431C56D14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2" name="Rectangle 120">
            <a:extLst>
              <a:ext uri="{FF2B5EF4-FFF2-40B4-BE49-F238E27FC236}">
                <a16:creationId xmlns:a16="http://schemas.microsoft.com/office/drawing/2014/main" id="{03F09BE6-E9A7-1709-77B1-3FAD91785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3" name="Rectangle 121">
            <a:extLst>
              <a:ext uri="{FF2B5EF4-FFF2-40B4-BE49-F238E27FC236}">
                <a16:creationId xmlns:a16="http://schemas.microsoft.com/office/drawing/2014/main" id="{CA49E7A2-9B2B-6279-027F-93ADA8D23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4" name="Rectangle 122">
            <a:extLst>
              <a:ext uri="{FF2B5EF4-FFF2-40B4-BE49-F238E27FC236}">
                <a16:creationId xmlns:a16="http://schemas.microsoft.com/office/drawing/2014/main" id="{0F0EDB57-EC95-E88F-B286-3851705AE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5" name="Rectangle 123">
            <a:extLst>
              <a:ext uri="{FF2B5EF4-FFF2-40B4-BE49-F238E27FC236}">
                <a16:creationId xmlns:a16="http://schemas.microsoft.com/office/drawing/2014/main" id="{234F5D17-2BCA-256A-6BFF-74054A562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6" name="Rectangle 124">
            <a:extLst>
              <a:ext uri="{FF2B5EF4-FFF2-40B4-BE49-F238E27FC236}">
                <a16:creationId xmlns:a16="http://schemas.microsoft.com/office/drawing/2014/main" id="{943197E4-C09F-54FA-5838-5EE7F02FF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7" name="Rectangle 125">
            <a:extLst>
              <a:ext uri="{FF2B5EF4-FFF2-40B4-BE49-F238E27FC236}">
                <a16:creationId xmlns:a16="http://schemas.microsoft.com/office/drawing/2014/main" id="{65987436-DDD8-771B-A674-217886936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8" name="Rectangle 126">
            <a:extLst>
              <a:ext uri="{FF2B5EF4-FFF2-40B4-BE49-F238E27FC236}">
                <a16:creationId xmlns:a16="http://schemas.microsoft.com/office/drawing/2014/main" id="{A5ACAF27-52C2-8B2C-6D5D-F54878103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39" name="Rectangle 127">
            <a:extLst>
              <a:ext uri="{FF2B5EF4-FFF2-40B4-BE49-F238E27FC236}">
                <a16:creationId xmlns:a16="http://schemas.microsoft.com/office/drawing/2014/main" id="{0BEA578F-5794-978B-12EF-1EC727B17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40" name="Rectangle 128">
            <a:extLst>
              <a:ext uri="{FF2B5EF4-FFF2-40B4-BE49-F238E27FC236}">
                <a16:creationId xmlns:a16="http://schemas.microsoft.com/office/drawing/2014/main" id="{E42EFD09-C17D-11B4-510A-2774356C4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41" name="Rectangle 129">
            <a:extLst>
              <a:ext uri="{FF2B5EF4-FFF2-40B4-BE49-F238E27FC236}">
                <a16:creationId xmlns:a16="http://schemas.microsoft.com/office/drawing/2014/main" id="{34D99D74-AC45-639F-4EB7-6D2280F63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42" name="Rectangle 130">
            <a:extLst>
              <a:ext uri="{FF2B5EF4-FFF2-40B4-BE49-F238E27FC236}">
                <a16:creationId xmlns:a16="http://schemas.microsoft.com/office/drawing/2014/main" id="{76406E11-2CA1-1505-F591-0A1149D54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43" name="Rectangle 131">
            <a:extLst>
              <a:ext uri="{FF2B5EF4-FFF2-40B4-BE49-F238E27FC236}">
                <a16:creationId xmlns:a16="http://schemas.microsoft.com/office/drawing/2014/main" id="{1ED798C3-26EE-F4A9-C480-E76B6CA7E7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644" name="Rectangle 132">
            <a:extLst>
              <a:ext uri="{FF2B5EF4-FFF2-40B4-BE49-F238E27FC236}">
                <a16:creationId xmlns:a16="http://schemas.microsoft.com/office/drawing/2014/main" id="{83A33227-ABAE-30FB-C2FE-CEFBDDD27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24645" name="Group 133">
            <a:extLst>
              <a:ext uri="{FF2B5EF4-FFF2-40B4-BE49-F238E27FC236}">
                <a16:creationId xmlns:a16="http://schemas.microsoft.com/office/drawing/2014/main" id="{F5D55680-76CF-B93B-109E-1F823EC7CBDF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24648" name="Rectangle 134">
              <a:extLst>
                <a:ext uri="{FF2B5EF4-FFF2-40B4-BE49-F238E27FC236}">
                  <a16:creationId xmlns:a16="http://schemas.microsoft.com/office/drawing/2014/main" id="{3B9C76ED-63C9-C5A5-4790-3FD72A20A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9" name="Rectangle 135">
              <a:extLst>
                <a:ext uri="{FF2B5EF4-FFF2-40B4-BE49-F238E27FC236}">
                  <a16:creationId xmlns:a16="http://schemas.microsoft.com/office/drawing/2014/main" id="{BA0E34A9-F386-B57E-2D64-BB99A67ED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0" name="Rectangle 136">
              <a:extLst>
                <a:ext uri="{FF2B5EF4-FFF2-40B4-BE49-F238E27FC236}">
                  <a16:creationId xmlns:a16="http://schemas.microsoft.com/office/drawing/2014/main" id="{807087CD-A12B-40EA-4805-EBAD42F9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1" name="Rectangle 137">
              <a:extLst>
                <a:ext uri="{FF2B5EF4-FFF2-40B4-BE49-F238E27FC236}">
                  <a16:creationId xmlns:a16="http://schemas.microsoft.com/office/drawing/2014/main" id="{106A5126-B33B-FB35-EA9E-3D9CFFDD5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2" name="Rectangle 138">
              <a:extLst>
                <a:ext uri="{FF2B5EF4-FFF2-40B4-BE49-F238E27FC236}">
                  <a16:creationId xmlns:a16="http://schemas.microsoft.com/office/drawing/2014/main" id="{E749A30A-A6EC-CF3E-9128-E6B487C32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3" name="Rectangle 139">
              <a:extLst>
                <a:ext uri="{FF2B5EF4-FFF2-40B4-BE49-F238E27FC236}">
                  <a16:creationId xmlns:a16="http://schemas.microsoft.com/office/drawing/2014/main" id="{EC3F665E-51A1-109B-2784-97133611A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4" name="Rectangle 140">
              <a:extLst>
                <a:ext uri="{FF2B5EF4-FFF2-40B4-BE49-F238E27FC236}">
                  <a16:creationId xmlns:a16="http://schemas.microsoft.com/office/drawing/2014/main" id="{668F4186-9E70-0FF5-06FE-2A57420DF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5" name="Rectangle 141">
              <a:extLst>
                <a:ext uri="{FF2B5EF4-FFF2-40B4-BE49-F238E27FC236}">
                  <a16:creationId xmlns:a16="http://schemas.microsoft.com/office/drawing/2014/main" id="{70A49404-37C8-9544-D4D5-206993DC5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6" name="Rectangle 142">
              <a:extLst>
                <a:ext uri="{FF2B5EF4-FFF2-40B4-BE49-F238E27FC236}">
                  <a16:creationId xmlns:a16="http://schemas.microsoft.com/office/drawing/2014/main" id="{64ABA24B-CA61-C3FB-A44F-CAE379837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4646" name="Text Box 143">
            <a:extLst>
              <a:ext uri="{FF2B5EF4-FFF2-40B4-BE49-F238E27FC236}">
                <a16:creationId xmlns:a16="http://schemas.microsoft.com/office/drawing/2014/main" id="{23421C27-32D3-806B-0C21-9AA3A62A56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9713" y="12223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24647" name="Text Box 144">
            <a:extLst>
              <a:ext uri="{FF2B5EF4-FFF2-40B4-BE49-F238E27FC236}">
                <a16:creationId xmlns:a16="http://schemas.microsoft.com/office/drawing/2014/main" id="{33EC8D13-4177-8621-1A7B-BE0754D15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41425"/>
            <a:ext cx="1962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BD093012-EB02-17AE-C470-C73AA1D5E8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Erosion Example 1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30ADC0EB-98A3-4BD3-E6C8-7F6728A334BE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0" y="6334125"/>
            <a:ext cx="9144000" cy="523875"/>
          </a:xfrm>
        </p:spPr>
        <p:txBody>
          <a:bodyPr/>
          <a:lstStyle/>
          <a:p>
            <a:pPr marL="0" indent="0" algn="ctr" eaLnBrk="1" hangingPunct="1">
              <a:buFontTx/>
              <a:buNone/>
            </a:pPr>
            <a:r>
              <a:rPr lang="en-IE" altLang="en-US" sz="2400" b="1"/>
              <a:t>Watch out:</a:t>
            </a:r>
            <a:r>
              <a:rPr lang="en-IE" altLang="en-US" sz="2400"/>
              <a:t> In these examples a 1 refers to a black pixel!</a:t>
            </a:r>
            <a:endParaRPr lang="en-US" altLang="en-US" sz="2400"/>
          </a:p>
        </p:txBody>
      </p:sp>
      <p:pic>
        <p:nvPicPr>
          <p:cNvPr id="25604" name="Picture 6" descr="erosion">
            <a:extLst>
              <a:ext uri="{FF2B5EF4-FFF2-40B4-BE49-F238E27FC236}">
                <a16:creationId xmlns:a16="http://schemas.microsoft.com/office/drawing/2014/main" id="{E3A263D5-C057-20CB-CAAF-923B232802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249"/>
          <a:stretch>
            <a:fillRect/>
          </a:stretch>
        </p:blipFill>
        <p:spPr bwMode="auto">
          <a:xfrm>
            <a:off x="285750" y="1990725"/>
            <a:ext cx="8297863" cy="246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5" name="Text Box 7">
            <a:extLst>
              <a:ext uri="{FF2B5EF4-FFF2-40B4-BE49-F238E27FC236}">
                <a16:creationId xmlns:a16="http://schemas.microsoft.com/office/drawing/2014/main" id="{C5DD6798-6995-6516-BF71-AC1D7CAA0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0938" y="3648075"/>
            <a:ext cx="165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25606" name="Text Box 8">
            <a:extLst>
              <a:ext uri="{FF2B5EF4-FFF2-40B4-BE49-F238E27FC236}">
                <a16:creationId xmlns:a16="http://schemas.microsoft.com/office/drawing/2014/main" id="{C99AEEDE-A09C-2FB2-84B6-67384AAFF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9925" y="3648075"/>
            <a:ext cx="22288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Erosion by 3*3 square structuring element</a:t>
            </a:r>
            <a:endParaRPr lang="en-US" altLang="en-US"/>
          </a:p>
        </p:txBody>
      </p:sp>
      <p:sp>
        <p:nvSpPr>
          <p:cNvPr id="25607" name="Text Box 9">
            <a:extLst>
              <a:ext uri="{FF2B5EF4-FFF2-40B4-BE49-F238E27FC236}">
                <a16:creationId xmlns:a16="http://schemas.microsoft.com/office/drawing/2014/main" id="{1F52BA46-78C5-3157-4B66-A75D2C2BF1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63" y="3648075"/>
            <a:ext cx="23685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Erosion by 5*5 square structuring element</a:t>
            </a:r>
            <a:endParaRPr lang="en-US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051F22F7-2E3F-D2F9-E201-CD7A96FE26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Erosion Example 2</a:t>
            </a:r>
            <a:endParaRPr lang="en-US" altLang="en-US"/>
          </a:p>
        </p:txBody>
      </p:sp>
      <p:graphicFrame>
        <p:nvGraphicFramePr>
          <p:cNvPr id="26627" name="Object 2">
            <a:extLst>
              <a:ext uri="{FF2B5EF4-FFF2-40B4-BE49-F238E27FC236}">
                <a16:creationId xmlns:a16="http://schemas.microsoft.com/office/drawing/2014/main" id="{5246B32C-73D5-EA0B-ED47-A84FDAFAC47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322513" y="1747838"/>
          <a:ext cx="4357687" cy="4321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3" imgW="0" imgH="0" progId="CorelPhotoPaint.Image.11">
                  <p:embed/>
                </p:oleObj>
              </mc:Choice>
              <mc:Fallback>
                <p:oleObj name="CorelPhotoPaint.Image.11" r:id="rId3" imgW="0" imgH="0" progId="CorelPhotoPaint.Image.11">
                  <p:embed/>
                  <p:pic>
                    <p:nvPicPr>
                      <p:cNvPr id="26627" name="Object 2">
                        <a:extLst>
                          <a:ext uri="{FF2B5EF4-FFF2-40B4-BE49-F238E27FC236}">
                            <a16:creationId xmlns:a16="http://schemas.microsoft.com/office/drawing/2014/main" id="{5246B32C-73D5-EA0B-ED47-A84FDAFAC47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22513" y="1747838"/>
                        <a:ext cx="4357687" cy="4321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628" name="Text Box 5">
            <a:extLst>
              <a:ext uri="{FF2B5EF4-FFF2-40B4-BE49-F238E27FC236}">
                <a16:creationId xmlns:a16="http://schemas.microsoft.com/office/drawing/2014/main" id="{84125634-5963-0E58-0AEA-D8CE90DB4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2025" y="2505075"/>
            <a:ext cx="13192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26629" name="Text Box 6">
            <a:extLst>
              <a:ext uri="{FF2B5EF4-FFF2-40B4-BE49-F238E27FC236}">
                <a16:creationId xmlns:a16="http://schemas.microsoft.com/office/drawing/2014/main" id="{05EB09E7-7CB0-491C-79A7-AC486873F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2381250"/>
            <a:ext cx="15303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After erosion with a disc of radius 10</a:t>
            </a:r>
            <a:endParaRPr lang="en-US" altLang="en-US"/>
          </a:p>
        </p:txBody>
      </p:sp>
      <p:sp>
        <p:nvSpPr>
          <p:cNvPr id="26630" name="Text Box 7">
            <a:extLst>
              <a:ext uri="{FF2B5EF4-FFF2-40B4-BE49-F238E27FC236}">
                <a16:creationId xmlns:a16="http://schemas.microsoft.com/office/drawing/2014/main" id="{8E8D9E4B-9FCB-C7CE-1D6E-4C212E6EB2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4800" y="4552950"/>
            <a:ext cx="15303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After erosion with a disc of radius 20</a:t>
            </a:r>
            <a:endParaRPr lang="en-US" altLang="en-US"/>
          </a:p>
        </p:txBody>
      </p:sp>
      <p:sp>
        <p:nvSpPr>
          <p:cNvPr id="26631" name="Text Box 8">
            <a:extLst>
              <a:ext uri="{FF2B5EF4-FFF2-40B4-BE49-F238E27FC236}">
                <a16:creationId xmlns:a16="http://schemas.microsoft.com/office/drawing/2014/main" id="{9BDE8EFC-3A4D-D8F1-6EE5-29BDABBAC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5" y="4514850"/>
            <a:ext cx="15303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/>
              <a:t>After erosion with a disc of radius 5</a:t>
            </a:r>
            <a:endParaRPr lang="en-US" altLang="en-US"/>
          </a:p>
        </p:txBody>
      </p:sp>
      <p:grpSp>
        <p:nvGrpSpPr>
          <p:cNvPr id="26632" name="Group 9">
            <a:extLst>
              <a:ext uri="{FF2B5EF4-FFF2-40B4-BE49-F238E27FC236}">
                <a16:creationId xmlns:a16="http://schemas.microsoft.com/office/drawing/2014/main" id="{2EB88076-39C1-3D3F-77B6-E2E18FFA47F6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26633" name="Picture 10" descr="book">
              <a:extLst>
                <a:ext uri="{FF2B5EF4-FFF2-40B4-BE49-F238E27FC236}">
                  <a16:creationId xmlns:a16="http://schemas.microsoft.com/office/drawing/2014/main" id="{5B16B29C-8190-A40E-626F-EB0ACC6CC3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634" name="Rectangle 11">
              <a:extLst>
                <a:ext uri="{FF2B5EF4-FFF2-40B4-BE49-F238E27FC236}">
                  <a16:creationId xmlns:a16="http://schemas.microsoft.com/office/drawing/2014/main" id="{2275CD68-5435-2E21-F6DF-A7A802E347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E38C970B-0DDF-6EC8-3E06-9FE5533C12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417513"/>
            <a:ext cx="8534400" cy="504825"/>
          </a:xfrm>
        </p:spPr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What Is Erosion For?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27651" name="Rectangle 3">
            <a:extLst>
              <a:ext uri="{FF2B5EF4-FFF2-40B4-BE49-F238E27FC236}">
                <a16:creationId xmlns:a16="http://schemas.microsoft.com/office/drawing/2014/main" id="{E1C25325-466C-9DB1-CF03-4995027C8F39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184275"/>
            <a:ext cx="8504238" cy="5334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Erosion can split apart joined objects</a:t>
            </a:r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 sz="1200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r>
              <a:rPr lang="en-IE" altLang="en-US"/>
              <a:t>Erosion can strip away extrusions</a:t>
            </a:r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r>
              <a:rPr lang="en-IE" altLang="en-US" b="1"/>
              <a:t>Watch out:</a:t>
            </a:r>
            <a:r>
              <a:rPr lang="en-IE" altLang="en-US"/>
              <a:t> Erosion shrinks objects</a:t>
            </a:r>
            <a:endParaRPr lang="en-US" altLang="en-US"/>
          </a:p>
        </p:txBody>
      </p:sp>
      <p:graphicFrame>
        <p:nvGraphicFramePr>
          <p:cNvPr id="27652" name="Object 2">
            <a:extLst>
              <a:ext uri="{FF2B5EF4-FFF2-40B4-BE49-F238E27FC236}">
                <a16:creationId xmlns:a16="http://schemas.microsoft.com/office/drawing/2014/main" id="{CF419122-C49E-97ED-5F05-0B14D2A20E4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605088" y="4352925"/>
          <a:ext cx="3898900" cy="1536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3" imgW="0" imgH="0" progId="CorelPhotoPaint.Image.9">
                  <p:embed/>
                </p:oleObj>
              </mc:Choice>
              <mc:Fallback>
                <p:oleObj name="CorelPhotoPaint.Image.9" r:id="rId3" imgW="0" imgH="0" progId="CorelPhotoPaint.Image.9">
                  <p:embed/>
                  <p:pic>
                    <p:nvPicPr>
                      <p:cNvPr id="27652" name="Object 2">
                        <a:extLst>
                          <a:ext uri="{FF2B5EF4-FFF2-40B4-BE49-F238E27FC236}">
                            <a16:creationId xmlns:a16="http://schemas.microsoft.com/office/drawing/2014/main" id="{CF419122-C49E-97ED-5F05-0B14D2A20E4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3814" t="44785" r="13844" b="27782"/>
                      <a:stretch>
                        <a:fillRect/>
                      </a:stretch>
                    </p:blipFill>
                    <p:spPr bwMode="auto">
                      <a:xfrm>
                        <a:off x="2605088" y="4352925"/>
                        <a:ext cx="3898900" cy="1536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653" name="Text Box 5">
            <a:extLst>
              <a:ext uri="{FF2B5EF4-FFF2-40B4-BE49-F238E27FC236}">
                <a16:creationId xmlns:a16="http://schemas.microsoft.com/office/drawing/2014/main" id="{E355C89F-72C8-CC85-DE14-D8A4BDB71F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7275" y="3397250"/>
            <a:ext cx="2508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Erosion can split apart </a:t>
            </a:r>
            <a:endParaRPr lang="en-US" altLang="en-US"/>
          </a:p>
        </p:txBody>
      </p:sp>
      <p:graphicFrame>
        <p:nvGraphicFramePr>
          <p:cNvPr id="27654" name="Object 3">
            <a:extLst>
              <a:ext uri="{FF2B5EF4-FFF2-40B4-BE49-F238E27FC236}">
                <a16:creationId xmlns:a16="http://schemas.microsoft.com/office/drawing/2014/main" id="{344D4EBE-E49A-FE92-9C7D-4A09431C73E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939925" y="1704975"/>
          <a:ext cx="3660775" cy="175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5" imgW="0" imgH="0" progId="CorelPhotoPaint.Image.9">
                  <p:embed/>
                </p:oleObj>
              </mc:Choice>
              <mc:Fallback>
                <p:oleObj name="CorelPhotoPaint.Image.9" r:id="rId5" imgW="0" imgH="0" progId="CorelPhotoPaint.Image.9">
                  <p:embed/>
                  <p:pic>
                    <p:nvPicPr>
                      <p:cNvPr id="27654" name="Object 3">
                        <a:extLst>
                          <a:ext uri="{FF2B5EF4-FFF2-40B4-BE49-F238E27FC236}">
                            <a16:creationId xmlns:a16="http://schemas.microsoft.com/office/drawing/2014/main" id="{344D4EBE-E49A-FE92-9C7D-4A09431C73E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6171" t="2415" r="15906" b="68159"/>
                      <a:stretch>
                        <a:fillRect/>
                      </a:stretch>
                    </p:blipFill>
                    <p:spPr bwMode="auto">
                      <a:xfrm>
                        <a:off x="1939925" y="1704975"/>
                        <a:ext cx="3660775" cy="1752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6CA72807-CEB1-E734-598D-A47E920016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Dilation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28675" name="Rectangle 3">
            <a:extLst>
              <a:ext uri="{FF2B5EF4-FFF2-40B4-BE49-F238E27FC236}">
                <a16:creationId xmlns:a16="http://schemas.microsoft.com/office/drawing/2014/main" id="{E142BC00-716C-70BE-0BDD-22796D65CB4C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Dilation of image </a:t>
            </a:r>
            <a:r>
              <a:rPr lang="en-IE" altLang="en-US" i="1">
                <a:latin typeface="Times New Roman" panose="02020603050405020304" pitchFamily="18" charset="0"/>
              </a:rPr>
              <a:t>f</a:t>
            </a:r>
            <a:r>
              <a:rPr lang="en-IE" altLang="en-US"/>
              <a:t> by structuring element </a:t>
            </a:r>
            <a:r>
              <a:rPr lang="en-IE" altLang="en-US" i="1">
                <a:latin typeface="Times New Roman" panose="02020603050405020304" pitchFamily="18" charset="0"/>
              </a:rPr>
              <a:t>s</a:t>
            </a:r>
            <a:r>
              <a:rPr lang="en-IE" altLang="en-US"/>
              <a:t> is given by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sym typeface="Webdings" panose="05030102010509060703" pitchFamily="18" charset="2"/>
              </a:rPr>
              <a:t>   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</a:t>
            </a:r>
          </a:p>
          <a:p>
            <a:pPr marL="0" indent="0" eaLnBrk="1" hangingPunct="1">
              <a:buFontTx/>
              <a:buNone/>
            </a:pPr>
            <a:r>
              <a:rPr lang="en-IE" altLang="en-US">
                <a:sym typeface="Webdings" panose="05030102010509060703" pitchFamily="18" charset="2"/>
              </a:rPr>
              <a:t>The structuring element s is positioned with its origin at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(x, y)</a:t>
            </a:r>
            <a:r>
              <a:rPr lang="en-IE" altLang="en-US">
                <a:sym typeface="Webdings" panose="05030102010509060703" pitchFamily="18" charset="2"/>
              </a:rPr>
              <a:t> and the new pixel value is determined using the rule:</a:t>
            </a:r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graphicFrame>
        <p:nvGraphicFramePr>
          <p:cNvPr id="28676" name="Object 2">
            <a:extLst>
              <a:ext uri="{FF2B5EF4-FFF2-40B4-BE49-F238E27FC236}">
                <a16:creationId xmlns:a16="http://schemas.microsoft.com/office/drawing/2014/main" id="{1CF4A45F-EAFA-C761-9D50-AA7F1778B40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50863" y="2070100"/>
          <a:ext cx="292100" cy="314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64814" imgH="177492" progId="Equation.3">
                  <p:embed/>
                </p:oleObj>
              </mc:Choice>
              <mc:Fallback>
                <p:oleObj name="Equation" r:id="rId3" imgW="164814" imgH="177492" progId="Equation.3">
                  <p:embed/>
                  <p:pic>
                    <p:nvPicPr>
                      <p:cNvPr id="28676" name="Object 2">
                        <a:extLst>
                          <a:ext uri="{FF2B5EF4-FFF2-40B4-BE49-F238E27FC236}">
                            <a16:creationId xmlns:a16="http://schemas.microsoft.com/office/drawing/2014/main" id="{1CF4A45F-EAFA-C761-9D50-AA7F1778B40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0863" y="2070100"/>
                        <a:ext cx="292100" cy="314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7" name="Object 3">
            <a:extLst>
              <a:ext uri="{FF2B5EF4-FFF2-40B4-BE49-F238E27FC236}">
                <a16:creationId xmlns:a16="http://schemas.microsoft.com/office/drawing/2014/main" id="{ECCF87A4-A237-5083-0F68-7ED370A3FCA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54150" y="4127500"/>
          <a:ext cx="3933825" cy="1287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1397000" imgH="457200" progId="Equation.3">
                  <p:embed/>
                </p:oleObj>
              </mc:Choice>
              <mc:Fallback>
                <p:oleObj name="Equation" r:id="rId5" imgW="1397000" imgH="457200" progId="Equation.3">
                  <p:embed/>
                  <p:pic>
                    <p:nvPicPr>
                      <p:cNvPr id="28677" name="Object 3">
                        <a:extLst>
                          <a:ext uri="{FF2B5EF4-FFF2-40B4-BE49-F238E27FC236}">
                            <a16:creationId xmlns:a16="http://schemas.microsoft.com/office/drawing/2014/main" id="{ECCF87A4-A237-5083-0F68-7ED370A3FCA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54150" y="4127500"/>
                        <a:ext cx="3933825" cy="1287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34352328-6718-21AC-1B35-C3B57EAB90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Dilation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29699" name="Group 3">
            <a:extLst>
              <a:ext uri="{FF2B5EF4-FFF2-40B4-BE49-F238E27FC236}">
                <a16:creationId xmlns:a16="http://schemas.microsoft.com/office/drawing/2014/main" id="{957E652F-02B3-224E-EEE5-3EE6E3A38C72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02" y="944"/>
            <a:chExt cx="2474" cy="2457"/>
          </a:xfrm>
        </p:grpSpPr>
        <p:sp>
          <p:nvSpPr>
            <p:cNvPr id="30418" name="Rectangle 4">
              <a:extLst>
                <a:ext uri="{FF2B5EF4-FFF2-40B4-BE49-F238E27FC236}">
                  <a16:creationId xmlns:a16="http://schemas.microsoft.com/office/drawing/2014/main" id="{94D2B8A0-831C-51F9-3039-FFEE4EC0B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9" name="Rectangle 5">
              <a:extLst>
                <a:ext uri="{FF2B5EF4-FFF2-40B4-BE49-F238E27FC236}">
                  <a16:creationId xmlns:a16="http://schemas.microsoft.com/office/drawing/2014/main" id="{52FFAA61-6DE1-1836-115B-3ECA4F9D0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0" name="Rectangle 6">
              <a:extLst>
                <a:ext uri="{FF2B5EF4-FFF2-40B4-BE49-F238E27FC236}">
                  <a16:creationId xmlns:a16="http://schemas.microsoft.com/office/drawing/2014/main" id="{5354AC0E-B6EF-9B76-7B78-7A6BE33F8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1" name="Rectangle 7">
              <a:extLst>
                <a:ext uri="{FF2B5EF4-FFF2-40B4-BE49-F238E27FC236}">
                  <a16:creationId xmlns:a16="http://schemas.microsoft.com/office/drawing/2014/main" id="{F46DE64B-B21B-BBBB-AC14-8ED8A19D4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2" name="Rectangle 8">
              <a:extLst>
                <a:ext uri="{FF2B5EF4-FFF2-40B4-BE49-F238E27FC236}">
                  <a16:creationId xmlns:a16="http://schemas.microsoft.com/office/drawing/2014/main" id="{FEC76063-A961-033A-5D21-397812413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3" name="Rectangle 9">
              <a:extLst>
                <a:ext uri="{FF2B5EF4-FFF2-40B4-BE49-F238E27FC236}">
                  <a16:creationId xmlns:a16="http://schemas.microsoft.com/office/drawing/2014/main" id="{C3113A1F-4783-3C8D-0E66-F74547093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4" name="Rectangle 10">
              <a:extLst>
                <a:ext uri="{FF2B5EF4-FFF2-40B4-BE49-F238E27FC236}">
                  <a16:creationId xmlns:a16="http://schemas.microsoft.com/office/drawing/2014/main" id="{54A318EE-FBA8-5683-F98C-C6456E4B3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5" name="Rectangle 11">
              <a:extLst>
                <a:ext uri="{FF2B5EF4-FFF2-40B4-BE49-F238E27FC236}">
                  <a16:creationId xmlns:a16="http://schemas.microsoft.com/office/drawing/2014/main" id="{7C72D2C5-D00B-91A5-7B25-B83C1DC9D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6" name="Rectangle 12">
              <a:extLst>
                <a:ext uri="{FF2B5EF4-FFF2-40B4-BE49-F238E27FC236}">
                  <a16:creationId xmlns:a16="http://schemas.microsoft.com/office/drawing/2014/main" id="{559A4F51-4CA7-5F53-B7D8-330A0BF8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7" name="Rectangle 13">
              <a:extLst>
                <a:ext uri="{FF2B5EF4-FFF2-40B4-BE49-F238E27FC236}">
                  <a16:creationId xmlns:a16="http://schemas.microsoft.com/office/drawing/2014/main" id="{105A379E-07F6-AB43-ED2B-657EC7FEF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8" name="Rectangle 14">
              <a:extLst>
                <a:ext uri="{FF2B5EF4-FFF2-40B4-BE49-F238E27FC236}">
                  <a16:creationId xmlns:a16="http://schemas.microsoft.com/office/drawing/2014/main" id="{F857E50C-A5CB-0EE0-909E-271D68EB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29" name="Rectangle 15">
              <a:extLst>
                <a:ext uri="{FF2B5EF4-FFF2-40B4-BE49-F238E27FC236}">
                  <a16:creationId xmlns:a16="http://schemas.microsoft.com/office/drawing/2014/main" id="{B437E9D0-72BC-5D17-E7A9-607847511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0" name="Rectangle 16">
              <a:extLst>
                <a:ext uri="{FF2B5EF4-FFF2-40B4-BE49-F238E27FC236}">
                  <a16:creationId xmlns:a16="http://schemas.microsoft.com/office/drawing/2014/main" id="{440DF37E-2DB5-7DC8-C2E2-6C287F372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1" name="Rectangle 17">
              <a:extLst>
                <a:ext uri="{FF2B5EF4-FFF2-40B4-BE49-F238E27FC236}">
                  <a16:creationId xmlns:a16="http://schemas.microsoft.com/office/drawing/2014/main" id="{459CCCA1-9404-DE18-C7A0-0586214B4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2" name="Rectangle 18">
              <a:extLst>
                <a:ext uri="{FF2B5EF4-FFF2-40B4-BE49-F238E27FC236}">
                  <a16:creationId xmlns:a16="http://schemas.microsoft.com/office/drawing/2014/main" id="{C5F8187F-CA42-F466-8D77-F8AF9A831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3" name="Rectangle 19">
              <a:extLst>
                <a:ext uri="{FF2B5EF4-FFF2-40B4-BE49-F238E27FC236}">
                  <a16:creationId xmlns:a16="http://schemas.microsoft.com/office/drawing/2014/main" id="{0592D4CA-EC70-5917-01C1-FC59B9F50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4" name="Rectangle 20">
              <a:extLst>
                <a:ext uri="{FF2B5EF4-FFF2-40B4-BE49-F238E27FC236}">
                  <a16:creationId xmlns:a16="http://schemas.microsoft.com/office/drawing/2014/main" id="{F8281960-0F8C-897D-916A-FEF218824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5" name="Rectangle 21">
              <a:extLst>
                <a:ext uri="{FF2B5EF4-FFF2-40B4-BE49-F238E27FC236}">
                  <a16:creationId xmlns:a16="http://schemas.microsoft.com/office/drawing/2014/main" id="{E12D28F9-C62D-F738-A484-C0E4FB0B1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6" name="Rectangle 22">
              <a:extLst>
                <a:ext uri="{FF2B5EF4-FFF2-40B4-BE49-F238E27FC236}">
                  <a16:creationId xmlns:a16="http://schemas.microsoft.com/office/drawing/2014/main" id="{5C8457AA-737A-3338-0870-4802ABCF4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7" name="Rectangle 23">
              <a:extLst>
                <a:ext uri="{FF2B5EF4-FFF2-40B4-BE49-F238E27FC236}">
                  <a16:creationId xmlns:a16="http://schemas.microsoft.com/office/drawing/2014/main" id="{2744F42D-B24A-16C4-FE57-A609F528E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8" name="Rectangle 24">
              <a:extLst>
                <a:ext uri="{FF2B5EF4-FFF2-40B4-BE49-F238E27FC236}">
                  <a16:creationId xmlns:a16="http://schemas.microsoft.com/office/drawing/2014/main" id="{87265469-BDF6-B2BF-2C60-69F68CA0F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39" name="Rectangle 25">
              <a:extLst>
                <a:ext uri="{FF2B5EF4-FFF2-40B4-BE49-F238E27FC236}">
                  <a16:creationId xmlns:a16="http://schemas.microsoft.com/office/drawing/2014/main" id="{4843DEF5-D18B-0657-066A-C057359E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0" name="Rectangle 26">
              <a:extLst>
                <a:ext uri="{FF2B5EF4-FFF2-40B4-BE49-F238E27FC236}">
                  <a16:creationId xmlns:a16="http://schemas.microsoft.com/office/drawing/2014/main" id="{7CBE59F4-BA8E-52E3-6E75-0EB0BB041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1" name="Rectangle 27">
              <a:extLst>
                <a:ext uri="{FF2B5EF4-FFF2-40B4-BE49-F238E27FC236}">
                  <a16:creationId xmlns:a16="http://schemas.microsoft.com/office/drawing/2014/main" id="{D6CDC813-767C-03E5-023A-94E8FD754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2" name="Rectangle 28">
              <a:extLst>
                <a:ext uri="{FF2B5EF4-FFF2-40B4-BE49-F238E27FC236}">
                  <a16:creationId xmlns:a16="http://schemas.microsoft.com/office/drawing/2014/main" id="{4CE65C53-DF7D-1B67-7AB5-C01248B46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3" name="Rectangle 29">
              <a:extLst>
                <a:ext uri="{FF2B5EF4-FFF2-40B4-BE49-F238E27FC236}">
                  <a16:creationId xmlns:a16="http://schemas.microsoft.com/office/drawing/2014/main" id="{0C484A8E-10C2-58E8-2FDE-794A2B3C4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4" name="Rectangle 30">
              <a:extLst>
                <a:ext uri="{FF2B5EF4-FFF2-40B4-BE49-F238E27FC236}">
                  <a16:creationId xmlns:a16="http://schemas.microsoft.com/office/drawing/2014/main" id="{1FB10B4D-D386-A6BA-7C24-5093E7FCD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5" name="Rectangle 31">
              <a:extLst>
                <a:ext uri="{FF2B5EF4-FFF2-40B4-BE49-F238E27FC236}">
                  <a16:creationId xmlns:a16="http://schemas.microsoft.com/office/drawing/2014/main" id="{19139FDC-F4E4-A701-DD0A-FE766E9FD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6" name="Rectangle 32">
              <a:extLst>
                <a:ext uri="{FF2B5EF4-FFF2-40B4-BE49-F238E27FC236}">
                  <a16:creationId xmlns:a16="http://schemas.microsoft.com/office/drawing/2014/main" id="{93D3D738-D685-27F1-8EC6-5014E07AC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7" name="Rectangle 33">
              <a:extLst>
                <a:ext uri="{FF2B5EF4-FFF2-40B4-BE49-F238E27FC236}">
                  <a16:creationId xmlns:a16="http://schemas.microsoft.com/office/drawing/2014/main" id="{5739C1FF-B560-F451-6B3A-5B8DC13B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8" name="Rectangle 34">
              <a:extLst>
                <a:ext uri="{FF2B5EF4-FFF2-40B4-BE49-F238E27FC236}">
                  <a16:creationId xmlns:a16="http://schemas.microsoft.com/office/drawing/2014/main" id="{95A4C78E-8E3D-EF68-683E-FDF33FB66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49" name="Rectangle 35">
              <a:extLst>
                <a:ext uri="{FF2B5EF4-FFF2-40B4-BE49-F238E27FC236}">
                  <a16:creationId xmlns:a16="http://schemas.microsoft.com/office/drawing/2014/main" id="{FC6CC86D-EDB9-3AB9-BFA9-E7BD4CD0E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0" name="Rectangle 36">
              <a:extLst>
                <a:ext uri="{FF2B5EF4-FFF2-40B4-BE49-F238E27FC236}">
                  <a16:creationId xmlns:a16="http://schemas.microsoft.com/office/drawing/2014/main" id="{2E4D5C90-C0EA-C8E2-DB40-7686AA640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1" name="Rectangle 37">
              <a:extLst>
                <a:ext uri="{FF2B5EF4-FFF2-40B4-BE49-F238E27FC236}">
                  <a16:creationId xmlns:a16="http://schemas.microsoft.com/office/drawing/2014/main" id="{6152BAD8-D815-879B-9952-8E16ED895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2" name="Rectangle 38">
              <a:extLst>
                <a:ext uri="{FF2B5EF4-FFF2-40B4-BE49-F238E27FC236}">
                  <a16:creationId xmlns:a16="http://schemas.microsoft.com/office/drawing/2014/main" id="{11D07015-420E-A493-B0BE-6CE3B70B9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3" name="Rectangle 39">
              <a:extLst>
                <a:ext uri="{FF2B5EF4-FFF2-40B4-BE49-F238E27FC236}">
                  <a16:creationId xmlns:a16="http://schemas.microsoft.com/office/drawing/2014/main" id="{5D589F44-1235-A4A9-73B5-98570625F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4" name="Rectangle 40">
              <a:extLst>
                <a:ext uri="{FF2B5EF4-FFF2-40B4-BE49-F238E27FC236}">
                  <a16:creationId xmlns:a16="http://schemas.microsoft.com/office/drawing/2014/main" id="{6BEBC138-DED7-FD98-B282-CA6B86542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5" name="Rectangle 41">
              <a:extLst>
                <a:ext uri="{FF2B5EF4-FFF2-40B4-BE49-F238E27FC236}">
                  <a16:creationId xmlns:a16="http://schemas.microsoft.com/office/drawing/2014/main" id="{92EA6681-D77E-2716-D071-5CBF3763D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6" name="Rectangle 42">
              <a:extLst>
                <a:ext uri="{FF2B5EF4-FFF2-40B4-BE49-F238E27FC236}">
                  <a16:creationId xmlns:a16="http://schemas.microsoft.com/office/drawing/2014/main" id="{35B1CB44-BCD3-FDF1-57A2-1643C23A1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7" name="Rectangle 43">
              <a:extLst>
                <a:ext uri="{FF2B5EF4-FFF2-40B4-BE49-F238E27FC236}">
                  <a16:creationId xmlns:a16="http://schemas.microsoft.com/office/drawing/2014/main" id="{682AEDD4-A614-3A93-F5BB-004827107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8" name="Rectangle 44">
              <a:extLst>
                <a:ext uri="{FF2B5EF4-FFF2-40B4-BE49-F238E27FC236}">
                  <a16:creationId xmlns:a16="http://schemas.microsoft.com/office/drawing/2014/main" id="{D18FD97A-2049-CA0E-E3AD-5AAA60B7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59" name="Rectangle 45">
              <a:extLst>
                <a:ext uri="{FF2B5EF4-FFF2-40B4-BE49-F238E27FC236}">
                  <a16:creationId xmlns:a16="http://schemas.microsoft.com/office/drawing/2014/main" id="{1DF2C39C-9473-8D2D-495E-E8625EDED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0" name="Rectangle 46">
              <a:extLst>
                <a:ext uri="{FF2B5EF4-FFF2-40B4-BE49-F238E27FC236}">
                  <a16:creationId xmlns:a16="http://schemas.microsoft.com/office/drawing/2014/main" id="{5FC4D948-9769-7F69-2627-9764726E3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1" name="Rectangle 47">
              <a:extLst>
                <a:ext uri="{FF2B5EF4-FFF2-40B4-BE49-F238E27FC236}">
                  <a16:creationId xmlns:a16="http://schemas.microsoft.com/office/drawing/2014/main" id="{35D25D72-3C51-2C09-610B-6F4E5E7D6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2" name="Rectangle 48">
              <a:extLst>
                <a:ext uri="{FF2B5EF4-FFF2-40B4-BE49-F238E27FC236}">
                  <a16:creationId xmlns:a16="http://schemas.microsoft.com/office/drawing/2014/main" id="{B54D87AD-E4B2-1644-755C-CCF56B0A9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3" name="Rectangle 49">
              <a:extLst>
                <a:ext uri="{FF2B5EF4-FFF2-40B4-BE49-F238E27FC236}">
                  <a16:creationId xmlns:a16="http://schemas.microsoft.com/office/drawing/2014/main" id="{F5FB5957-8265-090F-DE3E-7E9936E7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4" name="Rectangle 50">
              <a:extLst>
                <a:ext uri="{FF2B5EF4-FFF2-40B4-BE49-F238E27FC236}">
                  <a16:creationId xmlns:a16="http://schemas.microsoft.com/office/drawing/2014/main" id="{1D021272-6DEE-D96B-7D6A-A605F6B14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5" name="Rectangle 51">
              <a:extLst>
                <a:ext uri="{FF2B5EF4-FFF2-40B4-BE49-F238E27FC236}">
                  <a16:creationId xmlns:a16="http://schemas.microsoft.com/office/drawing/2014/main" id="{D0B3FBA1-2177-F344-DE84-C01A42D01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6" name="Rectangle 52">
              <a:extLst>
                <a:ext uri="{FF2B5EF4-FFF2-40B4-BE49-F238E27FC236}">
                  <a16:creationId xmlns:a16="http://schemas.microsoft.com/office/drawing/2014/main" id="{7288336C-FCDB-E7EA-2534-A8FBC8C14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7" name="Rectangle 53">
              <a:extLst>
                <a:ext uri="{FF2B5EF4-FFF2-40B4-BE49-F238E27FC236}">
                  <a16:creationId xmlns:a16="http://schemas.microsoft.com/office/drawing/2014/main" id="{39A4832D-9A85-8548-2551-DB4038009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8" name="Rectangle 54">
              <a:extLst>
                <a:ext uri="{FF2B5EF4-FFF2-40B4-BE49-F238E27FC236}">
                  <a16:creationId xmlns:a16="http://schemas.microsoft.com/office/drawing/2014/main" id="{1AD4014F-683E-E175-7FAA-46BDAFB07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69" name="Rectangle 55">
              <a:extLst>
                <a:ext uri="{FF2B5EF4-FFF2-40B4-BE49-F238E27FC236}">
                  <a16:creationId xmlns:a16="http://schemas.microsoft.com/office/drawing/2014/main" id="{95ECDE3E-C46F-912A-2A11-F6416738E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0" name="Rectangle 56">
              <a:extLst>
                <a:ext uri="{FF2B5EF4-FFF2-40B4-BE49-F238E27FC236}">
                  <a16:creationId xmlns:a16="http://schemas.microsoft.com/office/drawing/2014/main" id="{6169F353-B81D-C97C-4DC0-EAE3EFC9D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1" name="Rectangle 57">
              <a:extLst>
                <a:ext uri="{FF2B5EF4-FFF2-40B4-BE49-F238E27FC236}">
                  <a16:creationId xmlns:a16="http://schemas.microsoft.com/office/drawing/2014/main" id="{8E954CC0-8066-DB13-698D-98916961D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2" name="Rectangle 58">
              <a:extLst>
                <a:ext uri="{FF2B5EF4-FFF2-40B4-BE49-F238E27FC236}">
                  <a16:creationId xmlns:a16="http://schemas.microsoft.com/office/drawing/2014/main" id="{05F07234-AE6C-F8EA-0B69-CEB5C6624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3" name="Rectangle 59">
              <a:extLst>
                <a:ext uri="{FF2B5EF4-FFF2-40B4-BE49-F238E27FC236}">
                  <a16:creationId xmlns:a16="http://schemas.microsoft.com/office/drawing/2014/main" id="{899184E5-5E38-BBD1-7646-3BF640BE8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4" name="Rectangle 60">
              <a:extLst>
                <a:ext uri="{FF2B5EF4-FFF2-40B4-BE49-F238E27FC236}">
                  <a16:creationId xmlns:a16="http://schemas.microsoft.com/office/drawing/2014/main" id="{4860530E-6B88-60FF-1D3A-A4D8DC195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5" name="Rectangle 61">
              <a:extLst>
                <a:ext uri="{FF2B5EF4-FFF2-40B4-BE49-F238E27FC236}">
                  <a16:creationId xmlns:a16="http://schemas.microsoft.com/office/drawing/2014/main" id="{CDEBD117-3ED7-EB8E-5B5F-199270A42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6" name="Rectangle 62">
              <a:extLst>
                <a:ext uri="{FF2B5EF4-FFF2-40B4-BE49-F238E27FC236}">
                  <a16:creationId xmlns:a16="http://schemas.microsoft.com/office/drawing/2014/main" id="{EE61C6AA-D6B3-40A4-95C4-CDCFA6187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7" name="Rectangle 63">
              <a:extLst>
                <a:ext uri="{FF2B5EF4-FFF2-40B4-BE49-F238E27FC236}">
                  <a16:creationId xmlns:a16="http://schemas.microsoft.com/office/drawing/2014/main" id="{7FE18658-5BC4-873E-1AC6-AE17FA2BC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8" name="Rectangle 64">
              <a:extLst>
                <a:ext uri="{FF2B5EF4-FFF2-40B4-BE49-F238E27FC236}">
                  <a16:creationId xmlns:a16="http://schemas.microsoft.com/office/drawing/2014/main" id="{49B7A3DB-E651-71FB-2B59-FE6B43AA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79" name="Rectangle 65">
              <a:extLst>
                <a:ext uri="{FF2B5EF4-FFF2-40B4-BE49-F238E27FC236}">
                  <a16:creationId xmlns:a16="http://schemas.microsoft.com/office/drawing/2014/main" id="{D4BE3683-BBF5-7010-5A12-A2B1EF54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80" name="Rectangle 66">
              <a:extLst>
                <a:ext uri="{FF2B5EF4-FFF2-40B4-BE49-F238E27FC236}">
                  <a16:creationId xmlns:a16="http://schemas.microsoft.com/office/drawing/2014/main" id="{9F654AC4-1459-747A-A7A4-611531919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81" name="Rectangle 67">
              <a:extLst>
                <a:ext uri="{FF2B5EF4-FFF2-40B4-BE49-F238E27FC236}">
                  <a16:creationId xmlns:a16="http://schemas.microsoft.com/office/drawing/2014/main" id="{81430847-DC61-9FC6-939E-7184328E7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" name="Group 68">
            <a:extLst>
              <a:ext uri="{FF2B5EF4-FFF2-40B4-BE49-F238E27FC236}">
                <a16:creationId xmlns:a16="http://schemas.microsoft.com/office/drawing/2014/main" id="{470E7A30-896D-EF1C-3C94-7A9FC018C882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1573213"/>
            <a:ext cx="1474788" cy="1463675"/>
            <a:chOff x="262" y="1078"/>
            <a:chExt cx="929" cy="922"/>
          </a:xfrm>
        </p:grpSpPr>
        <p:sp>
          <p:nvSpPr>
            <p:cNvPr id="30409" name="Rectangle 69">
              <a:extLst>
                <a:ext uri="{FF2B5EF4-FFF2-40B4-BE49-F238E27FC236}">
                  <a16:creationId xmlns:a16="http://schemas.microsoft.com/office/drawing/2014/main" id="{A8003654-E137-2D01-8336-A6FEC6F52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0" name="Rectangle 70">
              <a:extLst>
                <a:ext uri="{FF2B5EF4-FFF2-40B4-BE49-F238E27FC236}">
                  <a16:creationId xmlns:a16="http://schemas.microsoft.com/office/drawing/2014/main" id="{02C8CC4E-6276-BBD2-8664-7FA98A393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1" name="Rectangle 71">
              <a:extLst>
                <a:ext uri="{FF2B5EF4-FFF2-40B4-BE49-F238E27FC236}">
                  <a16:creationId xmlns:a16="http://schemas.microsoft.com/office/drawing/2014/main" id="{2CDB6143-EB42-AE5E-0805-5C4590E3A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2" name="Rectangle 72">
              <a:extLst>
                <a:ext uri="{FF2B5EF4-FFF2-40B4-BE49-F238E27FC236}">
                  <a16:creationId xmlns:a16="http://schemas.microsoft.com/office/drawing/2014/main" id="{7E321D06-F2B3-6937-9116-1CC1A05F3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3" name="Rectangle 73">
              <a:extLst>
                <a:ext uri="{FF2B5EF4-FFF2-40B4-BE49-F238E27FC236}">
                  <a16:creationId xmlns:a16="http://schemas.microsoft.com/office/drawing/2014/main" id="{4236806E-FFF6-399B-B1E8-881D74EC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4" name="Rectangle 74">
              <a:extLst>
                <a:ext uri="{FF2B5EF4-FFF2-40B4-BE49-F238E27FC236}">
                  <a16:creationId xmlns:a16="http://schemas.microsoft.com/office/drawing/2014/main" id="{3F2C15F1-F7E5-F514-7488-B2EB79AF8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5" name="Rectangle 75">
              <a:extLst>
                <a:ext uri="{FF2B5EF4-FFF2-40B4-BE49-F238E27FC236}">
                  <a16:creationId xmlns:a16="http://schemas.microsoft.com/office/drawing/2014/main" id="{8A9670B6-851E-2D43-ED11-882E216EA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6" name="Rectangle 76">
              <a:extLst>
                <a:ext uri="{FF2B5EF4-FFF2-40B4-BE49-F238E27FC236}">
                  <a16:creationId xmlns:a16="http://schemas.microsoft.com/office/drawing/2014/main" id="{C3179BA7-CF7D-374D-2D2A-D194CDEB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17" name="Rectangle 77">
              <a:extLst>
                <a:ext uri="{FF2B5EF4-FFF2-40B4-BE49-F238E27FC236}">
                  <a16:creationId xmlns:a16="http://schemas.microsoft.com/office/drawing/2014/main" id="{108A997E-D681-7FE6-C5DA-D2D889D63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9701" name="Text Box 78">
            <a:extLst>
              <a:ext uri="{FF2B5EF4-FFF2-40B4-BE49-F238E27FC236}">
                <a16:creationId xmlns:a16="http://schemas.microsoft.com/office/drawing/2014/main" id="{8CCB23C2-D202-5972-A65E-F11455329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29702" name="Group 79">
            <a:extLst>
              <a:ext uri="{FF2B5EF4-FFF2-40B4-BE49-F238E27FC236}">
                <a16:creationId xmlns:a16="http://schemas.microsoft.com/office/drawing/2014/main" id="{5FA5F0F7-8C48-CAE6-896A-EFC3C5AAC5FC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30400" name="Rectangle 80">
              <a:extLst>
                <a:ext uri="{FF2B5EF4-FFF2-40B4-BE49-F238E27FC236}">
                  <a16:creationId xmlns:a16="http://schemas.microsoft.com/office/drawing/2014/main" id="{3F707E1C-B418-65EC-F6F8-1AB409ED7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1" name="Rectangle 81">
              <a:extLst>
                <a:ext uri="{FF2B5EF4-FFF2-40B4-BE49-F238E27FC236}">
                  <a16:creationId xmlns:a16="http://schemas.microsoft.com/office/drawing/2014/main" id="{5303C442-45EB-8084-7340-A0B630E3C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2" name="Rectangle 82">
              <a:extLst>
                <a:ext uri="{FF2B5EF4-FFF2-40B4-BE49-F238E27FC236}">
                  <a16:creationId xmlns:a16="http://schemas.microsoft.com/office/drawing/2014/main" id="{31F7699C-6704-31F0-F791-CFBBF0F12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3" name="Rectangle 83">
              <a:extLst>
                <a:ext uri="{FF2B5EF4-FFF2-40B4-BE49-F238E27FC236}">
                  <a16:creationId xmlns:a16="http://schemas.microsoft.com/office/drawing/2014/main" id="{8E796592-BF90-1CB7-1E43-94F689825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4" name="Rectangle 84">
              <a:extLst>
                <a:ext uri="{FF2B5EF4-FFF2-40B4-BE49-F238E27FC236}">
                  <a16:creationId xmlns:a16="http://schemas.microsoft.com/office/drawing/2014/main" id="{B32738D6-0380-59CF-65C1-BAE17A9EB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5" name="Rectangle 85">
              <a:extLst>
                <a:ext uri="{FF2B5EF4-FFF2-40B4-BE49-F238E27FC236}">
                  <a16:creationId xmlns:a16="http://schemas.microsoft.com/office/drawing/2014/main" id="{6474D47A-078D-F6EE-F9FC-B3AC2E4FC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6" name="Rectangle 86">
              <a:extLst>
                <a:ext uri="{FF2B5EF4-FFF2-40B4-BE49-F238E27FC236}">
                  <a16:creationId xmlns:a16="http://schemas.microsoft.com/office/drawing/2014/main" id="{7B5735B7-9211-7399-3822-ED15B9F97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7" name="Rectangle 87">
              <a:extLst>
                <a:ext uri="{FF2B5EF4-FFF2-40B4-BE49-F238E27FC236}">
                  <a16:creationId xmlns:a16="http://schemas.microsoft.com/office/drawing/2014/main" id="{04D8B993-CF48-A3F7-35D1-118701A3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408" name="Rectangle 88">
              <a:extLst>
                <a:ext uri="{FF2B5EF4-FFF2-40B4-BE49-F238E27FC236}">
                  <a16:creationId xmlns:a16="http://schemas.microsoft.com/office/drawing/2014/main" id="{5C3ED081-70E5-C1F3-293E-C4FD181C9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" name="Group 89">
            <a:extLst>
              <a:ext uri="{FF2B5EF4-FFF2-40B4-BE49-F238E27FC236}">
                <a16:creationId xmlns:a16="http://schemas.microsoft.com/office/drawing/2014/main" id="{B60743F0-1B32-D3B0-FA30-326D22824F8C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1573213"/>
            <a:ext cx="1474788" cy="1463675"/>
            <a:chOff x="262" y="1078"/>
            <a:chExt cx="929" cy="922"/>
          </a:xfrm>
        </p:grpSpPr>
        <p:sp>
          <p:nvSpPr>
            <p:cNvPr id="30391" name="Rectangle 90">
              <a:extLst>
                <a:ext uri="{FF2B5EF4-FFF2-40B4-BE49-F238E27FC236}">
                  <a16:creationId xmlns:a16="http://schemas.microsoft.com/office/drawing/2014/main" id="{D5B58006-F73F-62C5-AA3C-A0523A33C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2" name="Rectangle 91">
              <a:extLst>
                <a:ext uri="{FF2B5EF4-FFF2-40B4-BE49-F238E27FC236}">
                  <a16:creationId xmlns:a16="http://schemas.microsoft.com/office/drawing/2014/main" id="{48367232-182D-FFA5-5FEE-314294AF0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3" name="Rectangle 92">
              <a:extLst>
                <a:ext uri="{FF2B5EF4-FFF2-40B4-BE49-F238E27FC236}">
                  <a16:creationId xmlns:a16="http://schemas.microsoft.com/office/drawing/2014/main" id="{8D2D7958-3D7B-95EA-44ED-A136C561A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4" name="Rectangle 93">
              <a:extLst>
                <a:ext uri="{FF2B5EF4-FFF2-40B4-BE49-F238E27FC236}">
                  <a16:creationId xmlns:a16="http://schemas.microsoft.com/office/drawing/2014/main" id="{2BA977E3-B851-E16E-2277-37724EE10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5" name="Rectangle 94">
              <a:extLst>
                <a:ext uri="{FF2B5EF4-FFF2-40B4-BE49-F238E27FC236}">
                  <a16:creationId xmlns:a16="http://schemas.microsoft.com/office/drawing/2014/main" id="{B84A23CB-EA5D-FDA0-7888-F8643DED0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6" name="Rectangle 95">
              <a:extLst>
                <a:ext uri="{FF2B5EF4-FFF2-40B4-BE49-F238E27FC236}">
                  <a16:creationId xmlns:a16="http://schemas.microsoft.com/office/drawing/2014/main" id="{1A293A66-D4A5-1071-6FDC-637FD187D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7" name="Rectangle 96">
              <a:extLst>
                <a:ext uri="{FF2B5EF4-FFF2-40B4-BE49-F238E27FC236}">
                  <a16:creationId xmlns:a16="http://schemas.microsoft.com/office/drawing/2014/main" id="{400F5AFE-ADDD-6807-358C-86F0CC262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8" name="Rectangle 97">
              <a:extLst>
                <a:ext uri="{FF2B5EF4-FFF2-40B4-BE49-F238E27FC236}">
                  <a16:creationId xmlns:a16="http://schemas.microsoft.com/office/drawing/2014/main" id="{ABCBFA71-0F2C-61CB-3A10-788615AE2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9" name="Rectangle 98">
              <a:extLst>
                <a:ext uri="{FF2B5EF4-FFF2-40B4-BE49-F238E27FC236}">
                  <a16:creationId xmlns:a16="http://schemas.microsoft.com/office/drawing/2014/main" id="{F7AE669D-80A1-1B3F-9DC4-051227C62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" name="Group 99">
            <a:extLst>
              <a:ext uri="{FF2B5EF4-FFF2-40B4-BE49-F238E27FC236}">
                <a16:creationId xmlns:a16="http://schemas.microsoft.com/office/drawing/2014/main" id="{F9484837-4307-75B0-FA5E-BC98B46F4348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1573213"/>
            <a:ext cx="1474787" cy="1463675"/>
            <a:chOff x="262" y="1078"/>
            <a:chExt cx="929" cy="922"/>
          </a:xfrm>
        </p:grpSpPr>
        <p:sp>
          <p:nvSpPr>
            <p:cNvPr id="30382" name="Rectangle 100">
              <a:extLst>
                <a:ext uri="{FF2B5EF4-FFF2-40B4-BE49-F238E27FC236}">
                  <a16:creationId xmlns:a16="http://schemas.microsoft.com/office/drawing/2014/main" id="{487BB5D9-633B-18FF-2EB5-5D4DF59A3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3" name="Rectangle 101">
              <a:extLst>
                <a:ext uri="{FF2B5EF4-FFF2-40B4-BE49-F238E27FC236}">
                  <a16:creationId xmlns:a16="http://schemas.microsoft.com/office/drawing/2014/main" id="{03AB5717-4B35-8470-2F5C-FFFEDA06E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4" name="Rectangle 102">
              <a:extLst>
                <a:ext uri="{FF2B5EF4-FFF2-40B4-BE49-F238E27FC236}">
                  <a16:creationId xmlns:a16="http://schemas.microsoft.com/office/drawing/2014/main" id="{4CA20AE7-2934-FFF4-D982-CB9D1CC24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5" name="Rectangle 103">
              <a:extLst>
                <a:ext uri="{FF2B5EF4-FFF2-40B4-BE49-F238E27FC236}">
                  <a16:creationId xmlns:a16="http://schemas.microsoft.com/office/drawing/2014/main" id="{0E793414-5B6F-E486-CEA3-B30ACFA1B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6" name="Rectangle 104">
              <a:extLst>
                <a:ext uri="{FF2B5EF4-FFF2-40B4-BE49-F238E27FC236}">
                  <a16:creationId xmlns:a16="http://schemas.microsoft.com/office/drawing/2014/main" id="{FBC3B491-A398-1E51-F76F-1E937465D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7" name="Rectangle 105">
              <a:extLst>
                <a:ext uri="{FF2B5EF4-FFF2-40B4-BE49-F238E27FC236}">
                  <a16:creationId xmlns:a16="http://schemas.microsoft.com/office/drawing/2014/main" id="{8150762B-3F7F-CD77-DA65-401372B89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8" name="Rectangle 106">
              <a:extLst>
                <a:ext uri="{FF2B5EF4-FFF2-40B4-BE49-F238E27FC236}">
                  <a16:creationId xmlns:a16="http://schemas.microsoft.com/office/drawing/2014/main" id="{BA91B25C-C3BB-66E6-16E9-6D277CB5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9" name="Rectangle 107">
              <a:extLst>
                <a:ext uri="{FF2B5EF4-FFF2-40B4-BE49-F238E27FC236}">
                  <a16:creationId xmlns:a16="http://schemas.microsoft.com/office/drawing/2014/main" id="{749AEF51-3120-14B0-3D8E-6116C3C05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90" name="Rectangle 108">
              <a:extLst>
                <a:ext uri="{FF2B5EF4-FFF2-40B4-BE49-F238E27FC236}">
                  <a16:creationId xmlns:a16="http://schemas.microsoft.com/office/drawing/2014/main" id="{C9EC61A5-502C-9319-C338-20B08E226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7" name="Group 109">
            <a:extLst>
              <a:ext uri="{FF2B5EF4-FFF2-40B4-BE49-F238E27FC236}">
                <a16:creationId xmlns:a16="http://schemas.microsoft.com/office/drawing/2014/main" id="{FC5C4800-4BAD-C173-1A77-89A0B917D5AC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1573213"/>
            <a:ext cx="1474787" cy="1463675"/>
            <a:chOff x="262" y="1078"/>
            <a:chExt cx="929" cy="922"/>
          </a:xfrm>
        </p:grpSpPr>
        <p:sp>
          <p:nvSpPr>
            <p:cNvPr id="30373" name="Rectangle 110">
              <a:extLst>
                <a:ext uri="{FF2B5EF4-FFF2-40B4-BE49-F238E27FC236}">
                  <a16:creationId xmlns:a16="http://schemas.microsoft.com/office/drawing/2014/main" id="{49A6DC8C-4B0B-E262-E04C-9C4D46BD2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4" name="Rectangle 111">
              <a:extLst>
                <a:ext uri="{FF2B5EF4-FFF2-40B4-BE49-F238E27FC236}">
                  <a16:creationId xmlns:a16="http://schemas.microsoft.com/office/drawing/2014/main" id="{57FC17B0-2222-132F-EFBD-3E9D538C9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5" name="Rectangle 112">
              <a:extLst>
                <a:ext uri="{FF2B5EF4-FFF2-40B4-BE49-F238E27FC236}">
                  <a16:creationId xmlns:a16="http://schemas.microsoft.com/office/drawing/2014/main" id="{9E13CD1A-9617-540E-B52D-5A0953CA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6" name="Rectangle 113">
              <a:extLst>
                <a:ext uri="{FF2B5EF4-FFF2-40B4-BE49-F238E27FC236}">
                  <a16:creationId xmlns:a16="http://schemas.microsoft.com/office/drawing/2014/main" id="{D97D82E8-13EB-5A3A-0DFF-FE8FC7040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7" name="Rectangle 114">
              <a:extLst>
                <a:ext uri="{FF2B5EF4-FFF2-40B4-BE49-F238E27FC236}">
                  <a16:creationId xmlns:a16="http://schemas.microsoft.com/office/drawing/2014/main" id="{B21C8B3E-182D-1E2F-7DB0-BA5583134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8" name="Rectangle 115">
              <a:extLst>
                <a:ext uri="{FF2B5EF4-FFF2-40B4-BE49-F238E27FC236}">
                  <a16:creationId xmlns:a16="http://schemas.microsoft.com/office/drawing/2014/main" id="{6026A40E-469C-E9D8-C3DF-D3AC40B93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9" name="Rectangle 116">
              <a:extLst>
                <a:ext uri="{FF2B5EF4-FFF2-40B4-BE49-F238E27FC236}">
                  <a16:creationId xmlns:a16="http://schemas.microsoft.com/office/drawing/2014/main" id="{48AA2EC2-75BA-889B-3E16-DAF374B17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0" name="Rectangle 117">
              <a:extLst>
                <a:ext uri="{FF2B5EF4-FFF2-40B4-BE49-F238E27FC236}">
                  <a16:creationId xmlns:a16="http://schemas.microsoft.com/office/drawing/2014/main" id="{35A0CF1F-1D70-0032-AF64-D105F6375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81" name="Rectangle 118">
              <a:extLst>
                <a:ext uri="{FF2B5EF4-FFF2-40B4-BE49-F238E27FC236}">
                  <a16:creationId xmlns:a16="http://schemas.microsoft.com/office/drawing/2014/main" id="{B1A2CC3D-E404-3CFB-40E7-E1DCABCEF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8" name="Group 119">
            <a:extLst>
              <a:ext uri="{FF2B5EF4-FFF2-40B4-BE49-F238E27FC236}">
                <a16:creationId xmlns:a16="http://schemas.microsoft.com/office/drawing/2014/main" id="{5776352D-A4C2-9D1B-9422-D26A2B692489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573213"/>
            <a:ext cx="1474787" cy="1463675"/>
            <a:chOff x="262" y="1078"/>
            <a:chExt cx="929" cy="922"/>
          </a:xfrm>
        </p:grpSpPr>
        <p:sp>
          <p:nvSpPr>
            <p:cNvPr id="30364" name="Rectangle 120">
              <a:extLst>
                <a:ext uri="{FF2B5EF4-FFF2-40B4-BE49-F238E27FC236}">
                  <a16:creationId xmlns:a16="http://schemas.microsoft.com/office/drawing/2014/main" id="{3608BA40-A06B-06CD-A832-FB34F2AAB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5" name="Rectangle 121">
              <a:extLst>
                <a:ext uri="{FF2B5EF4-FFF2-40B4-BE49-F238E27FC236}">
                  <a16:creationId xmlns:a16="http://schemas.microsoft.com/office/drawing/2014/main" id="{C8FE3E13-EED1-7978-DABF-6DE34C0F1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6" name="Rectangle 122">
              <a:extLst>
                <a:ext uri="{FF2B5EF4-FFF2-40B4-BE49-F238E27FC236}">
                  <a16:creationId xmlns:a16="http://schemas.microsoft.com/office/drawing/2014/main" id="{819F1308-E620-7D6C-D49F-CDDE2C1CD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7" name="Rectangle 123">
              <a:extLst>
                <a:ext uri="{FF2B5EF4-FFF2-40B4-BE49-F238E27FC236}">
                  <a16:creationId xmlns:a16="http://schemas.microsoft.com/office/drawing/2014/main" id="{D32DBE08-D695-88F1-021E-2BDA82705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8" name="Rectangle 124">
              <a:extLst>
                <a:ext uri="{FF2B5EF4-FFF2-40B4-BE49-F238E27FC236}">
                  <a16:creationId xmlns:a16="http://schemas.microsoft.com/office/drawing/2014/main" id="{8D815D1C-7FE6-38AF-6EDC-A6268C7BC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9" name="Rectangle 125">
              <a:extLst>
                <a:ext uri="{FF2B5EF4-FFF2-40B4-BE49-F238E27FC236}">
                  <a16:creationId xmlns:a16="http://schemas.microsoft.com/office/drawing/2014/main" id="{17F04DEB-BC64-CD18-86E1-4480753AE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0" name="Rectangle 126">
              <a:extLst>
                <a:ext uri="{FF2B5EF4-FFF2-40B4-BE49-F238E27FC236}">
                  <a16:creationId xmlns:a16="http://schemas.microsoft.com/office/drawing/2014/main" id="{0C33EF06-711B-359E-3886-39D9F6A34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1" name="Rectangle 127">
              <a:extLst>
                <a:ext uri="{FF2B5EF4-FFF2-40B4-BE49-F238E27FC236}">
                  <a16:creationId xmlns:a16="http://schemas.microsoft.com/office/drawing/2014/main" id="{723A7B8C-BF22-34C0-E7DE-51AC480D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72" name="Rectangle 128">
              <a:extLst>
                <a:ext uri="{FF2B5EF4-FFF2-40B4-BE49-F238E27FC236}">
                  <a16:creationId xmlns:a16="http://schemas.microsoft.com/office/drawing/2014/main" id="{A015EE57-158A-65A3-6802-EE2EA3B89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9" name="Group 129">
            <a:extLst>
              <a:ext uri="{FF2B5EF4-FFF2-40B4-BE49-F238E27FC236}">
                <a16:creationId xmlns:a16="http://schemas.microsoft.com/office/drawing/2014/main" id="{8978FEAC-3C20-2ACF-B328-6A117603FE23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573213"/>
            <a:ext cx="1474788" cy="1463675"/>
            <a:chOff x="262" y="1078"/>
            <a:chExt cx="929" cy="922"/>
          </a:xfrm>
        </p:grpSpPr>
        <p:sp>
          <p:nvSpPr>
            <p:cNvPr id="30355" name="Rectangle 130">
              <a:extLst>
                <a:ext uri="{FF2B5EF4-FFF2-40B4-BE49-F238E27FC236}">
                  <a16:creationId xmlns:a16="http://schemas.microsoft.com/office/drawing/2014/main" id="{23BCB898-AE1F-D39D-3790-14AB848B0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6" name="Rectangle 131">
              <a:extLst>
                <a:ext uri="{FF2B5EF4-FFF2-40B4-BE49-F238E27FC236}">
                  <a16:creationId xmlns:a16="http://schemas.microsoft.com/office/drawing/2014/main" id="{2B45B26F-56E6-0E20-FF6F-BCB884121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7" name="Rectangle 132">
              <a:extLst>
                <a:ext uri="{FF2B5EF4-FFF2-40B4-BE49-F238E27FC236}">
                  <a16:creationId xmlns:a16="http://schemas.microsoft.com/office/drawing/2014/main" id="{8ED018F3-EADF-0F5E-4A09-064BDF105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8" name="Rectangle 133">
              <a:extLst>
                <a:ext uri="{FF2B5EF4-FFF2-40B4-BE49-F238E27FC236}">
                  <a16:creationId xmlns:a16="http://schemas.microsoft.com/office/drawing/2014/main" id="{A07E382C-3D7B-23C7-23E8-804069933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9" name="Rectangle 134">
              <a:extLst>
                <a:ext uri="{FF2B5EF4-FFF2-40B4-BE49-F238E27FC236}">
                  <a16:creationId xmlns:a16="http://schemas.microsoft.com/office/drawing/2014/main" id="{EC4DC19B-4C90-445D-ED48-14B8AAC8D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0" name="Rectangle 135">
              <a:extLst>
                <a:ext uri="{FF2B5EF4-FFF2-40B4-BE49-F238E27FC236}">
                  <a16:creationId xmlns:a16="http://schemas.microsoft.com/office/drawing/2014/main" id="{CB1FA797-9026-162D-C27B-AEFE2054A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1" name="Rectangle 136">
              <a:extLst>
                <a:ext uri="{FF2B5EF4-FFF2-40B4-BE49-F238E27FC236}">
                  <a16:creationId xmlns:a16="http://schemas.microsoft.com/office/drawing/2014/main" id="{F9194844-2443-221F-9E5B-90A6C9986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2" name="Rectangle 137">
              <a:extLst>
                <a:ext uri="{FF2B5EF4-FFF2-40B4-BE49-F238E27FC236}">
                  <a16:creationId xmlns:a16="http://schemas.microsoft.com/office/drawing/2014/main" id="{7715B3F1-A7AB-1F45-E9BF-19F6F3C29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63" name="Rectangle 138">
              <a:extLst>
                <a:ext uri="{FF2B5EF4-FFF2-40B4-BE49-F238E27FC236}">
                  <a16:creationId xmlns:a16="http://schemas.microsoft.com/office/drawing/2014/main" id="{3061D4BE-D04D-A0DB-2340-EA33E32A6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0" name="Group 139">
            <a:extLst>
              <a:ext uri="{FF2B5EF4-FFF2-40B4-BE49-F238E27FC236}">
                <a16:creationId xmlns:a16="http://schemas.microsoft.com/office/drawing/2014/main" id="{385C779D-7B22-E904-5027-74AD61693293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1573213"/>
            <a:ext cx="1474788" cy="1463675"/>
            <a:chOff x="262" y="1078"/>
            <a:chExt cx="929" cy="922"/>
          </a:xfrm>
        </p:grpSpPr>
        <p:sp>
          <p:nvSpPr>
            <p:cNvPr id="30346" name="Rectangle 140">
              <a:extLst>
                <a:ext uri="{FF2B5EF4-FFF2-40B4-BE49-F238E27FC236}">
                  <a16:creationId xmlns:a16="http://schemas.microsoft.com/office/drawing/2014/main" id="{7A890A70-DB0F-0591-205B-BD05FF89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7" name="Rectangle 141">
              <a:extLst>
                <a:ext uri="{FF2B5EF4-FFF2-40B4-BE49-F238E27FC236}">
                  <a16:creationId xmlns:a16="http://schemas.microsoft.com/office/drawing/2014/main" id="{4C058984-CCDC-5D4B-F049-F588D390F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8" name="Rectangle 142">
              <a:extLst>
                <a:ext uri="{FF2B5EF4-FFF2-40B4-BE49-F238E27FC236}">
                  <a16:creationId xmlns:a16="http://schemas.microsoft.com/office/drawing/2014/main" id="{B83D09B1-FC17-BC2B-4A59-CB85DA319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9" name="Rectangle 143">
              <a:extLst>
                <a:ext uri="{FF2B5EF4-FFF2-40B4-BE49-F238E27FC236}">
                  <a16:creationId xmlns:a16="http://schemas.microsoft.com/office/drawing/2014/main" id="{FC1628BF-5C7C-F6E4-CE67-F143EB9A2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0" name="Rectangle 144">
              <a:extLst>
                <a:ext uri="{FF2B5EF4-FFF2-40B4-BE49-F238E27FC236}">
                  <a16:creationId xmlns:a16="http://schemas.microsoft.com/office/drawing/2014/main" id="{1DB680A5-B359-905D-BFD1-82FECC53B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1" name="Rectangle 145">
              <a:extLst>
                <a:ext uri="{FF2B5EF4-FFF2-40B4-BE49-F238E27FC236}">
                  <a16:creationId xmlns:a16="http://schemas.microsoft.com/office/drawing/2014/main" id="{6274DE83-1EB3-CE5A-9D06-15E52ADF9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2" name="Rectangle 146">
              <a:extLst>
                <a:ext uri="{FF2B5EF4-FFF2-40B4-BE49-F238E27FC236}">
                  <a16:creationId xmlns:a16="http://schemas.microsoft.com/office/drawing/2014/main" id="{47DA0B80-335E-2440-EAE4-A583EC6F0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3" name="Rectangle 147">
              <a:extLst>
                <a:ext uri="{FF2B5EF4-FFF2-40B4-BE49-F238E27FC236}">
                  <a16:creationId xmlns:a16="http://schemas.microsoft.com/office/drawing/2014/main" id="{83606D99-F640-A5B1-EF5B-BB81038F7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54" name="Rectangle 148">
              <a:extLst>
                <a:ext uri="{FF2B5EF4-FFF2-40B4-BE49-F238E27FC236}">
                  <a16:creationId xmlns:a16="http://schemas.microsoft.com/office/drawing/2014/main" id="{BD9BD405-019A-2165-9D6F-59871683C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" name="Group 149">
            <a:extLst>
              <a:ext uri="{FF2B5EF4-FFF2-40B4-BE49-F238E27FC236}">
                <a16:creationId xmlns:a16="http://schemas.microsoft.com/office/drawing/2014/main" id="{90762A57-988B-9241-96FF-E20AB7AD5CEF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1573213"/>
            <a:ext cx="1474788" cy="1463675"/>
            <a:chOff x="262" y="1078"/>
            <a:chExt cx="929" cy="922"/>
          </a:xfrm>
        </p:grpSpPr>
        <p:sp>
          <p:nvSpPr>
            <p:cNvPr id="30337" name="Rectangle 150">
              <a:extLst>
                <a:ext uri="{FF2B5EF4-FFF2-40B4-BE49-F238E27FC236}">
                  <a16:creationId xmlns:a16="http://schemas.microsoft.com/office/drawing/2014/main" id="{928478A8-8121-F084-D972-B04E7BFE3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8" name="Rectangle 151">
              <a:extLst>
                <a:ext uri="{FF2B5EF4-FFF2-40B4-BE49-F238E27FC236}">
                  <a16:creationId xmlns:a16="http://schemas.microsoft.com/office/drawing/2014/main" id="{B32B2871-E049-9D5A-1835-421C6583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9" name="Rectangle 152">
              <a:extLst>
                <a:ext uri="{FF2B5EF4-FFF2-40B4-BE49-F238E27FC236}">
                  <a16:creationId xmlns:a16="http://schemas.microsoft.com/office/drawing/2014/main" id="{FD967EE5-5BE9-26EA-0DA9-56B6A2A1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0" name="Rectangle 153">
              <a:extLst>
                <a:ext uri="{FF2B5EF4-FFF2-40B4-BE49-F238E27FC236}">
                  <a16:creationId xmlns:a16="http://schemas.microsoft.com/office/drawing/2014/main" id="{27929F5D-167A-2806-5B4E-0629B74BA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1" name="Rectangle 154">
              <a:extLst>
                <a:ext uri="{FF2B5EF4-FFF2-40B4-BE49-F238E27FC236}">
                  <a16:creationId xmlns:a16="http://schemas.microsoft.com/office/drawing/2014/main" id="{F38703E9-5CD7-6F62-04CB-7EE539FEC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2" name="Rectangle 155">
              <a:extLst>
                <a:ext uri="{FF2B5EF4-FFF2-40B4-BE49-F238E27FC236}">
                  <a16:creationId xmlns:a16="http://schemas.microsoft.com/office/drawing/2014/main" id="{75248424-B66E-A9CF-34CC-D5C7621E0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3" name="Rectangle 156">
              <a:extLst>
                <a:ext uri="{FF2B5EF4-FFF2-40B4-BE49-F238E27FC236}">
                  <a16:creationId xmlns:a16="http://schemas.microsoft.com/office/drawing/2014/main" id="{4ACC755C-D035-00AF-D0D3-2C9C93B40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4" name="Rectangle 157">
              <a:extLst>
                <a:ext uri="{FF2B5EF4-FFF2-40B4-BE49-F238E27FC236}">
                  <a16:creationId xmlns:a16="http://schemas.microsoft.com/office/drawing/2014/main" id="{B227ABAC-223B-589D-48E1-C1E098F17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45" name="Rectangle 158">
              <a:extLst>
                <a:ext uri="{FF2B5EF4-FFF2-40B4-BE49-F238E27FC236}">
                  <a16:creationId xmlns:a16="http://schemas.microsoft.com/office/drawing/2014/main" id="{5A0C7235-5FE6-2221-C950-F4D2329E4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2" name="Group 159">
            <a:extLst>
              <a:ext uri="{FF2B5EF4-FFF2-40B4-BE49-F238E27FC236}">
                <a16:creationId xmlns:a16="http://schemas.microsoft.com/office/drawing/2014/main" id="{7DB8E0BA-8DDA-8B68-C921-237DE100C200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1077913"/>
            <a:ext cx="1474788" cy="1463675"/>
            <a:chOff x="262" y="1078"/>
            <a:chExt cx="929" cy="922"/>
          </a:xfrm>
        </p:grpSpPr>
        <p:sp>
          <p:nvSpPr>
            <p:cNvPr id="30328" name="Rectangle 160">
              <a:extLst>
                <a:ext uri="{FF2B5EF4-FFF2-40B4-BE49-F238E27FC236}">
                  <a16:creationId xmlns:a16="http://schemas.microsoft.com/office/drawing/2014/main" id="{5C693217-6CBA-6F74-C4CB-1D2B7E44C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9" name="Rectangle 161">
              <a:extLst>
                <a:ext uri="{FF2B5EF4-FFF2-40B4-BE49-F238E27FC236}">
                  <a16:creationId xmlns:a16="http://schemas.microsoft.com/office/drawing/2014/main" id="{BDF2E468-2DE4-970F-6550-AE5435C45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0" name="Rectangle 162">
              <a:extLst>
                <a:ext uri="{FF2B5EF4-FFF2-40B4-BE49-F238E27FC236}">
                  <a16:creationId xmlns:a16="http://schemas.microsoft.com/office/drawing/2014/main" id="{D14DB90F-8F2E-63F0-3307-CF6BEE0B4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1" name="Rectangle 163">
              <a:extLst>
                <a:ext uri="{FF2B5EF4-FFF2-40B4-BE49-F238E27FC236}">
                  <a16:creationId xmlns:a16="http://schemas.microsoft.com/office/drawing/2014/main" id="{67521CF9-B18B-5D68-6F2B-8EE92F89D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2" name="Rectangle 164">
              <a:extLst>
                <a:ext uri="{FF2B5EF4-FFF2-40B4-BE49-F238E27FC236}">
                  <a16:creationId xmlns:a16="http://schemas.microsoft.com/office/drawing/2014/main" id="{CC983AAB-67B8-72FF-5B24-2F56A777E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3" name="Rectangle 165">
              <a:extLst>
                <a:ext uri="{FF2B5EF4-FFF2-40B4-BE49-F238E27FC236}">
                  <a16:creationId xmlns:a16="http://schemas.microsoft.com/office/drawing/2014/main" id="{CCDC9FE1-77CF-F740-BD42-D7DB6B104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4" name="Rectangle 166">
              <a:extLst>
                <a:ext uri="{FF2B5EF4-FFF2-40B4-BE49-F238E27FC236}">
                  <a16:creationId xmlns:a16="http://schemas.microsoft.com/office/drawing/2014/main" id="{E8D5D278-E084-1E85-AA35-B48ADFB83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5" name="Rectangle 167">
              <a:extLst>
                <a:ext uri="{FF2B5EF4-FFF2-40B4-BE49-F238E27FC236}">
                  <a16:creationId xmlns:a16="http://schemas.microsoft.com/office/drawing/2014/main" id="{6C31EBEC-2EF1-BE6E-AD05-2E663097A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36" name="Rectangle 168">
              <a:extLst>
                <a:ext uri="{FF2B5EF4-FFF2-40B4-BE49-F238E27FC236}">
                  <a16:creationId xmlns:a16="http://schemas.microsoft.com/office/drawing/2014/main" id="{91F67827-A559-3B4A-33E6-0758A4C7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3" name="Group 169">
            <a:extLst>
              <a:ext uri="{FF2B5EF4-FFF2-40B4-BE49-F238E27FC236}">
                <a16:creationId xmlns:a16="http://schemas.microsoft.com/office/drawing/2014/main" id="{C80B839F-03C8-DEAB-30D4-5D644C54CD3B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1077913"/>
            <a:ext cx="1474788" cy="1463675"/>
            <a:chOff x="262" y="1078"/>
            <a:chExt cx="929" cy="922"/>
          </a:xfrm>
        </p:grpSpPr>
        <p:sp>
          <p:nvSpPr>
            <p:cNvPr id="30319" name="Rectangle 170">
              <a:extLst>
                <a:ext uri="{FF2B5EF4-FFF2-40B4-BE49-F238E27FC236}">
                  <a16:creationId xmlns:a16="http://schemas.microsoft.com/office/drawing/2014/main" id="{D256F557-07E0-F0D0-1C86-2D975533C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0" name="Rectangle 171">
              <a:extLst>
                <a:ext uri="{FF2B5EF4-FFF2-40B4-BE49-F238E27FC236}">
                  <a16:creationId xmlns:a16="http://schemas.microsoft.com/office/drawing/2014/main" id="{CC21FB09-0E85-6E25-8036-9366FDB56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1" name="Rectangle 172">
              <a:extLst>
                <a:ext uri="{FF2B5EF4-FFF2-40B4-BE49-F238E27FC236}">
                  <a16:creationId xmlns:a16="http://schemas.microsoft.com/office/drawing/2014/main" id="{E28D3096-E848-F74F-6CC3-7DE1D36A5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2" name="Rectangle 173">
              <a:extLst>
                <a:ext uri="{FF2B5EF4-FFF2-40B4-BE49-F238E27FC236}">
                  <a16:creationId xmlns:a16="http://schemas.microsoft.com/office/drawing/2014/main" id="{777DDD7C-F983-86C0-E95F-60BBFD834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3" name="Rectangle 174">
              <a:extLst>
                <a:ext uri="{FF2B5EF4-FFF2-40B4-BE49-F238E27FC236}">
                  <a16:creationId xmlns:a16="http://schemas.microsoft.com/office/drawing/2014/main" id="{F2D9CFDE-8BEE-5347-5372-B8112CBDB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4" name="Rectangle 175">
              <a:extLst>
                <a:ext uri="{FF2B5EF4-FFF2-40B4-BE49-F238E27FC236}">
                  <a16:creationId xmlns:a16="http://schemas.microsoft.com/office/drawing/2014/main" id="{B261F425-0BDB-32D0-F1E4-79730FFF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5" name="Rectangle 176">
              <a:extLst>
                <a:ext uri="{FF2B5EF4-FFF2-40B4-BE49-F238E27FC236}">
                  <a16:creationId xmlns:a16="http://schemas.microsoft.com/office/drawing/2014/main" id="{F9347F94-DC80-1365-E21E-93C16C61C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6" name="Rectangle 177">
              <a:extLst>
                <a:ext uri="{FF2B5EF4-FFF2-40B4-BE49-F238E27FC236}">
                  <a16:creationId xmlns:a16="http://schemas.microsoft.com/office/drawing/2014/main" id="{3E845C84-4F50-2866-78B5-1DF388324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27" name="Rectangle 178">
              <a:extLst>
                <a:ext uri="{FF2B5EF4-FFF2-40B4-BE49-F238E27FC236}">
                  <a16:creationId xmlns:a16="http://schemas.microsoft.com/office/drawing/2014/main" id="{90B2A45F-95B6-56A0-6C65-BFB38851D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4" name="Group 179">
            <a:extLst>
              <a:ext uri="{FF2B5EF4-FFF2-40B4-BE49-F238E27FC236}">
                <a16:creationId xmlns:a16="http://schemas.microsoft.com/office/drawing/2014/main" id="{17893A6A-7808-748E-0A22-560E9C64EB98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1077913"/>
            <a:ext cx="1474787" cy="1463675"/>
            <a:chOff x="262" y="1078"/>
            <a:chExt cx="929" cy="922"/>
          </a:xfrm>
        </p:grpSpPr>
        <p:sp>
          <p:nvSpPr>
            <p:cNvPr id="30310" name="Rectangle 180">
              <a:extLst>
                <a:ext uri="{FF2B5EF4-FFF2-40B4-BE49-F238E27FC236}">
                  <a16:creationId xmlns:a16="http://schemas.microsoft.com/office/drawing/2014/main" id="{B96B6B56-C065-90A2-AD44-AE5BDC34E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1" name="Rectangle 181">
              <a:extLst>
                <a:ext uri="{FF2B5EF4-FFF2-40B4-BE49-F238E27FC236}">
                  <a16:creationId xmlns:a16="http://schemas.microsoft.com/office/drawing/2014/main" id="{817F8AC5-4B60-A643-8C67-57F56FAC4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2" name="Rectangle 182">
              <a:extLst>
                <a:ext uri="{FF2B5EF4-FFF2-40B4-BE49-F238E27FC236}">
                  <a16:creationId xmlns:a16="http://schemas.microsoft.com/office/drawing/2014/main" id="{32D474DD-D92E-7C04-2940-C5FD0957A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3" name="Rectangle 183">
              <a:extLst>
                <a:ext uri="{FF2B5EF4-FFF2-40B4-BE49-F238E27FC236}">
                  <a16:creationId xmlns:a16="http://schemas.microsoft.com/office/drawing/2014/main" id="{783033BA-D288-B3B9-8E8D-89E8A553C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4" name="Rectangle 184">
              <a:extLst>
                <a:ext uri="{FF2B5EF4-FFF2-40B4-BE49-F238E27FC236}">
                  <a16:creationId xmlns:a16="http://schemas.microsoft.com/office/drawing/2014/main" id="{D38AB585-FE2F-1475-20E5-3E0E09F2F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5" name="Rectangle 185">
              <a:extLst>
                <a:ext uri="{FF2B5EF4-FFF2-40B4-BE49-F238E27FC236}">
                  <a16:creationId xmlns:a16="http://schemas.microsoft.com/office/drawing/2014/main" id="{C8771BDE-AA71-A09D-10DF-63596950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6" name="Rectangle 186">
              <a:extLst>
                <a:ext uri="{FF2B5EF4-FFF2-40B4-BE49-F238E27FC236}">
                  <a16:creationId xmlns:a16="http://schemas.microsoft.com/office/drawing/2014/main" id="{998B03A4-99C7-B99B-C653-7351BA49B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7" name="Rectangle 187">
              <a:extLst>
                <a:ext uri="{FF2B5EF4-FFF2-40B4-BE49-F238E27FC236}">
                  <a16:creationId xmlns:a16="http://schemas.microsoft.com/office/drawing/2014/main" id="{5D28C5FF-133D-E6CE-E62C-5253271D7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18" name="Rectangle 188">
              <a:extLst>
                <a:ext uri="{FF2B5EF4-FFF2-40B4-BE49-F238E27FC236}">
                  <a16:creationId xmlns:a16="http://schemas.microsoft.com/office/drawing/2014/main" id="{4F3371F1-3574-EE7D-9DF2-C28CB3084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" name="Group 189">
            <a:extLst>
              <a:ext uri="{FF2B5EF4-FFF2-40B4-BE49-F238E27FC236}">
                <a16:creationId xmlns:a16="http://schemas.microsoft.com/office/drawing/2014/main" id="{0D42CA77-422C-A54D-2DED-6893A264A81C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1077913"/>
            <a:ext cx="1474787" cy="1463675"/>
            <a:chOff x="262" y="1078"/>
            <a:chExt cx="929" cy="922"/>
          </a:xfrm>
        </p:grpSpPr>
        <p:sp>
          <p:nvSpPr>
            <p:cNvPr id="30301" name="Rectangle 190">
              <a:extLst>
                <a:ext uri="{FF2B5EF4-FFF2-40B4-BE49-F238E27FC236}">
                  <a16:creationId xmlns:a16="http://schemas.microsoft.com/office/drawing/2014/main" id="{19249108-BE4F-073B-446D-71AE1A2B3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2" name="Rectangle 191">
              <a:extLst>
                <a:ext uri="{FF2B5EF4-FFF2-40B4-BE49-F238E27FC236}">
                  <a16:creationId xmlns:a16="http://schemas.microsoft.com/office/drawing/2014/main" id="{B427DBF3-A374-A347-58DB-FEB068D9A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3" name="Rectangle 192">
              <a:extLst>
                <a:ext uri="{FF2B5EF4-FFF2-40B4-BE49-F238E27FC236}">
                  <a16:creationId xmlns:a16="http://schemas.microsoft.com/office/drawing/2014/main" id="{4068FBA8-8273-E7D8-EFDB-8D334EF4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4" name="Rectangle 193">
              <a:extLst>
                <a:ext uri="{FF2B5EF4-FFF2-40B4-BE49-F238E27FC236}">
                  <a16:creationId xmlns:a16="http://schemas.microsoft.com/office/drawing/2014/main" id="{3C730949-5EB3-9AC3-2BB3-D46B770C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5" name="Rectangle 194">
              <a:extLst>
                <a:ext uri="{FF2B5EF4-FFF2-40B4-BE49-F238E27FC236}">
                  <a16:creationId xmlns:a16="http://schemas.microsoft.com/office/drawing/2014/main" id="{A85F5748-A1B4-5EE4-1A77-7416B7D8F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6" name="Rectangle 195">
              <a:extLst>
                <a:ext uri="{FF2B5EF4-FFF2-40B4-BE49-F238E27FC236}">
                  <a16:creationId xmlns:a16="http://schemas.microsoft.com/office/drawing/2014/main" id="{2D95304D-C5D4-7CBD-29C3-757ECB154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7" name="Rectangle 196">
              <a:extLst>
                <a:ext uri="{FF2B5EF4-FFF2-40B4-BE49-F238E27FC236}">
                  <a16:creationId xmlns:a16="http://schemas.microsoft.com/office/drawing/2014/main" id="{0F28760E-067C-EC22-2E31-598B88B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8" name="Rectangle 197">
              <a:extLst>
                <a:ext uri="{FF2B5EF4-FFF2-40B4-BE49-F238E27FC236}">
                  <a16:creationId xmlns:a16="http://schemas.microsoft.com/office/drawing/2014/main" id="{6374D616-B692-7294-CCF6-749B896FB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9" name="Rectangle 198">
              <a:extLst>
                <a:ext uri="{FF2B5EF4-FFF2-40B4-BE49-F238E27FC236}">
                  <a16:creationId xmlns:a16="http://schemas.microsoft.com/office/drawing/2014/main" id="{71D1ABAF-FDED-B1D2-824B-60647A078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6" name="Group 199">
            <a:extLst>
              <a:ext uri="{FF2B5EF4-FFF2-40B4-BE49-F238E27FC236}">
                <a16:creationId xmlns:a16="http://schemas.microsoft.com/office/drawing/2014/main" id="{40BF37B1-C81D-FE97-40A8-7D88DB074CA8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077913"/>
            <a:ext cx="1474787" cy="1463675"/>
            <a:chOff x="262" y="1078"/>
            <a:chExt cx="929" cy="922"/>
          </a:xfrm>
        </p:grpSpPr>
        <p:sp>
          <p:nvSpPr>
            <p:cNvPr id="30292" name="Rectangle 200">
              <a:extLst>
                <a:ext uri="{FF2B5EF4-FFF2-40B4-BE49-F238E27FC236}">
                  <a16:creationId xmlns:a16="http://schemas.microsoft.com/office/drawing/2014/main" id="{1C605AA5-275A-B8F7-F310-3A53F6BF4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3" name="Rectangle 201">
              <a:extLst>
                <a:ext uri="{FF2B5EF4-FFF2-40B4-BE49-F238E27FC236}">
                  <a16:creationId xmlns:a16="http://schemas.microsoft.com/office/drawing/2014/main" id="{971A2423-D839-A601-4B9B-FEA4E176B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4" name="Rectangle 202">
              <a:extLst>
                <a:ext uri="{FF2B5EF4-FFF2-40B4-BE49-F238E27FC236}">
                  <a16:creationId xmlns:a16="http://schemas.microsoft.com/office/drawing/2014/main" id="{841BF4F5-6DCF-5232-5B87-A9A2B6790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5" name="Rectangle 203">
              <a:extLst>
                <a:ext uri="{FF2B5EF4-FFF2-40B4-BE49-F238E27FC236}">
                  <a16:creationId xmlns:a16="http://schemas.microsoft.com/office/drawing/2014/main" id="{46CE0330-E01C-D7D7-C974-DDA7E7152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6" name="Rectangle 204">
              <a:extLst>
                <a:ext uri="{FF2B5EF4-FFF2-40B4-BE49-F238E27FC236}">
                  <a16:creationId xmlns:a16="http://schemas.microsoft.com/office/drawing/2014/main" id="{D72AA209-FC89-E229-C983-3B69736CF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7" name="Rectangle 205">
              <a:extLst>
                <a:ext uri="{FF2B5EF4-FFF2-40B4-BE49-F238E27FC236}">
                  <a16:creationId xmlns:a16="http://schemas.microsoft.com/office/drawing/2014/main" id="{86E1A531-7400-1D37-9995-7DF0F4E03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8" name="Rectangle 206">
              <a:extLst>
                <a:ext uri="{FF2B5EF4-FFF2-40B4-BE49-F238E27FC236}">
                  <a16:creationId xmlns:a16="http://schemas.microsoft.com/office/drawing/2014/main" id="{9F4BFDE2-E918-E3B0-E719-1C2C3A432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9" name="Rectangle 207">
              <a:extLst>
                <a:ext uri="{FF2B5EF4-FFF2-40B4-BE49-F238E27FC236}">
                  <a16:creationId xmlns:a16="http://schemas.microsoft.com/office/drawing/2014/main" id="{C331A1E0-1E81-3503-7831-71C3D69DA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00" name="Rectangle 208">
              <a:extLst>
                <a:ext uri="{FF2B5EF4-FFF2-40B4-BE49-F238E27FC236}">
                  <a16:creationId xmlns:a16="http://schemas.microsoft.com/office/drawing/2014/main" id="{4664E976-71BF-BE0A-921F-B8B5D68FD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" name="Group 209">
            <a:extLst>
              <a:ext uri="{FF2B5EF4-FFF2-40B4-BE49-F238E27FC236}">
                <a16:creationId xmlns:a16="http://schemas.microsoft.com/office/drawing/2014/main" id="{34DF6893-F450-A4AC-F93E-F5DEE07D3CC5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077913"/>
            <a:ext cx="1474788" cy="1463675"/>
            <a:chOff x="262" y="1078"/>
            <a:chExt cx="929" cy="922"/>
          </a:xfrm>
        </p:grpSpPr>
        <p:sp>
          <p:nvSpPr>
            <p:cNvPr id="30283" name="Rectangle 210">
              <a:extLst>
                <a:ext uri="{FF2B5EF4-FFF2-40B4-BE49-F238E27FC236}">
                  <a16:creationId xmlns:a16="http://schemas.microsoft.com/office/drawing/2014/main" id="{935CC9BA-5F18-6E81-9A5D-98C281B71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4" name="Rectangle 211">
              <a:extLst>
                <a:ext uri="{FF2B5EF4-FFF2-40B4-BE49-F238E27FC236}">
                  <a16:creationId xmlns:a16="http://schemas.microsoft.com/office/drawing/2014/main" id="{764C9CE4-637D-7586-0F93-90551AF9A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5" name="Rectangle 212">
              <a:extLst>
                <a:ext uri="{FF2B5EF4-FFF2-40B4-BE49-F238E27FC236}">
                  <a16:creationId xmlns:a16="http://schemas.microsoft.com/office/drawing/2014/main" id="{76EDFCB2-572F-11E8-9DB0-541BE64DF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6" name="Rectangle 213">
              <a:extLst>
                <a:ext uri="{FF2B5EF4-FFF2-40B4-BE49-F238E27FC236}">
                  <a16:creationId xmlns:a16="http://schemas.microsoft.com/office/drawing/2014/main" id="{AF9E919D-42DA-9957-BA8C-30EA8F37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7" name="Rectangle 214">
              <a:extLst>
                <a:ext uri="{FF2B5EF4-FFF2-40B4-BE49-F238E27FC236}">
                  <a16:creationId xmlns:a16="http://schemas.microsoft.com/office/drawing/2014/main" id="{6D72FF5D-25BC-7C7A-2803-8FDD572E0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8" name="Rectangle 215">
              <a:extLst>
                <a:ext uri="{FF2B5EF4-FFF2-40B4-BE49-F238E27FC236}">
                  <a16:creationId xmlns:a16="http://schemas.microsoft.com/office/drawing/2014/main" id="{92531B39-B096-874D-DDF5-259D37641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9" name="Rectangle 216">
              <a:extLst>
                <a:ext uri="{FF2B5EF4-FFF2-40B4-BE49-F238E27FC236}">
                  <a16:creationId xmlns:a16="http://schemas.microsoft.com/office/drawing/2014/main" id="{61CC03ED-2424-9BED-7717-4A60466B0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0" name="Rectangle 217">
              <a:extLst>
                <a:ext uri="{FF2B5EF4-FFF2-40B4-BE49-F238E27FC236}">
                  <a16:creationId xmlns:a16="http://schemas.microsoft.com/office/drawing/2014/main" id="{D90C7FBB-B39F-33F6-9458-6D5C0B756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91" name="Rectangle 218">
              <a:extLst>
                <a:ext uri="{FF2B5EF4-FFF2-40B4-BE49-F238E27FC236}">
                  <a16:creationId xmlns:a16="http://schemas.microsoft.com/office/drawing/2014/main" id="{8B2D2C6E-B5A9-949F-729F-A55C8A27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" name="Group 219">
            <a:extLst>
              <a:ext uri="{FF2B5EF4-FFF2-40B4-BE49-F238E27FC236}">
                <a16:creationId xmlns:a16="http://schemas.microsoft.com/office/drawing/2014/main" id="{16A8348D-A35E-AEB3-6DF9-7AA0D287A13F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1077913"/>
            <a:ext cx="1474788" cy="1463675"/>
            <a:chOff x="262" y="1078"/>
            <a:chExt cx="929" cy="922"/>
          </a:xfrm>
        </p:grpSpPr>
        <p:sp>
          <p:nvSpPr>
            <p:cNvPr id="30274" name="Rectangle 220">
              <a:extLst>
                <a:ext uri="{FF2B5EF4-FFF2-40B4-BE49-F238E27FC236}">
                  <a16:creationId xmlns:a16="http://schemas.microsoft.com/office/drawing/2014/main" id="{8F102ECA-6744-A70D-2934-2B3A8537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5" name="Rectangle 221">
              <a:extLst>
                <a:ext uri="{FF2B5EF4-FFF2-40B4-BE49-F238E27FC236}">
                  <a16:creationId xmlns:a16="http://schemas.microsoft.com/office/drawing/2014/main" id="{15B3F575-F6E8-DC9A-41B1-0F87F1396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6" name="Rectangle 222">
              <a:extLst>
                <a:ext uri="{FF2B5EF4-FFF2-40B4-BE49-F238E27FC236}">
                  <a16:creationId xmlns:a16="http://schemas.microsoft.com/office/drawing/2014/main" id="{DEFA50D7-8FD6-6BDC-5463-93DD3D79F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7" name="Rectangle 223">
              <a:extLst>
                <a:ext uri="{FF2B5EF4-FFF2-40B4-BE49-F238E27FC236}">
                  <a16:creationId xmlns:a16="http://schemas.microsoft.com/office/drawing/2014/main" id="{A914A97B-4CBA-CDAC-6E60-D325D938E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8" name="Rectangle 224">
              <a:extLst>
                <a:ext uri="{FF2B5EF4-FFF2-40B4-BE49-F238E27FC236}">
                  <a16:creationId xmlns:a16="http://schemas.microsoft.com/office/drawing/2014/main" id="{FA8811A8-4260-6809-8C52-93D9127FB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9" name="Rectangle 225">
              <a:extLst>
                <a:ext uri="{FF2B5EF4-FFF2-40B4-BE49-F238E27FC236}">
                  <a16:creationId xmlns:a16="http://schemas.microsoft.com/office/drawing/2014/main" id="{5EAC29CA-B53E-8326-9BE2-E72C4D459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0" name="Rectangle 226">
              <a:extLst>
                <a:ext uri="{FF2B5EF4-FFF2-40B4-BE49-F238E27FC236}">
                  <a16:creationId xmlns:a16="http://schemas.microsoft.com/office/drawing/2014/main" id="{9FB42BB9-BB5C-6484-A6AE-F539ADBD4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1" name="Rectangle 227">
              <a:extLst>
                <a:ext uri="{FF2B5EF4-FFF2-40B4-BE49-F238E27FC236}">
                  <a16:creationId xmlns:a16="http://schemas.microsoft.com/office/drawing/2014/main" id="{EA809F39-02AD-EE31-465A-DD46FED84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82" name="Rectangle 228">
              <a:extLst>
                <a:ext uri="{FF2B5EF4-FFF2-40B4-BE49-F238E27FC236}">
                  <a16:creationId xmlns:a16="http://schemas.microsoft.com/office/drawing/2014/main" id="{DD715007-7357-DF15-25C7-C5902314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" name="Group 229">
            <a:extLst>
              <a:ext uri="{FF2B5EF4-FFF2-40B4-BE49-F238E27FC236}">
                <a16:creationId xmlns:a16="http://schemas.microsoft.com/office/drawing/2014/main" id="{1A01576F-DFBA-34C5-A151-DE3DA06185BB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1077913"/>
            <a:ext cx="1474788" cy="1463675"/>
            <a:chOff x="262" y="1078"/>
            <a:chExt cx="929" cy="922"/>
          </a:xfrm>
        </p:grpSpPr>
        <p:sp>
          <p:nvSpPr>
            <p:cNvPr id="30265" name="Rectangle 230">
              <a:extLst>
                <a:ext uri="{FF2B5EF4-FFF2-40B4-BE49-F238E27FC236}">
                  <a16:creationId xmlns:a16="http://schemas.microsoft.com/office/drawing/2014/main" id="{DCE56FF2-2343-F1F3-D7A9-04217929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6" name="Rectangle 231">
              <a:extLst>
                <a:ext uri="{FF2B5EF4-FFF2-40B4-BE49-F238E27FC236}">
                  <a16:creationId xmlns:a16="http://schemas.microsoft.com/office/drawing/2014/main" id="{36F2C596-5718-1F0B-3FFF-8025CEBB6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7" name="Rectangle 232">
              <a:extLst>
                <a:ext uri="{FF2B5EF4-FFF2-40B4-BE49-F238E27FC236}">
                  <a16:creationId xmlns:a16="http://schemas.microsoft.com/office/drawing/2014/main" id="{D1A40242-84CF-2BA4-E80B-96E63D53A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8" name="Rectangle 233">
              <a:extLst>
                <a:ext uri="{FF2B5EF4-FFF2-40B4-BE49-F238E27FC236}">
                  <a16:creationId xmlns:a16="http://schemas.microsoft.com/office/drawing/2014/main" id="{60F472E4-9E98-82A2-6534-08212A427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9" name="Rectangle 234">
              <a:extLst>
                <a:ext uri="{FF2B5EF4-FFF2-40B4-BE49-F238E27FC236}">
                  <a16:creationId xmlns:a16="http://schemas.microsoft.com/office/drawing/2014/main" id="{D4F0B9E7-781E-E95F-6A45-F2E4D777D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0" name="Rectangle 235">
              <a:extLst>
                <a:ext uri="{FF2B5EF4-FFF2-40B4-BE49-F238E27FC236}">
                  <a16:creationId xmlns:a16="http://schemas.microsoft.com/office/drawing/2014/main" id="{0B9483AD-F171-CBB1-2560-EA00D1C48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1" name="Rectangle 236">
              <a:extLst>
                <a:ext uri="{FF2B5EF4-FFF2-40B4-BE49-F238E27FC236}">
                  <a16:creationId xmlns:a16="http://schemas.microsoft.com/office/drawing/2014/main" id="{2BD6E10B-C0BA-9F28-F56F-90E7B9BDD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2" name="Rectangle 237">
              <a:extLst>
                <a:ext uri="{FF2B5EF4-FFF2-40B4-BE49-F238E27FC236}">
                  <a16:creationId xmlns:a16="http://schemas.microsoft.com/office/drawing/2014/main" id="{A4BD580E-52D7-801F-B8D1-3B8860891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73" name="Rectangle 238">
              <a:extLst>
                <a:ext uri="{FF2B5EF4-FFF2-40B4-BE49-F238E27FC236}">
                  <a16:creationId xmlns:a16="http://schemas.microsoft.com/office/drawing/2014/main" id="{F08E15B8-AC8E-A0AD-9183-46C469AE8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" name="Group 239">
            <a:extLst>
              <a:ext uri="{FF2B5EF4-FFF2-40B4-BE49-F238E27FC236}">
                <a16:creationId xmlns:a16="http://schemas.microsoft.com/office/drawing/2014/main" id="{B7E8C1BD-0D45-C4D3-C78C-0439CDFC7AC2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2071688"/>
            <a:ext cx="1474788" cy="1463675"/>
            <a:chOff x="262" y="1078"/>
            <a:chExt cx="929" cy="922"/>
          </a:xfrm>
        </p:grpSpPr>
        <p:sp>
          <p:nvSpPr>
            <p:cNvPr id="30256" name="Rectangle 240">
              <a:extLst>
                <a:ext uri="{FF2B5EF4-FFF2-40B4-BE49-F238E27FC236}">
                  <a16:creationId xmlns:a16="http://schemas.microsoft.com/office/drawing/2014/main" id="{58640DF7-E867-B1F5-CEC9-6487B4EA0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7" name="Rectangle 241">
              <a:extLst>
                <a:ext uri="{FF2B5EF4-FFF2-40B4-BE49-F238E27FC236}">
                  <a16:creationId xmlns:a16="http://schemas.microsoft.com/office/drawing/2014/main" id="{4CED2494-43E1-9ED9-9D50-8AA09CCE9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8" name="Rectangle 242">
              <a:extLst>
                <a:ext uri="{FF2B5EF4-FFF2-40B4-BE49-F238E27FC236}">
                  <a16:creationId xmlns:a16="http://schemas.microsoft.com/office/drawing/2014/main" id="{C9FB1F6D-266A-CA76-BFDC-4C39B69FB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9" name="Rectangle 243">
              <a:extLst>
                <a:ext uri="{FF2B5EF4-FFF2-40B4-BE49-F238E27FC236}">
                  <a16:creationId xmlns:a16="http://schemas.microsoft.com/office/drawing/2014/main" id="{8946FA5B-C21B-4E22-C0AB-6CC46C05E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0" name="Rectangle 244">
              <a:extLst>
                <a:ext uri="{FF2B5EF4-FFF2-40B4-BE49-F238E27FC236}">
                  <a16:creationId xmlns:a16="http://schemas.microsoft.com/office/drawing/2014/main" id="{ADC01A46-DE0E-03AB-E1F2-5A56EDFB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1" name="Rectangle 245">
              <a:extLst>
                <a:ext uri="{FF2B5EF4-FFF2-40B4-BE49-F238E27FC236}">
                  <a16:creationId xmlns:a16="http://schemas.microsoft.com/office/drawing/2014/main" id="{8A341DD5-1472-0EDA-AA45-4064D3487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2" name="Rectangle 246">
              <a:extLst>
                <a:ext uri="{FF2B5EF4-FFF2-40B4-BE49-F238E27FC236}">
                  <a16:creationId xmlns:a16="http://schemas.microsoft.com/office/drawing/2014/main" id="{760920EE-C938-4F18-C58E-50DFAE82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3" name="Rectangle 247">
              <a:extLst>
                <a:ext uri="{FF2B5EF4-FFF2-40B4-BE49-F238E27FC236}">
                  <a16:creationId xmlns:a16="http://schemas.microsoft.com/office/drawing/2014/main" id="{3A0AD623-A3FC-12EF-72CA-0DBF2271A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4" name="Rectangle 248">
              <a:extLst>
                <a:ext uri="{FF2B5EF4-FFF2-40B4-BE49-F238E27FC236}">
                  <a16:creationId xmlns:a16="http://schemas.microsoft.com/office/drawing/2014/main" id="{C1A2FEB5-50A0-5FCF-AD64-886E6D827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" name="Group 249">
            <a:extLst>
              <a:ext uri="{FF2B5EF4-FFF2-40B4-BE49-F238E27FC236}">
                <a16:creationId xmlns:a16="http://schemas.microsoft.com/office/drawing/2014/main" id="{E28AB7C3-4351-3F35-4521-3D46F0D1122C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2071688"/>
            <a:ext cx="1474788" cy="1463675"/>
            <a:chOff x="262" y="1078"/>
            <a:chExt cx="929" cy="922"/>
          </a:xfrm>
        </p:grpSpPr>
        <p:sp>
          <p:nvSpPr>
            <p:cNvPr id="30247" name="Rectangle 250">
              <a:extLst>
                <a:ext uri="{FF2B5EF4-FFF2-40B4-BE49-F238E27FC236}">
                  <a16:creationId xmlns:a16="http://schemas.microsoft.com/office/drawing/2014/main" id="{DE7FD108-2F53-0A70-5920-BCED6E918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8" name="Rectangle 251">
              <a:extLst>
                <a:ext uri="{FF2B5EF4-FFF2-40B4-BE49-F238E27FC236}">
                  <a16:creationId xmlns:a16="http://schemas.microsoft.com/office/drawing/2014/main" id="{D76777C3-00C2-7B62-4032-0E8C186E3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9" name="Rectangle 252">
              <a:extLst>
                <a:ext uri="{FF2B5EF4-FFF2-40B4-BE49-F238E27FC236}">
                  <a16:creationId xmlns:a16="http://schemas.microsoft.com/office/drawing/2014/main" id="{FBE01A1D-C826-55D0-CEDD-5DDA65C49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0" name="Rectangle 253">
              <a:extLst>
                <a:ext uri="{FF2B5EF4-FFF2-40B4-BE49-F238E27FC236}">
                  <a16:creationId xmlns:a16="http://schemas.microsoft.com/office/drawing/2014/main" id="{B66A9636-F99D-EE32-F78E-B6842F972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1" name="Rectangle 254">
              <a:extLst>
                <a:ext uri="{FF2B5EF4-FFF2-40B4-BE49-F238E27FC236}">
                  <a16:creationId xmlns:a16="http://schemas.microsoft.com/office/drawing/2014/main" id="{14F4807A-FA5C-D1F0-F90F-955E9E9F2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2" name="Rectangle 255">
              <a:extLst>
                <a:ext uri="{FF2B5EF4-FFF2-40B4-BE49-F238E27FC236}">
                  <a16:creationId xmlns:a16="http://schemas.microsoft.com/office/drawing/2014/main" id="{7E56FF6B-1048-8239-AA8C-F24E19C83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3" name="Rectangle 256">
              <a:extLst>
                <a:ext uri="{FF2B5EF4-FFF2-40B4-BE49-F238E27FC236}">
                  <a16:creationId xmlns:a16="http://schemas.microsoft.com/office/drawing/2014/main" id="{37C1AF93-1287-6631-98EB-7AAE341E0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4" name="Rectangle 257">
              <a:extLst>
                <a:ext uri="{FF2B5EF4-FFF2-40B4-BE49-F238E27FC236}">
                  <a16:creationId xmlns:a16="http://schemas.microsoft.com/office/drawing/2014/main" id="{2113C3EA-1276-C960-8650-C636A2C0C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55" name="Rectangle 258">
              <a:extLst>
                <a:ext uri="{FF2B5EF4-FFF2-40B4-BE49-F238E27FC236}">
                  <a16:creationId xmlns:a16="http://schemas.microsoft.com/office/drawing/2014/main" id="{B09B3642-4A81-6B8D-AC9D-D5F2CAD67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" name="Group 259">
            <a:extLst>
              <a:ext uri="{FF2B5EF4-FFF2-40B4-BE49-F238E27FC236}">
                <a16:creationId xmlns:a16="http://schemas.microsoft.com/office/drawing/2014/main" id="{0F755027-990A-8D91-3B24-1CA69D9B6330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2071688"/>
            <a:ext cx="1474787" cy="1463675"/>
            <a:chOff x="262" y="1078"/>
            <a:chExt cx="929" cy="922"/>
          </a:xfrm>
        </p:grpSpPr>
        <p:sp>
          <p:nvSpPr>
            <p:cNvPr id="30238" name="Rectangle 260">
              <a:extLst>
                <a:ext uri="{FF2B5EF4-FFF2-40B4-BE49-F238E27FC236}">
                  <a16:creationId xmlns:a16="http://schemas.microsoft.com/office/drawing/2014/main" id="{EB84BA49-E85C-F7BE-4D1F-E1872D187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9" name="Rectangle 261">
              <a:extLst>
                <a:ext uri="{FF2B5EF4-FFF2-40B4-BE49-F238E27FC236}">
                  <a16:creationId xmlns:a16="http://schemas.microsoft.com/office/drawing/2014/main" id="{073A08F8-686F-5DFA-4E48-7B9E449B7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0" name="Rectangle 262">
              <a:extLst>
                <a:ext uri="{FF2B5EF4-FFF2-40B4-BE49-F238E27FC236}">
                  <a16:creationId xmlns:a16="http://schemas.microsoft.com/office/drawing/2014/main" id="{69480B84-A649-1C90-7BB0-24267ECE1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1" name="Rectangle 263">
              <a:extLst>
                <a:ext uri="{FF2B5EF4-FFF2-40B4-BE49-F238E27FC236}">
                  <a16:creationId xmlns:a16="http://schemas.microsoft.com/office/drawing/2014/main" id="{18E602C4-3620-E19C-F2D1-A2143C3DF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2" name="Rectangle 264">
              <a:extLst>
                <a:ext uri="{FF2B5EF4-FFF2-40B4-BE49-F238E27FC236}">
                  <a16:creationId xmlns:a16="http://schemas.microsoft.com/office/drawing/2014/main" id="{971063A1-843A-E357-9635-9E6C9FDE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3" name="Rectangle 265">
              <a:extLst>
                <a:ext uri="{FF2B5EF4-FFF2-40B4-BE49-F238E27FC236}">
                  <a16:creationId xmlns:a16="http://schemas.microsoft.com/office/drawing/2014/main" id="{32252724-E284-B3B9-1CDC-70B2C4259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4" name="Rectangle 266">
              <a:extLst>
                <a:ext uri="{FF2B5EF4-FFF2-40B4-BE49-F238E27FC236}">
                  <a16:creationId xmlns:a16="http://schemas.microsoft.com/office/drawing/2014/main" id="{01F69A02-AF08-F7EA-13AD-C523B8140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5" name="Rectangle 267">
              <a:extLst>
                <a:ext uri="{FF2B5EF4-FFF2-40B4-BE49-F238E27FC236}">
                  <a16:creationId xmlns:a16="http://schemas.microsoft.com/office/drawing/2014/main" id="{0B267B12-3E9B-9140-F33D-BDC628F12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46" name="Rectangle 268">
              <a:extLst>
                <a:ext uri="{FF2B5EF4-FFF2-40B4-BE49-F238E27FC236}">
                  <a16:creationId xmlns:a16="http://schemas.microsoft.com/office/drawing/2014/main" id="{9F82521F-001E-A3F7-85D0-59932A943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" name="Group 269">
            <a:extLst>
              <a:ext uri="{FF2B5EF4-FFF2-40B4-BE49-F238E27FC236}">
                <a16:creationId xmlns:a16="http://schemas.microsoft.com/office/drawing/2014/main" id="{73FDA9B6-BFFD-7F39-1CB8-195D694343F0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2071688"/>
            <a:ext cx="1474787" cy="1463675"/>
            <a:chOff x="262" y="1078"/>
            <a:chExt cx="929" cy="922"/>
          </a:xfrm>
        </p:grpSpPr>
        <p:sp>
          <p:nvSpPr>
            <p:cNvPr id="30229" name="Rectangle 270">
              <a:extLst>
                <a:ext uri="{FF2B5EF4-FFF2-40B4-BE49-F238E27FC236}">
                  <a16:creationId xmlns:a16="http://schemas.microsoft.com/office/drawing/2014/main" id="{11056229-593A-34CC-0783-DAAC5FB0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0" name="Rectangle 271">
              <a:extLst>
                <a:ext uri="{FF2B5EF4-FFF2-40B4-BE49-F238E27FC236}">
                  <a16:creationId xmlns:a16="http://schemas.microsoft.com/office/drawing/2014/main" id="{7108133C-001F-F499-BD69-9A17F199E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1" name="Rectangle 272">
              <a:extLst>
                <a:ext uri="{FF2B5EF4-FFF2-40B4-BE49-F238E27FC236}">
                  <a16:creationId xmlns:a16="http://schemas.microsoft.com/office/drawing/2014/main" id="{C72F4382-BC49-C2A3-FD8E-30FD28758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2" name="Rectangle 273">
              <a:extLst>
                <a:ext uri="{FF2B5EF4-FFF2-40B4-BE49-F238E27FC236}">
                  <a16:creationId xmlns:a16="http://schemas.microsoft.com/office/drawing/2014/main" id="{0B8A7EAD-8B65-3967-7195-0B3BFFD2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3" name="Rectangle 274">
              <a:extLst>
                <a:ext uri="{FF2B5EF4-FFF2-40B4-BE49-F238E27FC236}">
                  <a16:creationId xmlns:a16="http://schemas.microsoft.com/office/drawing/2014/main" id="{CFE323A8-7DE2-AAF4-7636-43E694F92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4" name="Rectangle 275">
              <a:extLst>
                <a:ext uri="{FF2B5EF4-FFF2-40B4-BE49-F238E27FC236}">
                  <a16:creationId xmlns:a16="http://schemas.microsoft.com/office/drawing/2014/main" id="{23FF3DAC-2BD3-39D9-A9F4-025D8712E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5" name="Rectangle 276">
              <a:extLst>
                <a:ext uri="{FF2B5EF4-FFF2-40B4-BE49-F238E27FC236}">
                  <a16:creationId xmlns:a16="http://schemas.microsoft.com/office/drawing/2014/main" id="{CA7C67A5-2EFA-7469-8110-0476F40E4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6" name="Rectangle 277">
              <a:extLst>
                <a:ext uri="{FF2B5EF4-FFF2-40B4-BE49-F238E27FC236}">
                  <a16:creationId xmlns:a16="http://schemas.microsoft.com/office/drawing/2014/main" id="{3F459DBD-ED76-BC96-5481-335A05443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37" name="Rectangle 278">
              <a:extLst>
                <a:ext uri="{FF2B5EF4-FFF2-40B4-BE49-F238E27FC236}">
                  <a16:creationId xmlns:a16="http://schemas.microsoft.com/office/drawing/2014/main" id="{21903B9D-2586-3D48-1E23-1EA340371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4" name="Group 279">
            <a:extLst>
              <a:ext uri="{FF2B5EF4-FFF2-40B4-BE49-F238E27FC236}">
                <a16:creationId xmlns:a16="http://schemas.microsoft.com/office/drawing/2014/main" id="{07889A13-CAAB-30E9-4D51-867383EB1964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2071688"/>
            <a:ext cx="1474787" cy="1463675"/>
            <a:chOff x="262" y="1078"/>
            <a:chExt cx="929" cy="922"/>
          </a:xfrm>
        </p:grpSpPr>
        <p:sp>
          <p:nvSpPr>
            <p:cNvPr id="30220" name="Rectangle 280">
              <a:extLst>
                <a:ext uri="{FF2B5EF4-FFF2-40B4-BE49-F238E27FC236}">
                  <a16:creationId xmlns:a16="http://schemas.microsoft.com/office/drawing/2014/main" id="{B0D74D91-9CDA-7375-FFC3-2657CC612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1" name="Rectangle 281">
              <a:extLst>
                <a:ext uri="{FF2B5EF4-FFF2-40B4-BE49-F238E27FC236}">
                  <a16:creationId xmlns:a16="http://schemas.microsoft.com/office/drawing/2014/main" id="{2B12BA8D-8B82-66BA-5692-263CEB30E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2" name="Rectangle 282">
              <a:extLst>
                <a:ext uri="{FF2B5EF4-FFF2-40B4-BE49-F238E27FC236}">
                  <a16:creationId xmlns:a16="http://schemas.microsoft.com/office/drawing/2014/main" id="{303FBE4E-CEDA-7223-EFB5-D7E9956B1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3" name="Rectangle 283">
              <a:extLst>
                <a:ext uri="{FF2B5EF4-FFF2-40B4-BE49-F238E27FC236}">
                  <a16:creationId xmlns:a16="http://schemas.microsoft.com/office/drawing/2014/main" id="{887461AE-B7DF-5820-0FDB-270EDFFF9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4" name="Rectangle 284">
              <a:extLst>
                <a:ext uri="{FF2B5EF4-FFF2-40B4-BE49-F238E27FC236}">
                  <a16:creationId xmlns:a16="http://schemas.microsoft.com/office/drawing/2014/main" id="{30CA519E-52BB-E27C-C444-383CE6181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5" name="Rectangle 285">
              <a:extLst>
                <a:ext uri="{FF2B5EF4-FFF2-40B4-BE49-F238E27FC236}">
                  <a16:creationId xmlns:a16="http://schemas.microsoft.com/office/drawing/2014/main" id="{D5C90B27-CD01-8D0B-401F-E3C285A92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6" name="Rectangle 286">
              <a:extLst>
                <a:ext uri="{FF2B5EF4-FFF2-40B4-BE49-F238E27FC236}">
                  <a16:creationId xmlns:a16="http://schemas.microsoft.com/office/drawing/2014/main" id="{F3E55DDC-1DC9-E466-2A7C-5D77ADDB8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7" name="Rectangle 287">
              <a:extLst>
                <a:ext uri="{FF2B5EF4-FFF2-40B4-BE49-F238E27FC236}">
                  <a16:creationId xmlns:a16="http://schemas.microsoft.com/office/drawing/2014/main" id="{E0DB46EA-22AD-53DF-39AF-4F39DBE9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28" name="Rectangle 288">
              <a:extLst>
                <a:ext uri="{FF2B5EF4-FFF2-40B4-BE49-F238E27FC236}">
                  <a16:creationId xmlns:a16="http://schemas.microsoft.com/office/drawing/2014/main" id="{9F0ADFB0-D926-2318-BEE3-A1B3F8453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5" name="Group 289">
            <a:extLst>
              <a:ext uri="{FF2B5EF4-FFF2-40B4-BE49-F238E27FC236}">
                <a16:creationId xmlns:a16="http://schemas.microsoft.com/office/drawing/2014/main" id="{02D354BC-CC25-AE8F-3776-598CD8EE9B7E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2071688"/>
            <a:ext cx="1474788" cy="1463675"/>
            <a:chOff x="262" y="1078"/>
            <a:chExt cx="929" cy="922"/>
          </a:xfrm>
        </p:grpSpPr>
        <p:sp>
          <p:nvSpPr>
            <p:cNvPr id="30211" name="Rectangle 290">
              <a:extLst>
                <a:ext uri="{FF2B5EF4-FFF2-40B4-BE49-F238E27FC236}">
                  <a16:creationId xmlns:a16="http://schemas.microsoft.com/office/drawing/2014/main" id="{F36F222B-61A6-0004-E058-5AD56048D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2" name="Rectangle 291">
              <a:extLst>
                <a:ext uri="{FF2B5EF4-FFF2-40B4-BE49-F238E27FC236}">
                  <a16:creationId xmlns:a16="http://schemas.microsoft.com/office/drawing/2014/main" id="{CD8C17C6-AB72-F451-DA06-3C8F8164E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3" name="Rectangle 292">
              <a:extLst>
                <a:ext uri="{FF2B5EF4-FFF2-40B4-BE49-F238E27FC236}">
                  <a16:creationId xmlns:a16="http://schemas.microsoft.com/office/drawing/2014/main" id="{ACD9F440-2DFC-6856-E347-33AFD93B4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4" name="Rectangle 293">
              <a:extLst>
                <a:ext uri="{FF2B5EF4-FFF2-40B4-BE49-F238E27FC236}">
                  <a16:creationId xmlns:a16="http://schemas.microsoft.com/office/drawing/2014/main" id="{A3EB7179-2E0A-8CF6-1777-DC24C4AAC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5" name="Rectangle 294">
              <a:extLst>
                <a:ext uri="{FF2B5EF4-FFF2-40B4-BE49-F238E27FC236}">
                  <a16:creationId xmlns:a16="http://schemas.microsoft.com/office/drawing/2014/main" id="{A082AFFF-6317-1399-91AF-840523C82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6" name="Rectangle 295">
              <a:extLst>
                <a:ext uri="{FF2B5EF4-FFF2-40B4-BE49-F238E27FC236}">
                  <a16:creationId xmlns:a16="http://schemas.microsoft.com/office/drawing/2014/main" id="{B9C66B78-865E-B74A-2982-CCC51C45E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7" name="Rectangle 296">
              <a:extLst>
                <a:ext uri="{FF2B5EF4-FFF2-40B4-BE49-F238E27FC236}">
                  <a16:creationId xmlns:a16="http://schemas.microsoft.com/office/drawing/2014/main" id="{FDD9FCE5-A9F3-328F-1B6E-C763D70E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8" name="Rectangle 297">
              <a:extLst>
                <a:ext uri="{FF2B5EF4-FFF2-40B4-BE49-F238E27FC236}">
                  <a16:creationId xmlns:a16="http://schemas.microsoft.com/office/drawing/2014/main" id="{F3218A45-9EBD-851B-C68C-F0BB74515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9" name="Rectangle 298">
              <a:extLst>
                <a:ext uri="{FF2B5EF4-FFF2-40B4-BE49-F238E27FC236}">
                  <a16:creationId xmlns:a16="http://schemas.microsoft.com/office/drawing/2014/main" id="{E447875B-3D87-EB4C-BD5A-3F6160BA1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" name="Group 299">
            <a:extLst>
              <a:ext uri="{FF2B5EF4-FFF2-40B4-BE49-F238E27FC236}">
                <a16:creationId xmlns:a16="http://schemas.microsoft.com/office/drawing/2014/main" id="{37648ED8-8C86-540D-627A-EA557B1ABFDB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2071688"/>
            <a:ext cx="1474788" cy="1463675"/>
            <a:chOff x="262" y="1078"/>
            <a:chExt cx="929" cy="922"/>
          </a:xfrm>
        </p:grpSpPr>
        <p:sp>
          <p:nvSpPr>
            <p:cNvPr id="30202" name="Rectangle 300">
              <a:extLst>
                <a:ext uri="{FF2B5EF4-FFF2-40B4-BE49-F238E27FC236}">
                  <a16:creationId xmlns:a16="http://schemas.microsoft.com/office/drawing/2014/main" id="{16987882-C9E9-38DE-F3E2-6240A86BE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3" name="Rectangle 301">
              <a:extLst>
                <a:ext uri="{FF2B5EF4-FFF2-40B4-BE49-F238E27FC236}">
                  <a16:creationId xmlns:a16="http://schemas.microsoft.com/office/drawing/2014/main" id="{F15ABA72-AAFF-EE3E-0330-CBDCDD44D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4" name="Rectangle 302">
              <a:extLst>
                <a:ext uri="{FF2B5EF4-FFF2-40B4-BE49-F238E27FC236}">
                  <a16:creationId xmlns:a16="http://schemas.microsoft.com/office/drawing/2014/main" id="{23A0A0A0-81C4-E245-2D19-B747459BE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5" name="Rectangle 303">
              <a:extLst>
                <a:ext uri="{FF2B5EF4-FFF2-40B4-BE49-F238E27FC236}">
                  <a16:creationId xmlns:a16="http://schemas.microsoft.com/office/drawing/2014/main" id="{7342D8CE-C5B4-B0F3-D60D-5565B9AD3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6" name="Rectangle 304">
              <a:extLst>
                <a:ext uri="{FF2B5EF4-FFF2-40B4-BE49-F238E27FC236}">
                  <a16:creationId xmlns:a16="http://schemas.microsoft.com/office/drawing/2014/main" id="{0804EE21-EC08-BC24-CC42-D7DD69F6B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7" name="Rectangle 305">
              <a:extLst>
                <a:ext uri="{FF2B5EF4-FFF2-40B4-BE49-F238E27FC236}">
                  <a16:creationId xmlns:a16="http://schemas.microsoft.com/office/drawing/2014/main" id="{5AC04666-B6F8-E2E9-1A32-0795B117A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8" name="Rectangle 306">
              <a:extLst>
                <a:ext uri="{FF2B5EF4-FFF2-40B4-BE49-F238E27FC236}">
                  <a16:creationId xmlns:a16="http://schemas.microsoft.com/office/drawing/2014/main" id="{ECA44C33-D6A5-11EC-C699-03843D422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9" name="Rectangle 307">
              <a:extLst>
                <a:ext uri="{FF2B5EF4-FFF2-40B4-BE49-F238E27FC236}">
                  <a16:creationId xmlns:a16="http://schemas.microsoft.com/office/drawing/2014/main" id="{0D4753BB-C40A-9C05-1F6E-989F4A474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10" name="Rectangle 308">
              <a:extLst>
                <a:ext uri="{FF2B5EF4-FFF2-40B4-BE49-F238E27FC236}">
                  <a16:creationId xmlns:a16="http://schemas.microsoft.com/office/drawing/2014/main" id="{C18041F2-6FB1-1598-DB36-8B75B1FFF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7" name="Group 309">
            <a:extLst>
              <a:ext uri="{FF2B5EF4-FFF2-40B4-BE49-F238E27FC236}">
                <a16:creationId xmlns:a16="http://schemas.microsoft.com/office/drawing/2014/main" id="{F4BE3999-83A0-1A0D-E2C2-4A74D00AA2AB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2071688"/>
            <a:ext cx="1474788" cy="1463675"/>
            <a:chOff x="262" y="1078"/>
            <a:chExt cx="929" cy="922"/>
          </a:xfrm>
        </p:grpSpPr>
        <p:sp>
          <p:nvSpPr>
            <p:cNvPr id="30193" name="Rectangle 310">
              <a:extLst>
                <a:ext uri="{FF2B5EF4-FFF2-40B4-BE49-F238E27FC236}">
                  <a16:creationId xmlns:a16="http://schemas.microsoft.com/office/drawing/2014/main" id="{DED344B8-72D9-A298-3589-817A30D1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4" name="Rectangle 311">
              <a:extLst>
                <a:ext uri="{FF2B5EF4-FFF2-40B4-BE49-F238E27FC236}">
                  <a16:creationId xmlns:a16="http://schemas.microsoft.com/office/drawing/2014/main" id="{E781AF80-15DA-39A2-6BD8-FDA19FCFA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5" name="Rectangle 312">
              <a:extLst>
                <a:ext uri="{FF2B5EF4-FFF2-40B4-BE49-F238E27FC236}">
                  <a16:creationId xmlns:a16="http://schemas.microsoft.com/office/drawing/2014/main" id="{4B7642CD-F333-681B-8487-E9B1825B9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6" name="Rectangle 313">
              <a:extLst>
                <a:ext uri="{FF2B5EF4-FFF2-40B4-BE49-F238E27FC236}">
                  <a16:creationId xmlns:a16="http://schemas.microsoft.com/office/drawing/2014/main" id="{77E56A58-EF8A-0D29-BFEE-466A9543C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7" name="Rectangle 314">
              <a:extLst>
                <a:ext uri="{FF2B5EF4-FFF2-40B4-BE49-F238E27FC236}">
                  <a16:creationId xmlns:a16="http://schemas.microsoft.com/office/drawing/2014/main" id="{8ABB42DD-78C2-505C-6482-0F4854EA9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8" name="Rectangle 315">
              <a:extLst>
                <a:ext uri="{FF2B5EF4-FFF2-40B4-BE49-F238E27FC236}">
                  <a16:creationId xmlns:a16="http://schemas.microsoft.com/office/drawing/2014/main" id="{00D0F3F2-3F02-0697-6806-B67143C27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9" name="Rectangle 316">
              <a:extLst>
                <a:ext uri="{FF2B5EF4-FFF2-40B4-BE49-F238E27FC236}">
                  <a16:creationId xmlns:a16="http://schemas.microsoft.com/office/drawing/2014/main" id="{DDC5B8D3-33B7-389A-6D16-9F5C5AB43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0" name="Rectangle 317">
              <a:extLst>
                <a:ext uri="{FF2B5EF4-FFF2-40B4-BE49-F238E27FC236}">
                  <a16:creationId xmlns:a16="http://schemas.microsoft.com/office/drawing/2014/main" id="{B367CDC2-38FC-C486-6A53-179CEF32B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01" name="Rectangle 318">
              <a:extLst>
                <a:ext uri="{FF2B5EF4-FFF2-40B4-BE49-F238E27FC236}">
                  <a16:creationId xmlns:a16="http://schemas.microsoft.com/office/drawing/2014/main" id="{DED5A43D-CF1B-2B2B-8184-43F943D13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8" name="Group 319">
            <a:extLst>
              <a:ext uri="{FF2B5EF4-FFF2-40B4-BE49-F238E27FC236}">
                <a16:creationId xmlns:a16="http://schemas.microsoft.com/office/drawing/2014/main" id="{B8E29C39-21FB-7D97-B6A4-F12887545468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2554288"/>
            <a:ext cx="1474788" cy="1463675"/>
            <a:chOff x="262" y="1078"/>
            <a:chExt cx="929" cy="922"/>
          </a:xfrm>
        </p:grpSpPr>
        <p:sp>
          <p:nvSpPr>
            <p:cNvPr id="30184" name="Rectangle 320">
              <a:extLst>
                <a:ext uri="{FF2B5EF4-FFF2-40B4-BE49-F238E27FC236}">
                  <a16:creationId xmlns:a16="http://schemas.microsoft.com/office/drawing/2014/main" id="{34BB075C-8876-307C-4B20-EFFF88320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5" name="Rectangle 321">
              <a:extLst>
                <a:ext uri="{FF2B5EF4-FFF2-40B4-BE49-F238E27FC236}">
                  <a16:creationId xmlns:a16="http://schemas.microsoft.com/office/drawing/2014/main" id="{508CB524-0113-B12A-65F2-17EFBC54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6" name="Rectangle 322">
              <a:extLst>
                <a:ext uri="{FF2B5EF4-FFF2-40B4-BE49-F238E27FC236}">
                  <a16:creationId xmlns:a16="http://schemas.microsoft.com/office/drawing/2014/main" id="{02C4CB3A-1B40-84B7-8254-856FB6A53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7" name="Rectangle 323">
              <a:extLst>
                <a:ext uri="{FF2B5EF4-FFF2-40B4-BE49-F238E27FC236}">
                  <a16:creationId xmlns:a16="http://schemas.microsoft.com/office/drawing/2014/main" id="{760F904F-3A7B-832E-9EA6-472F497CA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8" name="Rectangle 324">
              <a:extLst>
                <a:ext uri="{FF2B5EF4-FFF2-40B4-BE49-F238E27FC236}">
                  <a16:creationId xmlns:a16="http://schemas.microsoft.com/office/drawing/2014/main" id="{17E331EF-8B74-063E-97EB-C784CC79B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9" name="Rectangle 325">
              <a:extLst>
                <a:ext uri="{FF2B5EF4-FFF2-40B4-BE49-F238E27FC236}">
                  <a16:creationId xmlns:a16="http://schemas.microsoft.com/office/drawing/2014/main" id="{82E1F8FD-2993-D44F-7D19-D6E42068B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0" name="Rectangle 326">
              <a:extLst>
                <a:ext uri="{FF2B5EF4-FFF2-40B4-BE49-F238E27FC236}">
                  <a16:creationId xmlns:a16="http://schemas.microsoft.com/office/drawing/2014/main" id="{0B8E9623-D863-E453-2AA2-84B522A53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1" name="Rectangle 327">
              <a:extLst>
                <a:ext uri="{FF2B5EF4-FFF2-40B4-BE49-F238E27FC236}">
                  <a16:creationId xmlns:a16="http://schemas.microsoft.com/office/drawing/2014/main" id="{8FE7930A-B43F-9068-ABDE-18E2DA2E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92" name="Rectangle 328">
              <a:extLst>
                <a:ext uri="{FF2B5EF4-FFF2-40B4-BE49-F238E27FC236}">
                  <a16:creationId xmlns:a16="http://schemas.microsoft.com/office/drawing/2014/main" id="{D84A57FD-61F1-0C4E-3122-464E850D9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" name="Group 329">
            <a:extLst>
              <a:ext uri="{FF2B5EF4-FFF2-40B4-BE49-F238E27FC236}">
                <a16:creationId xmlns:a16="http://schemas.microsoft.com/office/drawing/2014/main" id="{78762DD3-2336-0F74-FD6D-D26140B8EE7D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2554288"/>
            <a:ext cx="1474788" cy="1463675"/>
            <a:chOff x="262" y="1078"/>
            <a:chExt cx="929" cy="922"/>
          </a:xfrm>
        </p:grpSpPr>
        <p:sp>
          <p:nvSpPr>
            <p:cNvPr id="30175" name="Rectangle 330">
              <a:extLst>
                <a:ext uri="{FF2B5EF4-FFF2-40B4-BE49-F238E27FC236}">
                  <a16:creationId xmlns:a16="http://schemas.microsoft.com/office/drawing/2014/main" id="{24461CED-8466-9ADD-C5F0-72CF375C2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6" name="Rectangle 331">
              <a:extLst>
                <a:ext uri="{FF2B5EF4-FFF2-40B4-BE49-F238E27FC236}">
                  <a16:creationId xmlns:a16="http://schemas.microsoft.com/office/drawing/2014/main" id="{B419015A-A63E-6762-465E-B20D4DD5C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7" name="Rectangle 332">
              <a:extLst>
                <a:ext uri="{FF2B5EF4-FFF2-40B4-BE49-F238E27FC236}">
                  <a16:creationId xmlns:a16="http://schemas.microsoft.com/office/drawing/2014/main" id="{182A483D-F2F0-6844-C7AF-AA19187C4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8" name="Rectangle 333">
              <a:extLst>
                <a:ext uri="{FF2B5EF4-FFF2-40B4-BE49-F238E27FC236}">
                  <a16:creationId xmlns:a16="http://schemas.microsoft.com/office/drawing/2014/main" id="{9B497339-6C2A-D791-5122-50D8EA8FC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9" name="Rectangle 334">
              <a:extLst>
                <a:ext uri="{FF2B5EF4-FFF2-40B4-BE49-F238E27FC236}">
                  <a16:creationId xmlns:a16="http://schemas.microsoft.com/office/drawing/2014/main" id="{4E406076-49E9-641F-20F6-B08B4291E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0" name="Rectangle 335">
              <a:extLst>
                <a:ext uri="{FF2B5EF4-FFF2-40B4-BE49-F238E27FC236}">
                  <a16:creationId xmlns:a16="http://schemas.microsoft.com/office/drawing/2014/main" id="{7CD4EB97-E486-0660-A9BE-84C8EC808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1" name="Rectangle 336">
              <a:extLst>
                <a:ext uri="{FF2B5EF4-FFF2-40B4-BE49-F238E27FC236}">
                  <a16:creationId xmlns:a16="http://schemas.microsoft.com/office/drawing/2014/main" id="{ECD78AD9-E104-641F-6A1F-5CA6500A1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2" name="Rectangle 337">
              <a:extLst>
                <a:ext uri="{FF2B5EF4-FFF2-40B4-BE49-F238E27FC236}">
                  <a16:creationId xmlns:a16="http://schemas.microsoft.com/office/drawing/2014/main" id="{BADC7529-AA3B-01C9-4B67-6BD265D67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83" name="Rectangle 338">
              <a:extLst>
                <a:ext uri="{FF2B5EF4-FFF2-40B4-BE49-F238E27FC236}">
                  <a16:creationId xmlns:a16="http://schemas.microsoft.com/office/drawing/2014/main" id="{6EDE5DE7-BF4C-8C99-7D3D-82F820CAF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0" name="Group 339">
            <a:extLst>
              <a:ext uri="{FF2B5EF4-FFF2-40B4-BE49-F238E27FC236}">
                <a16:creationId xmlns:a16="http://schemas.microsoft.com/office/drawing/2014/main" id="{DD3A043F-03E0-9A77-72E4-100F4F276F57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2554288"/>
            <a:ext cx="1474787" cy="1463675"/>
            <a:chOff x="262" y="1078"/>
            <a:chExt cx="929" cy="922"/>
          </a:xfrm>
        </p:grpSpPr>
        <p:sp>
          <p:nvSpPr>
            <p:cNvPr id="30166" name="Rectangle 340">
              <a:extLst>
                <a:ext uri="{FF2B5EF4-FFF2-40B4-BE49-F238E27FC236}">
                  <a16:creationId xmlns:a16="http://schemas.microsoft.com/office/drawing/2014/main" id="{05D33F23-8B5A-4D90-A603-7A7BA492B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7" name="Rectangle 341">
              <a:extLst>
                <a:ext uri="{FF2B5EF4-FFF2-40B4-BE49-F238E27FC236}">
                  <a16:creationId xmlns:a16="http://schemas.microsoft.com/office/drawing/2014/main" id="{6629C464-9023-FCDE-16C6-E33B486E5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8" name="Rectangle 342">
              <a:extLst>
                <a:ext uri="{FF2B5EF4-FFF2-40B4-BE49-F238E27FC236}">
                  <a16:creationId xmlns:a16="http://schemas.microsoft.com/office/drawing/2014/main" id="{FCE326AC-0D53-55C4-D84D-FDBFD046D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9" name="Rectangle 343">
              <a:extLst>
                <a:ext uri="{FF2B5EF4-FFF2-40B4-BE49-F238E27FC236}">
                  <a16:creationId xmlns:a16="http://schemas.microsoft.com/office/drawing/2014/main" id="{9D3C9555-72B9-C63B-3EDE-B3F9B1515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0" name="Rectangle 344">
              <a:extLst>
                <a:ext uri="{FF2B5EF4-FFF2-40B4-BE49-F238E27FC236}">
                  <a16:creationId xmlns:a16="http://schemas.microsoft.com/office/drawing/2014/main" id="{4D252054-B1EC-0569-4B7F-34042AB7C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1" name="Rectangle 345">
              <a:extLst>
                <a:ext uri="{FF2B5EF4-FFF2-40B4-BE49-F238E27FC236}">
                  <a16:creationId xmlns:a16="http://schemas.microsoft.com/office/drawing/2014/main" id="{314DC108-5674-8446-27FD-70C05B46E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2" name="Rectangle 346">
              <a:extLst>
                <a:ext uri="{FF2B5EF4-FFF2-40B4-BE49-F238E27FC236}">
                  <a16:creationId xmlns:a16="http://schemas.microsoft.com/office/drawing/2014/main" id="{512CEB52-0D34-8017-8338-28481435D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3" name="Rectangle 347">
              <a:extLst>
                <a:ext uri="{FF2B5EF4-FFF2-40B4-BE49-F238E27FC236}">
                  <a16:creationId xmlns:a16="http://schemas.microsoft.com/office/drawing/2014/main" id="{A53A629E-037C-3781-9849-163FC3ED0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74" name="Rectangle 348">
              <a:extLst>
                <a:ext uri="{FF2B5EF4-FFF2-40B4-BE49-F238E27FC236}">
                  <a16:creationId xmlns:a16="http://schemas.microsoft.com/office/drawing/2014/main" id="{827D8E6B-82D3-544F-06E2-5C2DFF0EA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1" name="Group 349">
            <a:extLst>
              <a:ext uri="{FF2B5EF4-FFF2-40B4-BE49-F238E27FC236}">
                <a16:creationId xmlns:a16="http://schemas.microsoft.com/office/drawing/2014/main" id="{037D469D-7792-DB2C-7A84-CBDC699D8F4F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2554288"/>
            <a:ext cx="1474787" cy="1463675"/>
            <a:chOff x="262" y="1078"/>
            <a:chExt cx="929" cy="922"/>
          </a:xfrm>
        </p:grpSpPr>
        <p:sp>
          <p:nvSpPr>
            <p:cNvPr id="30157" name="Rectangle 350">
              <a:extLst>
                <a:ext uri="{FF2B5EF4-FFF2-40B4-BE49-F238E27FC236}">
                  <a16:creationId xmlns:a16="http://schemas.microsoft.com/office/drawing/2014/main" id="{DAC43312-62F8-CF3C-1367-8B8BDEF92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8" name="Rectangle 351">
              <a:extLst>
                <a:ext uri="{FF2B5EF4-FFF2-40B4-BE49-F238E27FC236}">
                  <a16:creationId xmlns:a16="http://schemas.microsoft.com/office/drawing/2014/main" id="{812AFCDE-9DC2-B85F-F085-717DC18D3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9" name="Rectangle 352">
              <a:extLst>
                <a:ext uri="{FF2B5EF4-FFF2-40B4-BE49-F238E27FC236}">
                  <a16:creationId xmlns:a16="http://schemas.microsoft.com/office/drawing/2014/main" id="{AF52D02F-1076-7086-DFA1-A903F482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0" name="Rectangle 353">
              <a:extLst>
                <a:ext uri="{FF2B5EF4-FFF2-40B4-BE49-F238E27FC236}">
                  <a16:creationId xmlns:a16="http://schemas.microsoft.com/office/drawing/2014/main" id="{D51E7296-7D6E-80A4-865B-2DB53A3B3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1" name="Rectangle 354">
              <a:extLst>
                <a:ext uri="{FF2B5EF4-FFF2-40B4-BE49-F238E27FC236}">
                  <a16:creationId xmlns:a16="http://schemas.microsoft.com/office/drawing/2014/main" id="{39BBA43C-F15D-0BD8-A339-374432824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2" name="Rectangle 355">
              <a:extLst>
                <a:ext uri="{FF2B5EF4-FFF2-40B4-BE49-F238E27FC236}">
                  <a16:creationId xmlns:a16="http://schemas.microsoft.com/office/drawing/2014/main" id="{078416EB-BE35-8406-05F1-32ED2F79C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3" name="Rectangle 356">
              <a:extLst>
                <a:ext uri="{FF2B5EF4-FFF2-40B4-BE49-F238E27FC236}">
                  <a16:creationId xmlns:a16="http://schemas.microsoft.com/office/drawing/2014/main" id="{9D8BBEAC-2855-786A-29EA-494891B54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4" name="Rectangle 357">
              <a:extLst>
                <a:ext uri="{FF2B5EF4-FFF2-40B4-BE49-F238E27FC236}">
                  <a16:creationId xmlns:a16="http://schemas.microsoft.com/office/drawing/2014/main" id="{AC28B72D-6A62-5F87-2654-A3AAF7711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65" name="Rectangle 358">
              <a:extLst>
                <a:ext uri="{FF2B5EF4-FFF2-40B4-BE49-F238E27FC236}">
                  <a16:creationId xmlns:a16="http://schemas.microsoft.com/office/drawing/2014/main" id="{A9A53816-F183-844B-A0CF-98A60BCE9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0" name="Group 359">
            <a:extLst>
              <a:ext uri="{FF2B5EF4-FFF2-40B4-BE49-F238E27FC236}">
                <a16:creationId xmlns:a16="http://schemas.microsoft.com/office/drawing/2014/main" id="{0ED0AB68-BEA6-DDF6-AD95-5801AD10600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2554288"/>
            <a:ext cx="1474787" cy="1463675"/>
            <a:chOff x="262" y="1078"/>
            <a:chExt cx="929" cy="922"/>
          </a:xfrm>
        </p:grpSpPr>
        <p:sp>
          <p:nvSpPr>
            <p:cNvPr id="30148" name="Rectangle 360">
              <a:extLst>
                <a:ext uri="{FF2B5EF4-FFF2-40B4-BE49-F238E27FC236}">
                  <a16:creationId xmlns:a16="http://schemas.microsoft.com/office/drawing/2014/main" id="{22C6998E-7A7D-9B5D-8B09-50C5FC62A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9" name="Rectangle 361">
              <a:extLst>
                <a:ext uri="{FF2B5EF4-FFF2-40B4-BE49-F238E27FC236}">
                  <a16:creationId xmlns:a16="http://schemas.microsoft.com/office/drawing/2014/main" id="{3867C3C1-B872-EBF1-AFB3-FB7FF30C7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0" name="Rectangle 362">
              <a:extLst>
                <a:ext uri="{FF2B5EF4-FFF2-40B4-BE49-F238E27FC236}">
                  <a16:creationId xmlns:a16="http://schemas.microsoft.com/office/drawing/2014/main" id="{7E79A646-633F-8821-50C3-33D3DF542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1" name="Rectangle 363">
              <a:extLst>
                <a:ext uri="{FF2B5EF4-FFF2-40B4-BE49-F238E27FC236}">
                  <a16:creationId xmlns:a16="http://schemas.microsoft.com/office/drawing/2014/main" id="{B071F7CF-BAC0-F06C-EFC8-203AB8BF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2" name="Rectangle 364">
              <a:extLst>
                <a:ext uri="{FF2B5EF4-FFF2-40B4-BE49-F238E27FC236}">
                  <a16:creationId xmlns:a16="http://schemas.microsoft.com/office/drawing/2014/main" id="{22CEF493-C8AA-EB14-2F5A-88C783A23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3" name="Rectangle 365">
              <a:extLst>
                <a:ext uri="{FF2B5EF4-FFF2-40B4-BE49-F238E27FC236}">
                  <a16:creationId xmlns:a16="http://schemas.microsoft.com/office/drawing/2014/main" id="{0302B5D7-B918-08E0-912C-4364FA589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4" name="Rectangle 366">
              <a:extLst>
                <a:ext uri="{FF2B5EF4-FFF2-40B4-BE49-F238E27FC236}">
                  <a16:creationId xmlns:a16="http://schemas.microsoft.com/office/drawing/2014/main" id="{16D41AFD-A232-F5DE-9DAE-01CB7B7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5" name="Rectangle 367">
              <a:extLst>
                <a:ext uri="{FF2B5EF4-FFF2-40B4-BE49-F238E27FC236}">
                  <a16:creationId xmlns:a16="http://schemas.microsoft.com/office/drawing/2014/main" id="{8CC30524-60C0-9B25-6D79-E40149FDC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56" name="Rectangle 368">
              <a:extLst>
                <a:ext uri="{FF2B5EF4-FFF2-40B4-BE49-F238E27FC236}">
                  <a16:creationId xmlns:a16="http://schemas.microsoft.com/office/drawing/2014/main" id="{E62262A4-41D0-8E7B-8AB6-90CC92201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1" name="Group 369">
            <a:extLst>
              <a:ext uri="{FF2B5EF4-FFF2-40B4-BE49-F238E27FC236}">
                <a16:creationId xmlns:a16="http://schemas.microsoft.com/office/drawing/2014/main" id="{2AB38EDA-C1C3-74C9-1882-ADF8203ABEC1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2554288"/>
            <a:ext cx="1474788" cy="1463675"/>
            <a:chOff x="262" y="1078"/>
            <a:chExt cx="929" cy="922"/>
          </a:xfrm>
        </p:grpSpPr>
        <p:sp>
          <p:nvSpPr>
            <p:cNvPr id="30139" name="Rectangle 370">
              <a:extLst>
                <a:ext uri="{FF2B5EF4-FFF2-40B4-BE49-F238E27FC236}">
                  <a16:creationId xmlns:a16="http://schemas.microsoft.com/office/drawing/2014/main" id="{92909FE7-63CB-5D61-6D14-C813DFF75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0" name="Rectangle 371">
              <a:extLst>
                <a:ext uri="{FF2B5EF4-FFF2-40B4-BE49-F238E27FC236}">
                  <a16:creationId xmlns:a16="http://schemas.microsoft.com/office/drawing/2014/main" id="{83BC2C9F-A3E6-7493-5E00-6E993A17C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1" name="Rectangle 372">
              <a:extLst>
                <a:ext uri="{FF2B5EF4-FFF2-40B4-BE49-F238E27FC236}">
                  <a16:creationId xmlns:a16="http://schemas.microsoft.com/office/drawing/2014/main" id="{0FDA8BF6-70F2-1F82-3960-AF68136CE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2" name="Rectangle 373">
              <a:extLst>
                <a:ext uri="{FF2B5EF4-FFF2-40B4-BE49-F238E27FC236}">
                  <a16:creationId xmlns:a16="http://schemas.microsoft.com/office/drawing/2014/main" id="{04C753C5-F9FF-FF44-F346-1CEC8B7C3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3" name="Rectangle 374">
              <a:extLst>
                <a:ext uri="{FF2B5EF4-FFF2-40B4-BE49-F238E27FC236}">
                  <a16:creationId xmlns:a16="http://schemas.microsoft.com/office/drawing/2014/main" id="{77F5B6CB-16E8-C65D-6C50-A393EAAB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4" name="Rectangle 375">
              <a:extLst>
                <a:ext uri="{FF2B5EF4-FFF2-40B4-BE49-F238E27FC236}">
                  <a16:creationId xmlns:a16="http://schemas.microsoft.com/office/drawing/2014/main" id="{53BF5606-F9B9-6D8C-0BBD-9242A073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5" name="Rectangle 376">
              <a:extLst>
                <a:ext uri="{FF2B5EF4-FFF2-40B4-BE49-F238E27FC236}">
                  <a16:creationId xmlns:a16="http://schemas.microsoft.com/office/drawing/2014/main" id="{8A83497F-9969-4AE4-6776-C45AE4045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6" name="Rectangle 377">
              <a:extLst>
                <a:ext uri="{FF2B5EF4-FFF2-40B4-BE49-F238E27FC236}">
                  <a16:creationId xmlns:a16="http://schemas.microsoft.com/office/drawing/2014/main" id="{3F8DABA7-1DB1-E914-B991-0B53F8D1A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47" name="Rectangle 378">
              <a:extLst>
                <a:ext uri="{FF2B5EF4-FFF2-40B4-BE49-F238E27FC236}">
                  <a16:creationId xmlns:a16="http://schemas.microsoft.com/office/drawing/2014/main" id="{85785B1F-C5E4-BEB0-2EFA-A895E63F9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" name="Group 379">
            <a:extLst>
              <a:ext uri="{FF2B5EF4-FFF2-40B4-BE49-F238E27FC236}">
                <a16:creationId xmlns:a16="http://schemas.microsoft.com/office/drawing/2014/main" id="{8E3151A4-8B29-3FED-0126-EF37BEB6FE09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2554288"/>
            <a:ext cx="1474788" cy="1463675"/>
            <a:chOff x="262" y="1078"/>
            <a:chExt cx="929" cy="922"/>
          </a:xfrm>
        </p:grpSpPr>
        <p:sp>
          <p:nvSpPr>
            <p:cNvPr id="30130" name="Rectangle 380">
              <a:extLst>
                <a:ext uri="{FF2B5EF4-FFF2-40B4-BE49-F238E27FC236}">
                  <a16:creationId xmlns:a16="http://schemas.microsoft.com/office/drawing/2014/main" id="{32BB76F0-DC6F-C03F-1067-0A57B730C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1" name="Rectangle 381">
              <a:extLst>
                <a:ext uri="{FF2B5EF4-FFF2-40B4-BE49-F238E27FC236}">
                  <a16:creationId xmlns:a16="http://schemas.microsoft.com/office/drawing/2014/main" id="{5DC3F926-2377-F663-6BD7-EDB348AB7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2" name="Rectangle 382">
              <a:extLst>
                <a:ext uri="{FF2B5EF4-FFF2-40B4-BE49-F238E27FC236}">
                  <a16:creationId xmlns:a16="http://schemas.microsoft.com/office/drawing/2014/main" id="{45C24BF2-472C-C37D-4C54-7110D8143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3" name="Rectangle 383">
              <a:extLst>
                <a:ext uri="{FF2B5EF4-FFF2-40B4-BE49-F238E27FC236}">
                  <a16:creationId xmlns:a16="http://schemas.microsoft.com/office/drawing/2014/main" id="{0A429764-AEAE-09C2-4A95-5B7E47EE5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4" name="Rectangle 384">
              <a:extLst>
                <a:ext uri="{FF2B5EF4-FFF2-40B4-BE49-F238E27FC236}">
                  <a16:creationId xmlns:a16="http://schemas.microsoft.com/office/drawing/2014/main" id="{24CD49FF-A076-96F4-BEFC-8D51D0D6E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5" name="Rectangle 385">
              <a:extLst>
                <a:ext uri="{FF2B5EF4-FFF2-40B4-BE49-F238E27FC236}">
                  <a16:creationId xmlns:a16="http://schemas.microsoft.com/office/drawing/2014/main" id="{38047CA1-EF05-5DB4-3A5A-D0E3F271E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6" name="Rectangle 386">
              <a:extLst>
                <a:ext uri="{FF2B5EF4-FFF2-40B4-BE49-F238E27FC236}">
                  <a16:creationId xmlns:a16="http://schemas.microsoft.com/office/drawing/2014/main" id="{B5FEE1FB-7993-A14E-BAB7-D2006CFE5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7" name="Rectangle 387">
              <a:extLst>
                <a:ext uri="{FF2B5EF4-FFF2-40B4-BE49-F238E27FC236}">
                  <a16:creationId xmlns:a16="http://schemas.microsoft.com/office/drawing/2014/main" id="{705AE8D9-6DC0-E386-38E5-3EB0E85A7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38" name="Rectangle 388">
              <a:extLst>
                <a:ext uri="{FF2B5EF4-FFF2-40B4-BE49-F238E27FC236}">
                  <a16:creationId xmlns:a16="http://schemas.microsoft.com/office/drawing/2014/main" id="{8478C82E-7C0B-B750-F005-26A7A84BB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4" name="Group 389">
            <a:extLst>
              <a:ext uri="{FF2B5EF4-FFF2-40B4-BE49-F238E27FC236}">
                <a16:creationId xmlns:a16="http://schemas.microsoft.com/office/drawing/2014/main" id="{F3A980E8-03C8-D152-A106-A7AA988E8DFC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2554288"/>
            <a:ext cx="1474788" cy="1463675"/>
            <a:chOff x="262" y="1078"/>
            <a:chExt cx="929" cy="922"/>
          </a:xfrm>
        </p:grpSpPr>
        <p:sp>
          <p:nvSpPr>
            <p:cNvPr id="30121" name="Rectangle 390">
              <a:extLst>
                <a:ext uri="{FF2B5EF4-FFF2-40B4-BE49-F238E27FC236}">
                  <a16:creationId xmlns:a16="http://schemas.microsoft.com/office/drawing/2014/main" id="{91F748A7-E8D1-97AA-6918-3EF35FDC3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2" name="Rectangle 391">
              <a:extLst>
                <a:ext uri="{FF2B5EF4-FFF2-40B4-BE49-F238E27FC236}">
                  <a16:creationId xmlns:a16="http://schemas.microsoft.com/office/drawing/2014/main" id="{FAA9F56E-2610-CCD8-67AE-CA3C05F4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3" name="Rectangle 392">
              <a:extLst>
                <a:ext uri="{FF2B5EF4-FFF2-40B4-BE49-F238E27FC236}">
                  <a16:creationId xmlns:a16="http://schemas.microsoft.com/office/drawing/2014/main" id="{271926C9-DD89-BF0E-0C0D-B1E6C39B2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4" name="Rectangle 393">
              <a:extLst>
                <a:ext uri="{FF2B5EF4-FFF2-40B4-BE49-F238E27FC236}">
                  <a16:creationId xmlns:a16="http://schemas.microsoft.com/office/drawing/2014/main" id="{D8AD4083-78FF-6C54-D488-B14EAEDF4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5" name="Rectangle 394">
              <a:extLst>
                <a:ext uri="{FF2B5EF4-FFF2-40B4-BE49-F238E27FC236}">
                  <a16:creationId xmlns:a16="http://schemas.microsoft.com/office/drawing/2014/main" id="{74E3AA4A-1B1E-25EC-25A0-23FA95497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6" name="Rectangle 395">
              <a:extLst>
                <a:ext uri="{FF2B5EF4-FFF2-40B4-BE49-F238E27FC236}">
                  <a16:creationId xmlns:a16="http://schemas.microsoft.com/office/drawing/2014/main" id="{05BED183-13E8-3EE1-BA2F-E79BB3B07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7" name="Rectangle 396">
              <a:extLst>
                <a:ext uri="{FF2B5EF4-FFF2-40B4-BE49-F238E27FC236}">
                  <a16:creationId xmlns:a16="http://schemas.microsoft.com/office/drawing/2014/main" id="{696F82CF-4F99-9678-48A5-A47DB6311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8" name="Rectangle 397">
              <a:extLst>
                <a:ext uri="{FF2B5EF4-FFF2-40B4-BE49-F238E27FC236}">
                  <a16:creationId xmlns:a16="http://schemas.microsoft.com/office/drawing/2014/main" id="{C9350E0B-38A2-C879-E2A0-57F8A7E86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9" name="Rectangle 398">
              <a:extLst>
                <a:ext uri="{FF2B5EF4-FFF2-40B4-BE49-F238E27FC236}">
                  <a16:creationId xmlns:a16="http://schemas.microsoft.com/office/drawing/2014/main" id="{4E7EDD6C-4AF5-B50A-5C32-392F4DDDF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734" name="Group 399">
            <a:extLst>
              <a:ext uri="{FF2B5EF4-FFF2-40B4-BE49-F238E27FC236}">
                <a16:creationId xmlns:a16="http://schemas.microsoft.com/office/drawing/2014/main" id="{0B7B8B72-D90E-7C5F-D09E-F87E5C1340FE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30057" name="Rectangle 400">
              <a:extLst>
                <a:ext uri="{FF2B5EF4-FFF2-40B4-BE49-F238E27FC236}">
                  <a16:creationId xmlns:a16="http://schemas.microsoft.com/office/drawing/2014/main" id="{30E8D6FD-34F0-1D13-F226-39E0609D1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8" name="Rectangle 401">
              <a:extLst>
                <a:ext uri="{FF2B5EF4-FFF2-40B4-BE49-F238E27FC236}">
                  <a16:creationId xmlns:a16="http://schemas.microsoft.com/office/drawing/2014/main" id="{A9C5B5BF-2CB4-8611-AE64-539637FBD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9" name="Rectangle 402">
              <a:extLst>
                <a:ext uri="{FF2B5EF4-FFF2-40B4-BE49-F238E27FC236}">
                  <a16:creationId xmlns:a16="http://schemas.microsoft.com/office/drawing/2014/main" id="{601F3A79-FF39-BFE2-C705-176851BEC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0" name="Rectangle 403">
              <a:extLst>
                <a:ext uri="{FF2B5EF4-FFF2-40B4-BE49-F238E27FC236}">
                  <a16:creationId xmlns:a16="http://schemas.microsoft.com/office/drawing/2014/main" id="{AC36C3A9-AFA1-A616-1C8B-4111DAE6C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1" name="Rectangle 404">
              <a:extLst>
                <a:ext uri="{FF2B5EF4-FFF2-40B4-BE49-F238E27FC236}">
                  <a16:creationId xmlns:a16="http://schemas.microsoft.com/office/drawing/2014/main" id="{5B48FA7F-C96E-A21A-E007-F5E27A3BF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2" name="Rectangle 405">
              <a:extLst>
                <a:ext uri="{FF2B5EF4-FFF2-40B4-BE49-F238E27FC236}">
                  <a16:creationId xmlns:a16="http://schemas.microsoft.com/office/drawing/2014/main" id="{7A4BE622-0685-8306-BD75-B43682264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3" name="Rectangle 406">
              <a:extLst>
                <a:ext uri="{FF2B5EF4-FFF2-40B4-BE49-F238E27FC236}">
                  <a16:creationId xmlns:a16="http://schemas.microsoft.com/office/drawing/2014/main" id="{139612DD-4B57-5F9F-D26E-B2D73C050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4" name="Rectangle 407">
              <a:extLst>
                <a:ext uri="{FF2B5EF4-FFF2-40B4-BE49-F238E27FC236}">
                  <a16:creationId xmlns:a16="http://schemas.microsoft.com/office/drawing/2014/main" id="{8114574C-79D5-80A5-970C-009BFF344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5" name="Rectangle 408">
              <a:extLst>
                <a:ext uri="{FF2B5EF4-FFF2-40B4-BE49-F238E27FC236}">
                  <a16:creationId xmlns:a16="http://schemas.microsoft.com/office/drawing/2014/main" id="{ABAD38F9-BB4D-A719-3680-437BC2F1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6" name="Rectangle 409">
              <a:extLst>
                <a:ext uri="{FF2B5EF4-FFF2-40B4-BE49-F238E27FC236}">
                  <a16:creationId xmlns:a16="http://schemas.microsoft.com/office/drawing/2014/main" id="{7D7CEA82-BA5D-79D0-208D-092A4F265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7" name="Rectangle 410">
              <a:extLst>
                <a:ext uri="{FF2B5EF4-FFF2-40B4-BE49-F238E27FC236}">
                  <a16:creationId xmlns:a16="http://schemas.microsoft.com/office/drawing/2014/main" id="{37C90450-0162-F654-0B12-D4921C50D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8" name="Rectangle 411">
              <a:extLst>
                <a:ext uri="{FF2B5EF4-FFF2-40B4-BE49-F238E27FC236}">
                  <a16:creationId xmlns:a16="http://schemas.microsoft.com/office/drawing/2014/main" id="{B17676C6-7027-F920-CE05-9466FEC97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69" name="Rectangle 412">
              <a:extLst>
                <a:ext uri="{FF2B5EF4-FFF2-40B4-BE49-F238E27FC236}">
                  <a16:creationId xmlns:a16="http://schemas.microsoft.com/office/drawing/2014/main" id="{40187852-923B-C32D-9161-9449DB4F5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0" name="Rectangle 413">
              <a:extLst>
                <a:ext uri="{FF2B5EF4-FFF2-40B4-BE49-F238E27FC236}">
                  <a16:creationId xmlns:a16="http://schemas.microsoft.com/office/drawing/2014/main" id="{382A3DE4-4289-789A-FD3B-598BFEDD1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1" name="Rectangle 414">
              <a:extLst>
                <a:ext uri="{FF2B5EF4-FFF2-40B4-BE49-F238E27FC236}">
                  <a16:creationId xmlns:a16="http://schemas.microsoft.com/office/drawing/2014/main" id="{9745C54D-557C-C7A5-0EB7-8C4116E49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2" name="Rectangle 415">
              <a:extLst>
                <a:ext uri="{FF2B5EF4-FFF2-40B4-BE49-F238E27FC236}">
                  <a16:creationId xmlns:a16="http://schemas.microsoft.com/office/drawing/2014/main" id="{7120A95B-BF6E-39CE-BB76-5B5CD3438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3" name="Rectangle 416">
              <a:extLst>
                <a:ext uri="{FF2B5EF4-FFF2-40B4-BE49-F238E27FC236}">
                  <a16:creationId xmlns:a16="http://schemas.microsoft.com/office/drawing/2014/main" id="{D5FC78ED-EF11-C3DF-B7C0-1FABCB0ED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4" name="Rectangle 417">
              <a:extLst>
                <a:ext uri="{FF2B5EF4-FFF2-40B4-BE49-F238E27FC236}">
                  <a16:creationId xmlns:a16="http://schemas.microsoft.com/office/drawing/2014/main" id="{496FA10A-6320-ABEF-AEB2-20599C953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5" name="Rectangle 418">
              <a:extLst>
                <a:ext uri="{FF2B5EF4-FFF2-40B4-BE49-F238E27FC236}">
                  <a16:creationId xmlns:a16="http://schemas.microsoft.com/office/drawing/2014/main" id="{63EB98E1-A610-F295-6F2A-717C9FB0D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6" name="Rectangle 419">
              <a:extLst>
                <a:ext uri="{FF2B5EF4-FFF2-40B4-BE49-F238E27FC236}">
                  <a16:creationId xmlns:a16="http://schemas.microsoft.com/office/drawing/2014/main" id="{FBCF4B47-7015-BA2A-E7D1-25A4180D3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7" name="Rectangle 420">
              <a:extLst>
                <a:ext uri="{FF2B5EF4-FFF2-40B4-BE49-F238E27FC236}">
                  <a16:creationId xmlns:a16="http://schemas.microsoft.com/office/drawing/2014/main" id="{471462D6-CF53-26C4-10AD-9BF2A0FA6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8" name="Rectangle 421">
              <a:extLst>
                <a:ext uri="{FF2B5EF4-FFF2-40B4-BE49-F238E27FC236}">
                  <a16:creationId xmlns:a16="http://schemas.microsoft.com/office/drawing/2014/main" id="{A0309B82-10C3-7A16-688B-89152D99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79" name="Rectangle 422">
              <a:extLst>
                <a:ext uri="{FF2B5EF4-FFF2-40B4-BE49-F238E27FC236}">
                  <a16:creationId xmlns:a16="http://schemas.microsoft.com/office/drawing/2014/main" id="{903EACA6-FF75-BF37-C8E4-C271414D3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0" name="Rectangle 423">
              <a:extLst>
                <a:ext uri="{FF2B5EF4-FFF2-40B4-BE49-F238E27FC236}">
                  <a16:creationId xmlns:a16="http://schemas.microsoft.com/office/drawing/2014/main" id="{85600B0C-3FFE-3770-002C-E438B6A6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1" name="Rectangle 424">
              <a:extLst>
                <a:ext uri="{FF2B5EF4-FFF2-40B4-BE49-F238E27FC236}">
                  <a16:creationId xmlns:a16="http://schemas.microsoft.com/office/drawing/2014/main" id="{288793F3-5868-CD2E-93FF-85688E3C2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2" name="Rectangle 425">
              <a:extLst>
                <a:ext uri="{FF2B5EF4-FFF2-40B4-BE49-F238E27FC236}">
                  <a16:creationId xmlns:a16="http://schemas.microsoft.com/office/drawing/2014/main" id="{7D12B0D4-B081-4F39-43B6-CAE245FB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3" name="Rectangle 426">
              <a:extLst>
                <a:ext uri="{FF2B5EF4-FFF2-40B4-BE49-F238E27FC236}">
                  <a16:creationId xmlns:a16="http://schemas.microsoft.com/office/drawing/2014/main" id="{ACFA28A3-D942-5928-937B-486D88298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4" name="Rectangle 427">
              <a:extLst>
                <a:ext uri="{FF2B5EF4-FFF2-40B4-BE49-F238E27FC236}">
                  <a16:creationId xmlns:a16="http://schemas.microsoft.com/office/drawing/2014/main" id="{D3A64B6D-A84F-D37F-0D18-B92EDE839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5" name="Rectangle 428">
              <a:extLst>
                <a:ext uri="{FF2B5EF4-FFF2-40B4-BE49-F238E27FC236}">
                  <a16:creationId xmlns:a16="http://schemas.microsoft.com/office/drawing/2014/main" id="{5D8C6C7A-861C-35F5-AACA-B47D0A74C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6" name="Rectangle 429">
              <a:extLst>
                <a:ext uri="{FF2B5EF4-FFF2-40B4-BE49-F238E27FC236}">
                  <a16:creationId xmlns:a16="http://schemas.microsoft.com/office/drawing/2014/main" id="{358E4370-5A67-F108-4671-D728E0D2A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7" name="Rectangle 430">
              <a:extLst>
                <a:ext uri="{FF2B5EF4-FFF2-40B4-BE49-F238E27FC236}">
                  <a16:creationId xmlns:a16="http://schemas.microsoft.com/office/drawing/2014/main" id="{F43AB19B-6405-75FE-D07E-24EBAADE7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8" name="Rectangle 431">
              <a:extLst>
                <a:ext uri="{FF2B5EF4-FFF2-40B4-BE49-F238E27FC236}">
                  <a16:creationId xmlns:a16="http://schemas.microsoft.com/office/drawing/2014/main" id="{27163FA0-A0FC-73D6-4B40-8C07EF746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89" name="Rectangle 432">
              <a:extLst>
                <a:ext uri="{FF2B5EF4-FFF2-40B4-BE49-F238E27FC236}">
                  <a16:creationId xmlns:a16="http://schemas.microsoft.com/office/drawing/2014/main" id="{70AEE90C-947F-B72C-8806-2524BB837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0" name="Rectangle 433">
              <a:extLst>
                <a:ext uri="{FF2B5EF4-FFF2-40B4-BE49-F238E27FC236}">
                  <a16:creationId xmlns:a16="http://schemas.microsoft.com/office/drawing/2014/main" id="{6ADBE1DE-B452-93D8-794C-A5BBB38A1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1" name="Rectangle 434">
              <a:extLst>
                <a:ext uri="{FF2B5EF4-FFF2-40B4-BE49-F238E27FC236}">
                  <a16:creationId xmlns:a16="http://schemas.microsoft.com/office/drawing/2014/main" id="{09FEA898-F3F7-B7D3-6B76-EF54DAE18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2" name="Rectangle 435">
              <a:extLst>
                <a:ext uri="{FF2B5EF4-FFF2-40B4-BE49-F238E27FC236}">
                  <a16:creationId xmlns:a16="http://schemas.microsoft.com/office/drawing/2014/main" id="{9DCC663D-0202-3C23-50BD-AC34CD2D9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3" name="Rectangle 436">
              <a:extLst>
                <a:ext uri="{FF2B5EF4-FFF2-40B4-BE49-F238E27FC236}">
                  <a16:creationId xmlns:a16="http://schemas.microsoft.com/office/drawing/2014/main" id="{6024A763-391F-67AF-E29C-520E0ED07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4" name="Rectangle 437">
              <a:extLst>
                <a:ext uri="{FF2B5EF4-FFF2-40B4-BE49-F238E27FC236}">
                  <a16:creationId xmlns:a16="http://schemas.microsoft.com/office/drawing/2014/main" id="{DBD57EB2-10FD-7D60-CD4F-DE3EB90C3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5" name="Rectangle 438">
              <a:extLst>
                <a:ext uri="{FF2B5EF4-FFF2-40B4-BE49-F238E27FC236}">
                  <a16:creationId xmlns:a16="http://schemas.microsoft.com/office/drawing/2014/main" id="{A4DA622B-1259-8EA1-4FCD-9CF817E49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6" name="Rectangle 439">
              <a:extLst>
                <a:ext uri="{FF2B5EF4-FFF2-40B4-BE49-F238E27FC236}">
                  <a16:creationId xmlns:a16="http://schemas.microsoft.com/office/drawing/2014/main" id="{E5564D0D-FAF3-1CAF-1345-9F6A59988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7" name="Rectangle 440">
              <a:extLst>
                <a:ext uri="{FF2B5EF4-FFF2-40B4-BE49-F238E27FC236}">
                  <a16:creationId xmlns:a16="http://schemas.microsoft.com/office/drawing/2014/main" id="{5193205D-8AF1-01B8-A887-8FA577A9D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8" name="Rectangle 441">
              <a:extLst>
                <a:ext uri="{FF2B5EF4-FFF2-40B4-BE49-F238E27FC236}">
                  <a16:creationId xmlns:a16="http://schemas.microsoft.com/office/drawing/2014/main" id="{5A726AAB-B2CE-24F7-B7BD-EFD387C1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99" name="Rectangle 442">
              <a:extLst>
                <a:ext uri="{FF2B5EF4-FFF2-40B4-BE49-F238E27FC236}">
                  <a16:creationId xmlns:a16="http://schemas.microsoft.com/office/drawing/2014/main" id="{927A6253-C4D5-4252-D827-A5CEAD5AD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0" name="Rectangle 443">
              <a:extLst>
                <a:ext uri="{FF2B5EF4-FFF2-40B4-BE49-F238E27FC236}">
                  <a16:creationId xmlns:a16="http://schemas.microsoft.com/office/drawing/2014/main" id="{B5C29ADB-24E4-CAAF-8882-2FD822AA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1" name="Rectangle 444">
              <a:extLst>
                <a:ext uri="{FF2B5EF4-FFF2-40B4-BE49-F238E27FC236}">
                  <a16:creationId xmlns:a16="http://schemas.microsoft.com/office/drawing/2014/main" id="{CAF0CB71-84FA-FA26-94F1-AF10BCD0F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2" name="Rectangle 445">
              <a:extLst>
                <a:ext uri="{FF2B5EF4-FFF2-40B4-BE49-F238E27FC236}">
                  <a16:creationId xmlns:a16="http://schemas.microsoft.com/office/drawing/2014/main" id="{A7A784BA-4744-E60A-106A-003609D47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3" name="Rectangle 446">
              <a:extLst>
                <a:ext uri="{FF2B5EF4-FFF2-40B4-BE49-F238E27FC236}">
                  <a16:creationId xmlns:a16="http://schemas.microsoft.com/office/drawing/2014/main" id="{9364AA0D-C1F4-B910-91BE-67449AC8D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4" name="Rectangle 447">
              <a:extLst>
                <a:ext uri="{FF2B5EF4-FFF2-40B4-BE49-F238E27FC236}">
                  <a16:creationId xmlns:a16="http://schemas.microsoft.com/office/drawing/2014/main" id="{CB94CACD-66A5-7B0B-75C3-678F3CD82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5" name="Rectangle 448">
              <a:extLst>
                <a:ext uri="{FF2B5EF4-FFF2-40B4-BE49-F238E27FC236}">
                  <a16:creationId xmlns:a16="http://schemas.microsoft.com/office/drawing/2014/main" id="{A36EBB30-6439-7FBB-2886-DC7E5121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6" name="Rectangle 449">
              <a:extLst>
                <a:ext uri="{FF2B5EF4-FFF2-40B4-BE49-F238E27FC236}">
                  <a16:creationId xmlns:a16="http://schemas.microsoft.com/office/drawing/2014/main" id="{91B5D988-3DC3-B6C5-0FCE-B8E24B84F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7" name="Rectangle 450">
              <a:extLst>
                <a:ext uri="{FF2B5EF4-FFF2-40B4-BE49-F238E27FC236}">
                  <a16:creationId xmlns:a16="http://schemas.microsoft.com/office/drawing/2014/main" id="{FB298F44-842F-AF28-72B8-998CC200A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8" name="Rectangle 451">
              <a:extLst>
                <a:ext uri="{FF2B5EF4-FFF2-40B4-BE49-F238E27FC236}">
                  <a16:creationId xmlns:a16="http://schemas.microsoft.com/office/drawing/2014/main" id="{7EB36781-E92D-3649-9ED5-CCEDA456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09" name="Rectangle 452">
              <a:extLst>
                <a:ext uri="{FF2B5EF4-FFF2-40B4-BE49-F238E27FC236}">
                  <a16:creationId xmlns:a16="http://schemas.microsoft.com/office/drawing/2014/main" id="{145CD542-2B23-5282-3AD9-D6A4F285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0" name="Rectangle 453">
              <a:extLst>
                <a:ext uri="{FF2B5EF4-FFF2-40B4-BE49-F238E27FC236}">
                  <a16:creationId xmlns:a16="http://schemas.microsoft.com/office/drawing/2014/main" id="{8A5DFE9E-8D05-C24B-6B22-3405CB19F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1" name="Rectangle 454">
              <a:extLst>
                <a:ext uri="{FF2B5EF4-FFF2-40B4-BE49-F238E27FC236}">
                  <a16:creationId xmlns:a16="http://schemas.microsoft.com/office/drawing/2014/main" id="{A3BA3AB9-F000-5395-C2C0-425F3562E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2" name="Rectangle 455">
              <a:extLst>
                <a:ext uri="{FF2B5EF4-FFF2-40B4-BE49-F238E27FC236}">
                  <a16:creationId xmlns:a16="http://schemas.microsoft.com/office/drawing/2014/main" id="{3A7D7A63-2D8D-3587-5C0A-71E4A252F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3" name="Rectangle 456">
              <a:extLst>
                <a:ext uri="{FF2B5EF4-FFF2-40B4-BE49-F238E27FC236}">
                  <a16:creationId xmlns:a16="http://schemas.microsoft.com/office/drawing/2014/main" id="{393A9A90-86D5-5B1D-8C85-73DD6A860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4" name="Rectangle 457">
              <a:extLst>
                <a:ext uri="{FF2B5EF4-FFF2-40B4-BE49-F238E27FC236}">
                  <a16:creationId xmlns:a16="http://schemas.microsoft.com/office/drawing/2014/main" id="{947794CD-4B09-8D07-F325-993EF3B1C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5" name="Rectangle 458">
              <a:extLst>
                <a:ext uri="{FF2B5EF4-FFF2-40B4-BE49-F238E27FC236}">
                  <a16:creationId xmlns:a16="http://schemas.microsoft.com/office/drawing/2014/main" id="{B75896EB-F1CF-2EE2-42B8-4A1AEBA76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6" name="Rectangle 459">
              <a:extLst>
                <a:ext uri="{FF2B5EF4-FFF2-40B4-BE49-F238E27FC236}">
                  <a16:creationId xmlns:a16="http://schemas.microsoft.com/office/drawing/2014/main" id="{6B44F982-FA7B-F2FA-2923-52CCE1605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7" name="Rectangle 460">
              <a:extLst>
                <a:ext uri="{FF2B5EF4-FFF2-40B4-BE49-F238E27FC236}">
                  <a16:creationId xmlns:a16="http://schemas.microsoft.com/office/drawing/2014/main" id="{725FF4CA-5D86-2F22-8F0F-438B775A4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8" name="Rectangle 461">
              <a:extLst>
                <a:ext uri="{FF2B5EF4-FFF2-40B4-BE49-F238E27FC236}">
                  <a16:creationId xmlns:a16="http://schemas.microsoft.com/office/drawing/2014/main" id="{ABFF6285-48FA-F41E-A452-435234D1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19" name="Rectangle 462">
              <a:extLst>
                <a:ext uri="{FF2B5EF4-FFF2-40B4-BE49-F238E27FC236}">
                  <a16:creationId xmlns:a16="http://schemas.microsoft.com/office/drawing/2014/main" id="{7FFF4F7E-9F61-CED2-C9F2-4AF4F7795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20" name="Rectangle 463">
              <a:extLst>
                <a:ext uri="{FF2B5EF4-FFF2-40B4-BE49-F238E27FC236}">
                  <a16:creationId xmlns:a16="http://schemas.microsoft.com/office/drawing/2014/main" id="{5846FF5A-F6DE-5654-5724-C6BC8E3D3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7" name="Group 464">
            <a:extLst>
              <a:ext uri="{FF2B5EF4-FFF2-40B4-BE49-F238E27FC236}">
                <a16:creationId xmlns:a16="http://schemas.microsoft.com/office/drawing/2014/main" id="{BEBEDFD1-8F3B-00EF-5CEA-878315F14699}"/>
              </a:ext>
            </a:extLst>
          </p:cNvPr>
          <p:cNvGrpSpPr>
            <a:grpSpLocks/>
          </p:cNvGrpSpPr>
          <p:nvPr/>
        </p:nvGrpSpPr>
        <p:grpSpPr bwMode="auto">
          <a:xfrm>
            <a:off x="-98425" y="3041650"/>
            <a:ext cx="1474788" cy="1463675"/>
            <a:chOff x="262" y="1078"/>
            <a:chExt cx="929" cy="922"/>
          </a:xfrm>
        </p:grpSpPr>
        <p:sp>
          <p:nvSpPr>
            <p:cNvPr id="30048" name="Rectangle 465">
              <a:extLst>
                <a:ext uri="{FF2B5EF4-FFF2-40B4-BE49-F238E27FC236}">
                  <a16:creationId xmlns:a16="http://schemas.microsoft.com/office/drawing/2014/main" id="{24374D10-6A71-0BD1-CCE8-CE47CEF94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9" name="Rectangle 466">
              <a:extLst>
                <a:ext uri="{FF2B5EF4-FFF2-40B4-BE49-F238E27FC236}">
                  <a16:creationId xmlns:a16="http://schemas.microsoft.com/office/drawing/2014/main" id="{EB611B3D-6F53-34FC-07B3-E4C3AFDC8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0" name="Rectangle 467">
              <a:extLst>
                <a:ext uri="{FF2B5EF4-FFF2-40B4-BE49-F238E27FC236}">
                  <a16:creationId xmlns:a16="http://schemas.microsoft.com/office/drawing/2014/main" id="{88A741BB-B755-34A1-C5D1-7E3A752A6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1" name="Rectangle 468">
              <a:extLst>
                <a:ext uri="{FF2B5EF4-FFF2-40B4-BE49-F238E27FC236}">
                  <a16:creationId xmlns:a16="http://schemas.microsoft.com/office/drawing/2014/main" id="{0730CB16-6963-E07F-D2F8-DD0912638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2" name="Rectangle 469">
              <a:extLst>
                <a:ext uri="{FF2B5EF4-FFF2-40B4-BE49-F238E27FC236}">
                  <a16:creationId xmlns:a16="http://schemas.microsoft.com/office/drawing/2014/main" id="{E488E537-B0F0-104C-29EB-FEBFE6AB3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3" name="Rectangle 470">
              <a:extLst>
                <a:ext uri="{FF2B5EF4-FFF2-40B4-BE49-F238E27FC236}">
                  <a16:creationId xmlns:a16="http://schemas.microsoft.com/office/drawing/2014/main" id="{BF94272E-17AF-EA49-B6BF-364FC229B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4" name="Rectangle 471">
              <a:extLst>
                <a:ext uri="{FF2B5EF4-FFF2-40B4-BE49-F238E27FC236}">
                  <a16:creationId xmlns:a16="http://schemas.microsoft.com/office/drawing/2014/main" id="{AE64F857-3582-F7C1-1F4B-9BEECD919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5" name="Rectangle 472">
              <a:extLst>
                <a:ext uri="{FF2B5EF4-FFF2-40B4-BE49-F238E27FC236}">
                  <a16:creationId xmlns:a16="http://schemas.microsoft.com/office/drawing/2014/main" id="{D3B7890B-16EA-040B-FC0D-86DB2209F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6" name="Rectangle 473">
              <a:extLst>
                <a:ext uri="{FF2B5EF4-FFF2-40B4-BE49-F238E27FC236}">
                  <a16:creationId xmlns:a16="http://schemas.microsoft.com/office/drawing/2014/main" id="{9983680B-2E34-9016-3129-D32CDF87F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8" name="Group 474">
            <a:extLst>
              <a:ext uri="{FF2B5EF4-FFF2-40B4-BE49-F238E27FC236}">
                <a16:creationId xmlns:a16="http://schemas.microsoft.com/office/drawing/2014/main" id="{E23C9806-DAAB-72DE-32E2-E4D89AF08505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3041650"/>
            <a:ext cx="1474787" cy="1463675"/>
            <a:chOff x="262" y="1078"/>
            <a:chExt cx="929" cy="922"/>
          </a:xfrm>
        </p:grpSpPr>
        <p:sp>
          <p:nvSpPr>
            <p:cNvPr id="30039" name="Rectangle 475">
              <a:extLst>
                <a:ext uri="{FF2B5EF4-FFF2-40B4-BE49-F238E27FC236}">
                  <a16:creationId xmlns:a16="http://schemas.microsoft.com/office/drawing/2014/main" id="{C125EF6A-20EE-8A4C-137B-8AEB7710D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0" name="Rectangle 476">
              <a:extLst>
                <a:ext uri="{FF2B5EF4-FFF2-40B4-BE49-F238E27FC236}">
                  <a16:creationId xmlns:a16="http://schemas.microsoft.com/office/drawing/2014/main" id="{9885525B-8178-9BD7-93B1-50DFDA71F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1" name="Rectangle 477">
              <a:extLst>
                <a:ext uri="{FF2B5EF4-FFF2-40B4-BE49-F238E27FC236}">
                  <a16:creationId xmlns:a16="http://schemas.microsoft.com/office/drawing/2014/main" id="{AA684478-0C28-DD76-D26D-2056A3BEB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2" name="Rectangle 478">
              <a:extLst>
                <a:ext uri="{FF2B5EF4-FFF2-40B4-BE49-F238E27FC236}">
                  <a16:creationId xmlns:a16="http://schemas.microsoft.com/office/drawing/2014/main" id="{6CC9D3A7-C5A2-2837-963A-FF3216D02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3" name="Rectangle 479">
              <a:extLst>
                <a:ext uri="{FF2B5EF4-FFF2-40B4-BE49-F238E27FC236}">
                  <a16:creationId xmlns:a16="http://schemas.microsoft.com/office/drawing/2014/main" id="{9872532E-8D43-94BD-8D9F-41644EB57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4" name="Rectangle 480">
              <a:extLst>
                <a:ext uri="{FF2B5EF4-FFF2-40B4-BE49-F238E27FC236}">
                  <a16:creationId xmlns:a16="http://schemas.microsoft.com/office/drawing/2014/main" id="{DFF4C831-1E3E-FF57-C14D-B8BDBEB91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5" name="Rectangle 481">
              <a:extLst>
                <a:ext uri="{FF2B5EF4-FFF2-40B4-BE49-F238E27FC236}">
                  <a16:creationId xmlns:a16="http://schemas.microsoft.com/office/drawing/2014/main" id="{F826C27D-32DE-5D53-033C-A3DACB1DC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6" name="Rectangle 482">
              <a:extLst>
                <a:ext uri="{FF2B5EF4-FFF2-40B4-BE49-F238E27FC236}">
                  <a16:creationId xmlns:a16="http://schemas.microsoft.com/office/drawing/2014/main" id="{539A0230-880E-E6E9-561E-AA9D9EFAF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47" name="Rectangle 483">
              <a:extLst>
                <a:ext uri="{FF2B5EF4-FFF2-40B4-BE49-F238E27FC236}">
                  <a16:creationId xmlns:a16="http://schemas.microsoft.com/office/drawing/2014/main" id="{2D7CA52A-5BC9-1365-5BFB-1DAE6EA3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49" name="Group 484">
            <a:extLst>
              <a:ext uri="{FF2B5EF4-FFF2-40B4-BE49-F238E27FC236}">
                <a16:creationId xmlns:a16="http://schemas.microsoft.com/office/drawing/2014/main" id="{CF1C3C38-495A-EAE5-A017-523B4DF42557}"/>
              </a:ext>
            </a:extLst>
          </p:cNvPr>
          <p:cNvGrpSpPr>
            <a:grpSpLocks/>
          </p:cNvGrpSpPr>
          <p:nvPr/>
        </p:nvGrpSpPr>
        <p:grpSpPr bwMode="auto">
          <a:xfrm>
            <a:off x="885825" y="3041650"/>
            <a:ext cx="1474788" cy="1463675"/>
            <a:chOff x="262" y="1078"/>
            <a:chExt cx="929" cy="922"/>
          </a:xfrm>
        </p:grpSpPr>
        <p:sp>
          <p:nvSpPr>
            <p:cNvPr id="30030" name="Rectangle 485">
              <a:extLst>
                <a:ext uri="{FF2B5EF4-FFF2-40B4-BE49-F238E27FC236}">
                  <a16:creationId xmlns:a16="http://schemas.microsoft.com/office/drawing/2014/main" id="{0C3A0025-132B-D1E0-96E7-63CDD46E8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1" name="Rectangle 486">
              <a:extLst>
                <a:ext uri="{FF2B5EF4-FFF2-40B4-BE49-F238E27FC236}">
                  <a16:creationId xmlns:a16="http://schemas.microsoft.com/office/drawing/2014/main" id="{083CAEB8-42CA-EDB7-1B47-40A4E73D5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2" name="Rectangle 487">
              <a:extLst>
                <a:ext uri="{FF2B5EF4-FFF2-40B4-BE49-F238E27FC236}">
                  <a16:creationId xmlns:a16="http://schemas.microsoft.com/office/drawing/2014/main" id="{44E4EC2A-9863-C407-F9FE-54CA4D08A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3" name="Rectangle 488">
              <a:extLst>
                <a:ext uri="{FF2B5EF4-FFF2-40B4-BE49-F238E27FC236}">
                  <a16:creationId xmlns:a16="http://schemas.microsoft.com/office/drawing/2014/main" id="{912AE1E0-F9EA-94DB-2B84-4E18CBA78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4" name="Rectangle 489">
              <a:extLst>
                <a:ext uri="{FF2B5EF4-FFF2-40B4-BE49-F238E27FC236}">
                  <a16:creationId xmlns:a16="http://schemas.microsoft.com/office/drawing/2014/main" id="{00AE13B6-DA9A-67CB-2A72-98DFFD03D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5" name="Rectangle 490">
              <a:extLst>
                <a:ext uri="{FF2B5EF4-FFF2-40B4-BE49-F238E27FC236}">
                  <a16:creationId xmlns:a16="http://schemas.microsoft.com/office/drawing/2014/main" id="{96B0314F-13C9-55E8-7CDA-13D522AA0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6" name="Rectangle 491">
              <a:extLst>
                <a:ext uri="{FF2B5EF4-FFF2-40B4-BE49-F238E27FC236}">
                  <a16:creationId xmlns:a16="http://schemas.microsoft.com/office/drawing/2014/main" id="{3E56D55D-622D-8CC9-0D15-EE94DB82F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7" name="Rectangle 492">
              <a:extLst>
                <a:ext uri="{FF2B5EF4-FFF2-40B4-BE49-F238E27FC236}">
                  <a16:creationId xmlns:a16="http://schemas.microsoft.com/office/drawing/2014/main" id="{23DD0A9C-B36C-24EB-3945-4FB01E680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38" name="Rectangle 493">
              <a:extLst>
                <a:ext uri="{FF2B5EF4-FFF2-40B4-BE49-F238E27FC236}">
                  <a16:creationId xmlns:a16="http://schemas.microsoft.com/office/drawing/2014/main" id="{FA0D41D8-10FD-3921-C4DF-D2B79573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0" name="Group 494">
            <a:extLst>
              <a:ext uri="{FF2B5EF4-FFF2-40B4-BE49-F238E27FC236}">
                <a16:creationId xmlns:a16="http://schemas.microsoft.com/office/drawing/2014/main" id="{73953CC1-0866-8206-0FE0-1FF0B5BBB259}"/>
              </a:ext>
            </a:extLst>
          </p:cNvPr>
          <p:cNvGrpSpPr>
            <a:grpSpLocks/>
          </p:cNvGrpSpPr>
          <p:nvPr/>
        </p:nvGrpSpPr>
        <p:grpSpPr bwMode="auto">
          <a:xfrm>
            <a:off x="1857375" y="3041650"/>
            <a:ext cx="1474788" cy="1463675"/>
            <a:chOff x="262" y="1078"/>
            <a:chExt cx="929" cy="922"/>
          </a:xfrm>
        </p:grpSpPr>
        <p:sp>
          <p:nvSpPr>
            <p:cNvPr id="30021" name="Rectangle 495">
              <a:extLst>
                <a:ext uri="{FF2B5EF4-FFF2-40B4-BE49-F238E27FC236}">
                  <a16:creationId xmlns:a16="http://schemas.microsoft.com/office/drawing/2014/main" id="{8D11F65E-E5DE-9380-44A9-5DCB08D2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2" name="Rectangle 496">
              <a:extLst>
                <a:ext uri="{FF2B5EF4-FFF2-40B4-BE49-F238E27FC236}">
                  <a16:creationId xmlns:a16="http://schemas.microsoft.com/office/drawing/2014/main" id="{028C19BD-42A7-3D9A-055C-0B46FE0E6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3" name="Rectangle 497">
              <a:extLst>
                <a:ext uri="{FF2B5EF4-FFF2-40B4-BE49-F238E27FC236}">
                  <a16:creationId xmlns:a16="http://schemas.microsoft.com/office/drawing/2014/main" id="{D91B2BD7-27CB-5973-112F-3D81CB367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4" name="Rectangle 498">
              <a:extLst>
                <a:ext uri="{FF2B5EF4-FFF2-40B4-BE49-F238E27FC236}">
                  <a16:creationId xmlns:a16="http://schemas.microsoft.com/office/drawing/2014/main" id="{21CE331A-FC7C-1627-A31B-01082F868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5" name="Rectangle 499">
              <a:extLst>
                <a:ext uri="{FF2B5EF4-FFF2-40B4-BE49-F238E27FC236}">
                  <a16:creationId xmlns:a16="http://schemas.microsoft.com/office/drawing/2014/main" id="{23AAFFD1-AC33-C0B0-068C-D7B73DAE1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6" name="Rectangle 500">
              <a:extLst>
                <a:ext uri="{FF2B5EF4-FFF2-40B4-BE49-F238E27FC236}">
                  <a16:creationId xmlns:a16="http://schemas.microsoft.com/office/drawing/2014/main" id="{8F5C12EE-9430-B807-3290-E8066B214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7" name="Rectangle 501">
              <a:extLst>
                <a:ext uri="{FF2B5EF4-FFF2-40B4-BE49-F238E27FC236}">
                  <a16:creationId xmlns:a16="http://schemas.microsoft.com/office/drawing/2014/main" id="{B34ED1ED-E037-4DD9-5D48-0E884BAB1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8" name="Rectangle 502">
              <a:extLst>
                <a:ext uri="{FF2B5EF4-FFF2-40B4-BE49-F238E27FC236}">
                  <a16:creationId xmlns:a16="http://schemas.microsoft.com/office/drawing/2014/main" id="{CE259C12-0C5D-7CA5-BBA1-E691824AC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9" name="Rectangle 503">
              <a:extLst>
                <a:ext uri="{FF2B5EF4-FFF2-40B4-BE49-F238E27FC236}">
                  <a16:creationId xmlns:a16="http://schemas.microsoft.com/office/drawing/2014/main" id="{20665EB1-0FA0-7CBB-55F2-5853E962D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1" name="Group 504">
            <a:extLst>
              <a:ext uri="{FF2B5EF4-FFF2-40B4-BE49-F238E27FC236}">
                <a16:creationId xmlns:a16="http://schemas.microsoft.com/office/drawing/2014/main" id="{644EA529-B64E-2101-75F8-E5328080EAFE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3041650"/>
            <a:ext cx="1474788" cy="1463675"/>
            <a:chOff x="262" y="1078"/>
            <a:chExt cx="929" cy="922"/>
          </a:xfrm>
        </p:grpSpPr>
        <p:sp>
          <p:nvSpPr>
            <p:cNvPr id="30012" name="Rectangle 505">
              <a:extLst>
                <a:ext uri="{FF2B5EF4-FFF2-40B4-BE49-F238E27FC236}">
                  <a16:creationId xmlns:a16="http://schemas.microsoft.com/office/drawing/2014/main" id="{EA381DE5-0B0B-D6C3-5515-885A8D06C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3" name="Rectangle 506">
              <a:extLst>
                <a:ext uri="{FF2B5EF4-FFF2-40B4-BE49-F238E27FC236}">
                  <a16:creationId xmlns:a16="http://schemas.microsoft.com/office/drawing/2014/main" id="{04C16F5F-7599-DFAF-2017-E980215D8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4" name="Rectangle 507">
              <a:extLst>
                <a:ext uri="{FF2B5EF4-FFF2-40B4-BE49-F238E27FC236}">
                  <a16:creationId xmlns:a16="http://schemas.microsoft.com/office/drawing/2014/main" id="{F6D52652-CF5B-5C62-D143-1E451AC7B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5" name="Rectangle 508">
              <a:extLst>
                <a:ext uri="{FF2B5EF4-FFF2-40B4-BE49-F238E27FC236}">
                  <a16:creationId xmlns:a16="http://schemas.microsoft.com/office/drawing/2014/main" id="{A7CA16E4-D265-337C-C82E-C43073C76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6" name="Rectangle 509">
              <a:extLst>
                <a:ext uri="{FF2B5EF4-FFF2-40B4-BE49-F238E27FC236}">
                  <a16:creationId xmlns:a16="http://schemas.microsoft.com/office/drawing/2014/main" id="{90F2FB58-DCE2-4446-3D06-7BEF9F427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7" name="Rectangle 510">
              <a:extLst>
                <a:ext uri="{FF2B5EF4-FFF2-40B4-BE49-F238E27FC236}">
                  <a16:creationId xmlns:a16="http://schemas.microsoft.com/office/drawing/2014/main" id="{6466EE6B-A5E7-6073-6382-E631462C4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8" name="Rectangle 511">
              <a:extLst>
                <a:ext uri="{FF2B5EF4-FFF2-40B4-BE49-F238E27FC236}">
                  <a16:creationId xmlns:a16="http://schemas.microsoft.com/office/drawing/2014/main" id="{44451EF3-5F18-B76C-A3FE-AFF8E8332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9" name="Rectangle 512">
              <a:extLst>
                <a:ext uri="{FF2B5EF4-FFF2-40B4-BE49-F238E27FC236}">
                  <a16:creationId xmlns:a16="http://schemas.microsoft.com/office/drawing/2014/main" id="{EF51A16E-0CCF-84FF-6DE5-D528DB802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20" name="Rectangle 513">
              <a:extLst>
                <a:ext uri="{FF2B5EF4-FFF2-40B4-BE49-F238E27FC236}">
                  <a16:creationId xmlns:a16="http://schemas.microsoft.com/office/drawing/2014/main" id="{69B464FB-040B-9B71-497C-1E94D5F02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2" name="Group 514">
            <a:extLst>
              <a:ext uri="{FF2B5EF4-FFF2-40B4-BE49-F238E27FC236}">
                <a16:creationId xmlns:a16="http://schemas.microsoft.com/office/drawing/2014/main" id="{49DF2A2D-D865-9EB2-4794-FD5406D0A3ED}"/>
              </a:ext>
            </a:extLst>
          </p:cNvPr>
          <p:cNvGrpSpPr>
            <a:grpSpLocks/>
          </p:cNvGrpSpPr>
          <p:nvPr/>
        </p:nvGrpSpPr>
        <p:grpSpPr bwMode="auto">
          <a:xfrm>
            <a:off x="2827338" y="3041650"/>
            <a:ext cx="1474787" cy="1463675"/>
            <a:chOff x="262" y="1078"/>
            <a:chExt cx="929" cy="922"/>
          </a:xfrm>
        </p:grpSpPr>
        <p:sp>
          <p:nvSpPr>
            <p:cNvPr id="30003" name="Rectangle 515">
              <a:extLst>
                <a:ext uri="{FF2B5EF4-FFF2-40B4-BE49-F238E27FC236}">
                  <a16:creationId xmlns:a16="http://schemas.microsoft.com/office/drawing/2014/main" id="{6D2A5654-EA52-EEA2-BB1F-4A72A6FB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4" name="Rectangle 516">
              <a:extLst>
                <a:ext uri="{FF2B5EF4-FFF2-40B4-BE49-F238E27FC236}">
                  <a16:creationId xmlns:a16="http://schemas.microsoft.com/office/drawing/2014/main" id="{21CC99AA-289B-F6FF-D706-D84A896A8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5" name="Rectangle 517">
              <a:extLst>
                <a:ext uri="{FF2B5EF4-FFF2-40B4-BE49-F238E27FC236}">
                  <a16:creationId xmlns:a16="http://schemas.microsoft.com/office/drawing/2014/main" id="{5BE73C34-D2D7-C068-6610-C88033C68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6" name="Rectangle 518">
              <a:extLst>
                <a:ext uri="{FF2B5EF4-FFF2-40B4-BE49-F238E27FC236}">
                  <a16:creationId xmlns:a16="http://schemas.microsoft.com/office/drawing/2014/main" id="{E039B412-5ECA-7A64-88EA-8EAB1F9DC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7" name="Rectangle 519">
              <a:extLst>
                <a:ext uri="{FF2B5EF4-FFF2-40B4-BE49-F238E27FC236}">
                  <a16:creationId xmlns:a16="http://schemas.microsoft.com/office/drawing/2014/main" id="{15F318F1-22C8-1572-7A86-B8B8E19F8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8" name="Rectangle 520">
              <a:extLst>
                <a:ext uri="{FF2B5EF4-FFF2-40B4-BE49-F238E27FC236}">
                  <a16:creationId xmlns:a16="http://schemas.microsoft.com/office/drawing/2014/main" id="{DADE4332-7717-252B-B634-5A204A506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9" name="Rectangle 521">
              <a:extLst>
                <a:ext uri="{FF2B5EF4-FFF2-40B4-BE49-F238E27FC236}">
                  <a16:creationId xmlns:a16="http://schemas.microsoft.com/office/drawing/2014/main" id="{EDD22D8A-2A1C-FF59-B996-C94984832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0" name="Rectangle 522">
              <a:extLst>
                <a:ext uri="{FF2B5EF4-FFF2-40B4-BE49-F238E27FC236}">
                  <a16:creationId xmlns:a16="http://schemas.microsoft.com/office/drawing/2014/main" id="{3F053465-C79F-4D94-1656-E459BFD9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11" name="Rectangle 523">
              <a:extLst>
                <a:ext uri="{FF2B5EF4-FFF2-40B4-BE49-F238E27FC236}">
                  <a16:creationId xmlns:a16="http://schemas.microsoft.com/office/drawing/2014/main" id="{A33318E9-C7C3-F7B5-8EDC-67EE8A61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3" name="Group 524">
            <a:extLst>
              <a:ext uri="{FF2B5EF4-FFF2-40B4-BE49-F238E27FC236}">
                <a16:creationId xmlns:a16="http://schemas.microsoft.com/office/drawing/2014/main" id="{E01DCC1A-9AA5-2E0F-72BF-2EF33C5F7C5B}"/>
              </a:ext>
            </a:extLst>
          </p:cNvPr>
          <p:cNvGrpSpPr>
            <a:grpSpLocks/>
          </p:cNvGrpSpPr>
          <p:nvPr/>
        </p:nvGrpSpPr>
        <p:grpSpPr bwMode="auto">
          <a:xfrm>
            <a:off x="3319463" y="3041650"/>
            <a:ext cx="1474787" cy="1463675"/>
            <a:chOff x="262" y="1078"/>
            <a:chExt cx="929" cy="922"/>
          </a:xfrm>
        </p:grpSpPr>
        <p:sp>
          <p:nvSpPr>
            <p:cNvPr id="29994" name="Rectangle 525">
              <a:extLst>
                <a:ext uri="{FF2B5EF4-FFF2-40B4-BE49-F238E27FC236}">
                  <a16:creationId xmlns:a16="http://schemas.microsoft.com/office/drawing/2014/main" id="{FFAE05A4-A425-8D35-8D1D-9C7E8CDF7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5" name="Rectangle 526">
              <a:extLst>
                <a:ext uri="{FF2B5EF4-FFF2-40B4-BE49-F238E27FC236}">
                  <a16:creationId xmlns:a16="http://schemas.microsoft.com/office/drawing/2014/main" id="{1F64EE6F-4D4F-4CD0-434B-E5484818C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6" name="Rectangle 527">
              <a:extLst>
                <a:ext uri="{FF2B5EF4-FFF2-40B4-BE49-F238E27FC236}">
                  <a16:creationId xmlns:a16="http://schemas.microsoft.com/office/drawing/2014/main" id="{1271E1DE-04F8-7575-20A2-BD3B108E4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7" name="Rectangle 528">
              <a:extLst>
                <a:ext uri="{FF2B5EF4-FFF2-40B4-BE49-F238E27FC236}">
                  <a16:creationId xmlns:a16="http://schemas.microsoft.com/office/drawing/2014/main" id="{B307C025-066A-0E68-FBC6-0B0E351B6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8" name="Rectangle 529">
              <a:extLst>
                <a:ext uri="{FF2B5EF4-FFF2-40B4-BE49-F238E27FC236}">
                  <a16:creationId xmlns:a16="http://schemas.microsoft.com/office/drawing/2014/main" id="{0175A123-9985-4608-FB9E-C52AB81E0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9" name="Rectangle 530">
              <a:extLst>
                <a:ext uri="{FF2B5EF4-FFF2-40B4-BE49-F238E27FC236}">
                  <a16:creationId xmlns:a16="http://schemas.microsoft.com/office/drawing/2014/main" id="{B5F3BEDF-87E0-981C-2714-C8E1EABB5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0" name="Rectangle 531">
              <a:extLst>
                <a:ext uri="{FF2B5EF4-FFF2-40B4-BE49-F238E27FC236}">
                  <a16:creationId xmlns:a16="http://schemas.microsoft.com/office/drawing/2014/main" id="{F35A2C3D-F6C2-2194-A2F5-A6428699E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1" name="Rectangle 532">
              <a:extLst>
                <a:ext uri="{FF2B5EF4-FFF2-40B4-BE49-F238E27FC236}">
                  <a16:creationId xmlns:a16="http://schemas.microsoft.com/office/drawing/2014/main" id="{DA0869E7-D547-2D1C-384A-40C13A25B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02" name="Rectangle 533">
              <a:extLst>
                <a:ext uri="{FF2B5EF4-FFF2-40B4-BE49-F238E27FC236}">
                  <a16:creationId xmlns:a16="http://schemas.microsoft.com/office/drawing/2014/main" id="{01751ACE-D513-7294-306E-0233E5F5C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4" name="Group 534">
            <a:extLst>
              <a:ext uri="{FF2B5EF4-FFF2-40B4-BE49-F238E27FC236}">
                <a16:creationId xmlns:a16="http://schemas.microsoft.com/office/drawing/2014/main" id="{BBB05631-2F3E-0B75-489A-8A39FA09EEA8}"/>
              </a:ext>
            </a:extLst>
          </p:cNvPr>
          <p:cNvGrpSpPr>
            <a:grpSpLocks/>
          </p:cNvGrpSpPr>
          <p:nvPr/>
        </p:nvGrpSpPr>
        <p:grpSpPr bwMode="auto">
          <a:xfrm>
            <a:off x="1382713" y="3041650"/>
            <a:ext cx="1474787" cy="1463675"/>
            <a:chOff x="262" y="1078"/>
            <a:chExt cx="929" cy="922"/>
          </a:xfrm>
        </p:grpSpPr>
        <p:sp>
          <p:nvSpPr>
            <p:cNvPr id="29985" name="Rectangle 535">
              <a:extLst>
                <a:ext uri="{FF2B5EF4-FFF2-40B4-BE49-F238E27FC236}">
                  <a16:creationId xmlns:a16="http://schemas.microsoft.com/office/drawing/2014/main" id="{9DBE539C-82DB-0374-681D-07D0690CA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6" name="Rectangle 536">
              <a:extLst>
                <a:ext uri="{FF2B5EF4-FFF2-40B4-BE49-F238E27FC236}">
                  <a16:creationId xmlns:a16="http://schemas.microsoft.com/office/drawing/2014/main" id="{2B17A197-027D-CD9F-539E-30579EE94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7" name="Rectangle 537">
              <a:extLst>
                <a:ext uri="{FF2B5EF4-FFF2-40B4-BE49-F238E27FC236}">
                  <a16:creationId xmlns:a16="http://schemas.microsoft.com/office/drawing/2014/main" id="{9A1698E0-97B9-0F35-9EF1-1882964EF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8" name="Rectangle 538">
              <a:extLst>
                <a:ext uri="{FF2B5EF4-FFF2-40B4-BE49-F238E27FC236}">
                  <a16:creationId xmlns:a16="http://schemas.microsoft.com/office/drawing/2014/main" id="{79ACE21F-E752-8015-E112-20973EF99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9" name="Rectangle 539">
              <a:extLst>
                <a:ext uri="{FF2B5EF4-FFF2-40B4-BE49-F238E27FC236}">
                  <a16:creationId xmlns:a16="http://schemas.microsoft.com/office/drawing/2014/main" id="{FE5B602C-1BDE-A2ED-9515-E068DF1AA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0" name="Rectangle 540">
              <a:extLst>
                <a:ext uri="{FF2B5EF4-FFF2-40B4-BE49-F238E27FC236}">
                  <a16:creationId xmlns:a16="http://schemas.microsoft.com/office/drawing/2014/main" id="{5F5BC318-39B5-2571-DDCE-993D27918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1" name="Rectangle 541">
              <a:extLst>
                <a:ext uri="{FF2B5EF4-FFF2-40B4-BE49-F238E27FC236}">
                  <a16:creationId xmlns:a16="http://schemas.microsoft.com/office/drawing/2014/main" id="{CD9B96CA-81B6-1331-A38A-B0B56488B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2" name="Rectangle 542">
              <a:extLst>
                <a:ext uri="{FF2B5EF4-FFF2-40B4-BE49-F238E27FC236}">
                  <a16:creationId xmlns:a16="http://schemas.microsoft.com/office/drawing/2014/main" id="{4F5EC211-B8E2-8AC4-95B5-F8043BFF4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93" name="Rectangle 543">
              <a:extLst>
                <a:ext uri="{FF2B5EF4-FFF2-40B4-BE49-F238E27FC236}">
                  <a16:creationId xmlns:a16="http://schemas.microsoft.com/office/drawing/2014/main" id="{307E831D-364B-B23A-AFFD-4F52382A6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5" name="Group 544">
            <a:extLst>
              <a:ext uri="{FF2B5EF4-FFF2-40B4-BE49-F238E27FC236}">
                <a16:creationId xmlns:a16="http://schemas.microsoft.com/office/drawing/2014/main" id="{119FDEFA-08AE-F7BB-AB4C-351AB2856835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3538538"/>
            <a:ext cx="1474788" cy="1463675"/>
            <a:chOff x="262" y="1078"/>
            <a:chExt cx="929" cy="922"/>
          </a:xfrm>
        </p:grpSpPr>
        <p:sp>
          <p:nvSpPr>
            <p:cNvPr id="29976" name="Rectangle 545">
              <a:extLst>
                <a:ext uri="{FF2B5EF4-FFF2-40B4-BE49-F238E27FC236}">
                  <a16:creationId xmlns:a16="http://schemas.microsoft.com/office/drawing/2014/main" id="{B879C51B-0D57-1D73-59BB-80F791731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7" name="Rectangle 546">
              <a:extLst>
                <a:ext uri="{FF2B5EF4-FFF2-40B4-BE49-F238E27FC236}">
                  <a16:creationId xmlns:a16="http://schemas.microsoft.com/office/drawing/2014/main" id="{B7247B3E-2A9A-E573-E365-6669042F2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8" name="Rectangle 547">
              <a:extLst>
                <a:ext uri="{FF2B5EF4-FFF2-40B4-BE49-F238E27FC236}">
                  <a16:creationId xmlns:a16="http://schemas.microsoft.com/office/drawing/2014/main" id="{3E8A5ADB-08EA-8B4D-2E99-A3ABB8271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9" name="Rectangle 548">
              <a:extLst>
                <a:ext uri="{FF2B5EF4-FFF2-40B4-BE49-F238E27FC236}">
                  <a16:creationId xmlns:a16="http://schemas.microsoft.com/office/drawing/2014/main" id="{2C662A95-AF02-3EEC-6A09-3CB8C28B0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0" name="Rectangle 549">
              <a:extLst>
                <a:ext uri="{FF2B5EF4-FFF2-40B4-BE49-F238E27FC236}">
                  <a16:creationId xmlns:a16="http://schemas.microsoft.com/office/drawing/2014/main" id="{B152119F-37D2-A866-F18C-72445861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1" name="Rectangle 550">
              <a:extLst>
                <a:ext uri="{FF2B5EF4-FFF2-40B4-BE49-F238E27FC236}">
                  <a16:creationId xmlns:a16="http://schemas.microsoft.com/office/drawing/2014/main" id="{7CF9730F-8E9D-DE7B-A956-C3FA545F9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2" name="Rectangle 551">
              <a:extLst>
                <a:ext uri="{FF2B5EF4-FFF2-40B4-BE49-F238E27FC236}">
                  <a16:creationId xmlns:a16="http://schemas.microsoft.com/office/drawing/2014/main" id="{3093E332-0EB8-1EAF-0DCF-1EA5941BC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3" name="Rectangle 552">
              <a:extLst>
                <a:ext uri="{FF2B5EF4-FFF2-40B4-BE49-F238E27FC236}">
                  <a16:creationId xmlns:a16="http://schemas.microsoft.com/office/drawing/2014/main" id="{22BA2BD1-E03E-835A-DF83-E4EFAB0B2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84" name="Rectangle 553">
              <a:extLst>
                <a:ext uri="{FF2B5EF4-FFF2-40B4-BE49-F238E27FC236}">
                  <a16:creationId xmlns:a16="http://schemas.microsoft.com/office/drawing/2014/main" id="{FB4C9F47-0AC4-B1AF-F554-9B841D366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6" name="Group 554">
            <a:extLst>
              <a:ext uri="{FF2B5EF4-FFF2-40B4-BE49-F238E27FC236}">
                <a16:creationId xmlns:a16="http://schemas.microsoft.com/office/drawing/2014/main" id="{30E9172A-9D2C-6027-7040-19986BBCFD03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3538538"/>
            <a:ext cx="1474788" cy="1463675"/>
            <a:chOff x="262" y="1078"/>
            <a:chExt cx="929" cy="922"/>
          </a:xfrm>
        </p:grpSpPr>
        <p:sp>
          <p:nvSpPr>
            <p:cNvPr id="29967" name="Rectangle 555">
              <a:extLst>
                <a:ext uri="{FF2B5EF4-FFF2-40B4-BE49-F238E27FC236}">
                  <a16:creationId xmlns:a16="http://schemas.microsoft.com/office/drawing/2014/main" id="{4C1AF2C9-D2E3-D54C-E0EB-6C285875F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8" name="Rectangle 556">
              <a:extLst>
                <a:ext uri="{FF2B5EF4-FFF2-40B4-BE49-F238E27FC236}">
                  <a16:creationId xmlns:a16="http://schemas.microsoft.com/office/drawing/2014/main" id="{03522FF5-E030-467C-7A25-F237181C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9" name="Rectangle 557">
              <a:extLst>
                <a:ext uri="{FF2B5EF4-FFF2-40B4-BE49-F238E27FC236}">
                  <a16:creationId xmlns:a16="http://schemas.microsoft.com/office/drawing/2014/main" id="{56695D03-877E-07E3-ACC6-92793F776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0" name="Rectangle 558">
              <a:extLst>
                <a:ext uri="{FF2B5EF4-FFF2-40B4-BE49-F238E27FC236}">
                  <a16:creationId xmlns:a16="http://schemas.microsoft.com/office/drawing/2014/main" id="{58E80843-FB7D-7156-83D3-1068B4CED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1" name="Rectangle 559">
              <a:extLst>
                <a:ext uri="{FF2B5EF4-FFF2-40B4-BE49-F238E27FC236}">
                  <a16:creationId xmlns:a16="http://schemas.microsoft.com/office/drawing/2014/main" id="{4D01D421-8E55-F4D3-C326-30195C29A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2" name="Rectangle 560">
              <a:extLst>
                <a:ext uri="{FF2B5EF4-FFF2-40B4-BE49-F238E27FC236}">
                  <a16:creationId xmlns:a16="http://schemas.microsoft.com/office/drawing/2014/main" id="{239368E0-E3DA-CBC9-530E-F116492A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3" name="Rectangle 561">
              <a:extLst>
                <a:ext uri="{FF2B5EF4-FFF2-40B4-BE49-F238E27FC236}">
                  <a16:creationId xmlns:a16="http://schemas.microsoft.com/office/drawing/2014/main" id="{46B84AAA-3D65-91BA-27A2-0A071A0F3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4" name="Rectangle 562">
              <a:extLst>
                <a:ext uri="{FF2B5EF4-FFF2-40B4-BE49-F238E27FC236}">
                  <a16:creationId xmlns:a16="http://schemas.microsoft.com/office/drawing/2014/main" id="{4C1F27B3-C146-D511-D9FA-2BA85DE78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75" name="Rectangle 563">
              <a:extLst>
                <a:ext uri="{FF2B5EF4-FFF2-40B4-BE49-F238E27FC236}">
                  <a16:creationId xmlns:a16="http://schemas.microsoft.com/office/drawing/2014/main" id="{7F2C7531-E0D6-A298-27C6-CF6A4CF75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7" name="Group 564">
            <a:extLst>
              <a:ext uri="{FF2B5EF4-FFF2-40B4-BE49-F238E27FC236}">
                <a16:creationId xmlns:a16="http://schemas.microsoft.com/office/drawing/2014/main" id="{49711D50-9B2B-359A-80DC-5DEE54D14DB0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3538538"/>
            <a:ext cx="1474787" cy="1463675"/>
            <a:chOff x="262" y="1078"/>
            <a:chExt cx="929" cy="922"/>
          </a:xfrm>
        </p:grpSpPr>
        <p:sp>
          <p:nvSpPr>
            <p:cNvPr id="29958" name="Rectangle 565">
              <a:extLst>
                <a:ext uri="{FF2B5EF4-FFF2-40B4-BE49-F238E27FC236}">
                  <a16:creationId xmlns:a16="http://schemas.microsoft.com/office/drawing/2014/main" id="{ED1C5312-0A60-56D1-CA1F-2F1DF6907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9" name="Rectangle 566">
              <a:extLst>
                <a:ext uri="{FF2B5EF4-FFF2-40B4-BE49-F238E27FC236}">
                  <a16:creationId xmlns:a16="http://schemas.microsoft.com/office/drawing/2014/main" id="{A19A3427-EDD6-A8AD-8626-4B5300348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0" name="Rectangle 567">
              <a:extLst>
                <a:ext uri="{FF2B5EF4-FFF2-40B4-BE49-F238E27FC236}">
                  <a16:creationId xmlns:a16="http://schemas.microsoft.com/office/drawing/2014/main" id="{43509C8A-1DF0-59CE-19CD-61BA7D8A2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1" name="Rectangle 568">
              <a:extLst>
                <a:ext uri="{FF2B5EF4-FFF2-40B4-BE49-F238E27FC236}">
                  <a16:creationId xmlns:a16="http://schemas.microsoft.com/office/drawing/2014/main" id="{20D0C449-CBFA-0FF1-4080-25EA9FE6F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2" name="Rectangle 569">
              <a:extLst>
                <a:ext uri="{FF2B5EF4-FFF2-40B4-BE49-F238E27FC236}">
                  <a16:creationId xmlns:a16="http://schemas.microsoft.com/office/drawing/2014/main" id="{042B6029-3F36-29CF-F406-BB44F59F8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3" name="Rectangle 570">
              <a:extLst>
                <a:ext uri="{FF2B5EF4-FFF2-40B4-BE49-F238E27FC236}">
                  <a16:creationId xmlns:a16="http://schemas.microsoft.com/office/drawing/2014/main" id="{BD8623A0-890B-4158-CFD5-05CC2991E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4" name="Rectangle 571">
              <a:extLst>
                <a:ext uri="{FF2B5EF4-FFF2-40B4-BE49-F238E27FC236}">
                  <a16:creationId xmlns:a16="http://schemas.microsoft.com/office/drawing/2014/main" id="{6D9F77FF-562F-1A9A-3B25-535A04AC3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5" name="Rectangle 572">
              <a:extLst>
                <a:ext uri="{FF2B5EF4-FFF2-40B4-BE49-F238E27FC236}">
                  <a16:creationId xmlns:a16="http://schemas.microsoft.com/office/drawing/2014/main" id="{FA23BD27-0BDF-EA84-3FCE-564BD82DF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66" name="Rectangle 573">
              <a:extLst>
                <a:ext uri="{FF2B5EF4-FFF2-40B4-BE49-F238E27FC236}">
                  <a16:creationId xmlns:a16="http://schemas.microsoft.com/office/drawing/2014/main" id="{B76BE988-1508-9FF4-582C-514D20B00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8" name="Group 574">
            <a:extLst>
              <a:ext uri="{FF2B5EF4-FFF2-40B4-BE49-F238E27FC236}">
                <a16:creationId xmlns:a16="http://schemas.microsoft.com/office/drawing/2014/main" id="{D025E9F4-6C8F-5F77-F84E-83DB5265BA5F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3538538"/>
            <a:ext cx="1474787" cy="1463675"/>
            <a:chOff x="262" y="1078"/>
            <a:chExt cx="929" cy="922"/>
          </a:xfrm>
        </p:grpSpPr>
        <p:sp>
          <p:nvSpPr>
            <p:cNvPr id="29949" name="Rectangle 575">
              <a:extLst>
                <a:ext uri="{FF2B5EF4-FFF2-40B4-BE49-F238E27FC236}">
                  <a16:creationId xmlns:a16="http://schemas.microsoft.com/office/drawing/2014/main" id="{E4FB8330-2CEC-0F7D-A887-4DBB38E0D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0" name="Rectangle 576">
              <a:extLst>
                <a:ext uri="{FF2B5EF4-FFF2-40B4-BE49-F238E27FC236}">
                  <a16:creationId xmlns:a16="http://schemas.microsoft.com/office/drawing/2014/main" id="{1434781F-8C0B-E8F7-FD33-C380ADAF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1" name="Rectangle 577">
              <a:extLst>
                <a:ext uri="{FF2B5EF4-FFF2-40B4-BE49-F238E27FC236}">
                  <a16:creationId xmlns:a16="http://schemas.microsoft.com/office/drawing/2014/main" id="{E802F566-D4CF-8CFA-53AD-9F78ECB77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2" name="Rectangle 578">
              <a:extLst>
                <a:ext uri="{FF2B5EF4-FFF2-40B4-BE49-F238E27FC236}">
                  <a16:creationId xmlns:a16="http://schemas.microsoft.com/office/drawing/2014/main" id="{69974D45-902E-4C64-6571-581DF984E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3" name="Rectangle 579">
              <a:extLst>
                <a:ext uri="{FF2B5EF4-FFF2-40B4-BE49-F238E27FC236}">
                  <a16:creationId xmlns:a16="http://schemas.microsoft.com/office/drawing/2014/main" id="{9AAA60D5-A35D-5487-CE53-925D93A63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4" name="Rectangle 580">
              <a:extLst>
                <a:ext uri="{FF2B5EF4-FFF2-40B4-BE49-F238E27FC236}">
                  <a16:creationId xmlns:a16="http://schemas.microsoft.com/office/drawing/2014/main" id="{13CA18D1-0574-022B-CC8A-EC15DD34B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5" name="Rectangle 581">
              <a:extLst>
                <a:ext uri="{FF2B5EF4-FFF2-40B4-BE49-F238E27FC236}">
                  <a16:creationId xmlns:a16="http://schemas.microsoft.com/office/drawing/2014/main" id="{A8CE3054-3056-CEE4-C8F9-9BA6F1395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6" name="Rectangle 582">
              <a:extLst>
                <a:ext uri="{FF2B5EF4-FFF2-40B4-BE49-F238E27FC236}">
                  <a16:creationId xmlns:a16="http://schemas.microsoft.com/office/drawing/2014/main" id="{2CA2D4BC-4CA2-BDD8-0AE1-A038D1D4B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57" name="Rectangle 583">
              <a:extLst>
                <a:ext uri="{FF2B5EF4-FFF2-40B4-BE49-F238E27FC236}">
                  <a16:creationId xmlns:a16="http://schemas.microsoft.com/office/drawing/2014/main" id="{D8D155DD-F09B-5DFB-0BBD-2F0BFF83D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59" name="Group 584">
            <a:extLst>
              <a:ext uri="{FF2B5EF4-FFF2-40B4-BE49-F238E27FC236}">
                <a16:creationId xmlns:a16="http://schemas.microsoft.com/office/drawing/2014/main" id="{A385EF47-52E2-A0CC-ACE6-3051546E4057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3538538"/>
            <a:ext cx="1474787" cy="1463675"/>
            <a:chOff x="262" y="1078"/>
            <a:chExt cx="929" cy="922"/>
          </a:xfrm>
        </p:grpSpPr>
        <p:sp>
          <p:nvSpPr>
            <p:cNvPr id="29940" name="Rectangle 585">
              <a:extLst>
                <a:ext uri="{FF2B5EF4-FFF2-40B4-BE49-F238E27FC236}">
                  <a16:creationId xmlns:a16="http://schemas.microsoft.com/office/drawing/2014/main" id="{08770E7E-9E31-E962-7CA1-A34C4DE99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1" name="Rectangle 586">
              <a:extLst>
                <a:ext uri="{FF2B5EF4-FFF2-40B4-BE49-F238E27FC236}">
                  <a16:creationId xmlns:a16="http://schemas.microsoft.com/office/drawing/2014/main" id="{835ED23D-F573-F591-2928-EC1EBF5F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2" name="Rectangle 587">
              <a:extLst>
                <a:ext uri="{FF2B5EF4-FFF2-40B4-BE49-F238E27FC236}">
                  <a16:creationId xmlns:a16="http://schemas.microsoft.com/office/drawing/2014/main" id="{54A2A45C-8896-2830-4C59-087CD8E8E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3" name="Rectangle 588">
              <a:extLst>
                <a:ext uri="{FF2B5EF4-FFF2-40B4-BE49-F238E27FC236}">
                  <a16:creationId xmlns:a16="http://schemas.microsoft.com/office/drawing/2014/main" id="{2BCC15D2-957D-5F8A-6072-595E3B3EA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4" name="Rectangle 589">
              <a:extLst>
                <a:ext uri="{FF2B5EF4-FFF2-40B4-BE49-F238E27FC236}">
                  <a16:creationId xmlns:a16="http://schemas.microsoft.com/office/drawing/2014/main" id="{738EEDC9-4B2F-0E80-C0DA-AD9D043FE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5" name="Rectangle 590">
              <a:extLst>
                <a:ext uri="{FF2B5EF4-FFF2-40B4-BE49-F238E27FC236}">
                  <a16:creationId xmlns:a16="http://schemas.microsoft.com/office/drawing/2014/main" id="{7A456AA2-6125-EC46-19CF-7EB09DAD1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6" name="Rectangle 591">
              <a:extLst>
                <a:ext uri="{FF2B5EF4-FFF2-40B4-BE49-F238E27FC236}">
                  <a16:creationId xmlns:a16="http://schemas.microsoft.com/office/drawing/2014/main" id="{4128E4E3-4361-1CA4-6BF7-2CED173DA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7" name="Rectangle 592">
              <a:extLst>
                <a:ext uri="{FF2B5EF4-FFF2-40B4-BE49-F238E27FC236}">
                  <a16:creationId xmlns:a16="http://schemas.microsoft.com/office/drawing/2014/main" id="{A9777AC2-70D6-0A9E-F6DF-E5CD0D3FB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48" name="Rectangle 593">
              <a:extLst>
                <a:ext uri="{FF2B5EF4-FFF2-40B4-BE49-F238E27FC236}">
                  <a16:creationId xmlns:a16="http://schemas.microsoft.com/office/drawing/2014/main" id="{950E8621-8152-030D-7F26-15AC45FD4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0" name="Group 594">
            <a:extLst>
              <a:ext uri="{FF2B5EF4-FFF2-40B4-BE49-F238E27FC236}">
                <a16:creationId xmlns:a16="http://schemas.microsoft.com/office/drawing/2014/main" id="{3FAD52BC-4186-4B95-708F-B3B13E4980DD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3538538"/>
            <a:ext cx="1474788" cy="1463675"/>
            <a:chOff x="262" y="1078"/>
            <a:chExt cx="929" cy="922"/>
          </a:xfrm>
        </p:grpSpPr>
        <p:sp>
          <p:nvSpPr>
            <p:cNvPr id="29931" name="Rectangle 595">
              <a:extLst>
                <a:ext uri="{FF2B5EF4-FFF2-40B4-BE49-F238E27FC236}">
                  <a16:creationId xmlns:a16="http://schemas.microsoft.com/office/drawing/2014/main" id="{366021BE-BABC-984C-6381-42E9E5F10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2" name="Rectangle 596">
              <a:extLst>
                <a:ext uri="{FF2B5EF4-FFF2-40B4-BE49-F238E27FC236}">
                  <a16:creationId xmlns:a16="http://schemas.microsoft.com/office/drawing/2014/main" id="{81C2562D-0081-F4B1-3E4E-8628C53A2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3" name="Rectangle 597">
              <a:extLst>
                <a:ext uri="{FF2B5EF4-FFF2-40B4-BE49-F238E27FC236}">
                  <a16:creationId xmlns:a16="http://schemas.microsoft.com/office/drawing/2014/main" id="{858FCC33-DA7F-38CB-D9FA-E3096ED5B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4" name="Rectangle 598">
              <a:extLst>
                <a:ext uri="{FF2B5EF4-FFF2-40B4-BE49-F238E27FC236}">
                  <a16:creationId xmlns:a16="http://schemas.microsoft.com/office/drawing/2014/main" id="{71CEF0C7-990B-04B5-8F84-C780ED67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5" name="Rectangle 599">
              <a:extLst>
                <a:ext uri="{FF2B5EF4-FFF2-40B4-BE49-F238E27FC236}">
                  <a16:creationId xmlns:a16="http://schemas.microsoft.com/office/drawing/2014/main" id="{D2E83C77-88F4-5800-F93B-48112EFCB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6" name="Rectangle 600">
              <a:extLst>
                <a:ext uri="{FF2B5EF4-FFF2-40B4-BE49-F238E27FC236}">
                  <a16:creationId xmlns:a16="http://schemas.microsoft.com/office/drawing/2014/main" id="{A6606A6D-3834-93A7-A0F2-C731C79CD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7" name="Rectangle 601">
              <a:extLst>
                <a:ext uri="{FF2B5EF4-FFF2-40B4-BE49-F238E27FC236}">
                  <a16:creationId xmlns:a16="http://schemas.microsoft.com/office/drawing/2014/main" id="{898FB483-6472-6254-6C7D-8D47B3BFA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8" name="Rectangle 602">
              <a:extLst>
                <a:ext uri="{FF2B5EF4-FFF2-40B4-BE49-F238E27FC236}">
                  <a16:creationId xmlns:a16="http://schemas.microsoft.com/office/drawing/2014/main" id="{43EDE0F1-8976-FF7F-093C-F11CE821A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9" name="Rectangle 603">
              <a:extLst>
                <a:ext uri="{FF2B5EF4-FFF2-40B4-BE49-F238E27FC236}">
                  <a16:creationId xmlns:a16="http://schemas.microsoft.com/office/drawing/2014/main" id="{24895B86-F03B-A26C-E9FB-6CD0DBE8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1" name="Group 604">
            <a:extLst>
              <a:ext uri="{FF2B5EF4-FFF2-40B4-BE49-F238E27FC236}">
                <a16:creationId xmlns:a16="http://schemas.microsoft.com/office/drawing/2014/main" id="{C620FE18-361A-33D5-4572-03E46FB0A030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3538538"/>
            <a:ext cx="1474788" cy="1463675"/>
            <a:chOff x="262" y="1078"/>
            <a:chExt cx="929" cy="922"/>
          </a:xfrm>
        </p:grpSpPr>
        <p:sp>
          <p:nvSpPr>
            <p:cNvPr id="29922" name="Rectangle 605">
              <a:extLst>
                <a:ext uri="{FF2B5EF4-FFF2-40B4-BE49-F238E27FC236}">
                  <a16:creationId xmlns:a16="http://schemas.microsoft.com/office/drawing/2014/main" id="{D1FE6B74-8BE4-48B6-24B3-13E5B32DE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3" name="Rectangle 606">
              <a:extLst>
                <a:ext uri="{FF2B5EF4-FFF2-40B4-BE49-F238E27FC236}">
                  <a16:creationId xmlns:a16="http://schemas.microsoft.com/office/drawing/2014/main" id="{B5E42D56-2869-79EE-68A0-5F66D8DC5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4" name="Rectangle 607">
              <a:extLst>
                <a:ext uri="{FF2B5EF4-FFF2-40B4-BE49-F238E27FC236}">
                  <a16:creationId xmlns:a16="http://schemas.microsoft.com/office/drawing/2014/main" id="{963AA299-7E3A-F4BD-A611-55893A1B5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5" name="Rectangle 608">
              <a:extLst>
                <a:ext uri="{FF2B5EF4-FFF2-40B4-BE49-F238E27FC236}">
                  <a16:creationId xmlns:a16="http://schemas.microsoft.com/office/drawing/2014/main" id="{7D26EA84-EA7D-734C-6E96-3227FF46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6" name="Rectangle 609">
              <a:extLst>
                <a:ext uri="{FF2B5EF4-FFF2-40B4-BE49-F238E27FC236}">
                  <a16:creationId xmlns:a16="http://schemas.microsoft.com/office/drawing/2014/main" id="{259DC7A3-BAA7-A2A1-C850-E1C5E6C45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7" name="Rectangle 610">
              <a:extLst>
                <a:ext uri="{FF2B5EF4-FFF2-40B4-BE49-F238E27FC236}">
                  <a16:creationId xmlns:a16="http://schemas.microsoft.com/office/drawing/2014/main" id="{3C7115AA-768A-6BA5-DFF6-370DF4F3E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8" name="Rectangle 611">
              <a:extLst>
                <a:ext uri="{FF2B5EF4-FFF2-40B4-BE49-F238E27FC236}">
                  <a16:creationId xmlns:a16="http://schemas.microsoft.com/office/drawing/2014/main" id="{31A48B81-33FB-02FA-5794-A11D46824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9" name="Rectangle 612">
              <a:extLst>
                <a:ext uri="{FF2B5EF4-FFF2-40B4-BE49-F238E27FC236}">
                  <a16:creationId xmlns:a16="http://schemas.microsoft.com/office/drawing/2014/main" id="{BE686B7D-5AE9-F61C-D885-F80116C3C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30" name="Rectangle 613">
              <a:extLst>
                <a:ext uri="{FF2B5EF4-FFF2-40B4-BE49-F238E27FC236}">
                  <a16:creationId xmlns:a16="http://schemas.microsoft.com/office/drawing/2014/main" id="{C3ADD6C1-885E-196D-D757-86A414C5C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2" name="Group 614">
            <a:extLst>
              <a:ext uri="{FF2B5EF4-FFF2-40B4-BE49-F238E27FC236}">
                <a16:creationId xmlns:a16="http://schemas.microsoft.com/office/drawing/2014/main" id="{FCB3B654-E6ED-E69D-819E-A089907A20BB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3538538"/>
            <a:ext cx="1474788" cy="1463675"/>
            <a:chOff x="262" y="1078"/>
            <a:chExt cx="929" cy="922"/>
          </a:xfrm>
        </p:grpSpPr>
        <p:sp>
          <p:nvSpPr>
            <p:cNvPr id="29913" name="Rectangle 615">
              <a:extLst>
                <a:ext uri="{FF2B5EF4-FFF2-40B4-BE49-F238E27FC236}">
                  <a16:creationId xmlns:a16="http://schemas.microsoft.com/office/drawing/2014/main" id="{E88FFA46-FE63-73F0-CEAF-1F76686F2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4" name="Rectangle 616">
              <a:extLst>
                <a:ext uri="{FF2B5EF4-FFF2-40B4-BE49-F238E27FC236}">
                  <a16:creationId xmlns:a16="http://schemas.microsoft.com/office/drawing/2014/main" id="{D2DB8D75-701A-8305-BC33-6C38DAD1D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5" name="Rectangle 617">
              <a:extLst>
                <a:ext uri="{FF2B5EF4-FFF2-40B4-BE49-F238E27FC236}">
                  <a16:creationId xmlns:a16="http://schemas.microsoft.com/office/drawing/2014/main" id="{BFED0352-D5BE-33E3-5ADD-6799532B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6" name="Rectangle 618">
              <a:extLst>
                <a:ext uri="{FF2B5EF4-FFF2-40B4-BE49-F238E27FC236}">
                  <a16:creationId xmlns:a16="http://schemas.microsoft.com/office/drawing/2014/main" id="{34F5E36E-B503-8E99-35C1-3065628E4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7" name="Rectangle 619">
              <a:extLst>
                <a:ext uri="{FF2B5EF4-FFF2-40B4-BE49-F238E27FC236}">
                  <a16:creationId xmlns:a16="http://schemas.microsoft.com/office/drawing/2014/main" id="{DE0BC1E9-0FBF-4CB7-1853-273DE9EEA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8" name="Rectangle 620">
              <a:extLst>
                <a:ext uri="{FF2B5EF4-FFF2-40B4-BE49-F238E27FC236}">
                  <a16:creationId xmlns:a16="http://schemas.microsoft.com/office/drawing/2014/main" id="{57EF19D2-8996-04BC-14EF-25844CEB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9" name="Rectangle 621">
              <a:extLst>
                <a:ext uri="{FF2B5EF4-FFF2-40B4-BE49-F238E27FC236}">
                  <a16:creationId xmlns:a16="http://schemas.microsoft.com/office/drawing/2014/main" id="{081AEA95-0D1F-2F15-12C5-411157419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0" name="Rectangle 622">
              <a:extLst>
                <a:ext uri="{FF2B5EF4-FFF2-40B4-BE49-F238E27FC236}">
                  <a16:creationId xmlns:a16="http://schemas.microsoft.com/office/drawing/2014/main" id="{52A49A2C-CF44-F2BB-08B2-6D3FC3959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21" name="Rectangle 623">
              <a:extLst>
                <a:ext uri="{FF2B5EF4-FFF2-40B4-BE49-F238E27FC236}">
                  <a16:creationId xmlns:a16="http://schemas.microsoft.com/office/drawing/2014/main" id="{9C609583-468B-933A-8CD2-F3B08A92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3" name="Group 624">
            <a:extLst>
              <a:ext uri="{FF2B5EF4-FFF2-40B4-BE49-F238E27FC236}">
                <a16:creationId xmlns:a16="http://schemas.microsoft.com/office/drawing/2014/main" id="{D747F998-375C-17EA-BCEF-FF5FEFB3A6BA}"/>
              </a:ext>
            </a:extLst>
          </p:cNvPr>
          <p:cNvGrpSpPr>
            <a:grpSpLocks/>
          </p:cNvGrpSpPr>
          <p:nvPr/>
        </p:nvGrpSpPr>
        <p:grpSpPr bwMode="auto">
          <a:xfrm>
            <a:off x="-98425" y="4011613"/>
            <a:ext cx="1474788" cy="1463675"/>
            <a:chOff x="262" y="1078"/>
            <a:chExt cx="929" cy="922"/>
          </a:xfrm>
        </p:grpSpPr>
        <p:sp>
          <p:nvSpPr>
            <p:cNvPr id="29904" name="Rectangle 625">
              <a:extLst>
                <a:ext uri="{FF2B5EF4-FFF2-40B4-BE49-F238E27FC236}">
                  <a16:creationId xmlns:a16="http://schemas.microsoft.com/office/drawing/2014/main" id="{C65703F9-766F-24C9-D571-D221EFC2C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5" name="Rectangle 626">
              <a:extLst>
                <a:ext uri="{FF2B5EF4-FFF2-40B4-BE49-F238E27FC236}">
                  <a16:creationId xmlns:a16="http://schemas.microsoft.com/office/drawing/2014/main" id="{C4215290-AE7B-70D0-0615-E458457CE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6" name="Rectangle 627">
              <a:extLst>
                <a:ext uri="{FF2B5EF4-FFF2-40B4-BE49-F238E27FC236}">
                  <a16:creationId xmlns:a16="http://schemas.microsoft.com/office/drawing/2014/main" id="{663B7B73-64FB-545B-8326-8364A364F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7" name="Rectangle 628">
              <a:extLst>
                <a:ext uri="{FF2B5EF4-FFF2-40B4-BE49-F238E27FC236}">
                  <a16:creationId xmlns:a16="http://schemas.microsoft.com/office/drawing/2014/main" id="{1C6A84A2-CC67-0F46-4CCB-B09B954C2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8" name="Rectangle 629">
              <a:extLst>
                <a:ext uri="{FF2B5EF4-FFF2-40B4-BE49-F238E27FC236}">
                  <a16:creationId xmlns:a16="http://schemas.microsoft.com/office/drawing/2014/main" id="{4B117FA2-9308-AB58-A18D-352683CB5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9" name="Rectangle 630">
              <a:extLst>
                <a:ext uri="{FF2B5EF4-FFF2-40B4-BE49-F238E27FC236}">
                  <a16:creationId xmlns:a16="http://schemas.microsoft.com/office/drawing/2014/main" id="{9868FAC6-5C8B-17B0-349F-F443F2D07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0" name="Rectangle 631">
              <a:extLst>
                <a:ext uri="{FF2B5EF4-FFF2-40B4-BE49-F238E27FC236}">
                  <a16:creationId xmlns:a16="http://schemas.microsoft.com/office/drawing/2014/main" id="{B33C8DD5-4ED7-D3B2-6B64-B6283910C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1" name="Rectangle 632">
              <a:extLst>
                <a:ext uri="{FF2B5EF4-FFF2-40B4-BE49-F238E27FC236}">
                  <a16:creationId xmlns:a16="http://schemas.microsoft.com/office/drawing/2014/main" id="{E3B862F0-7987-671E-9C43-A29D3EE91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12" name="Rectangle 633">
              <a:extLst>
                <a:ext uri="{FF2B5EF4-FFF2-40B4-BE49-F238E27FC236}">
                  <a16:creationId xmlns:a16="http://schemas.microsoft.com/office/drawing/2014/main" id="{CA3A7DD2-EE6D-2764-452E-6C8E064A4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4" name="Group 634">
            <a:extLst>
              <a:ext uri="{FF2B5EF4-FFF2-40B4-BE49-F238E27FC236}">
                <a16:creationId xmlns:a16="http://schemas.microsoft.com/office/drawing/2014/main" id="{8B9FB99E-B552-0A98-7401-6AE27940AC24}"/>
              </a:ext>
            </a:extLst>
          </p:cNvPr>
          <p:cNvGrpSpPr>
            <a:grpSpLocks/>
          </p:cNvGrpSpPr>
          <p:nvPr/>
        </p:nvGrpSpPr>
        <p:grpSpPr bwMode="auto">
          <a:xfrm>
            <a:off x="388938" y="4011613"/>
            <a:ext cx="1474787" cy="1463675"/>
            <a:chOff x="262" y="1078"/>
            <a:chExt cx="929" cy="922"/>
          </a:xfrm>
        </p:grpSpPr>
        <p:sp>
          <p:nvSpPr>
            <p:cNvPr id="29895" name="Rectangle 635">
              <a:extLst>
                <a:ext uri="{FF2B5EF4-FFF2-40B4-BE49-F238E27FC236}">
                  <a16:creationId xmlns:a16="http://schemas.microsoft.com/office/drawing/2014/main" id="{CC913044-6745-4E8F-B7F7-72B5C2C9A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6" name="Rectangle 636">
              <a:extLst>
                <a:ext uri="{FF2B5EF4-FFF2-40B4-BE49-F238E27FC236}">
                  <a16:creationId xmlns:a16="http://schemas.microsoft.com/office/drawing/2014/main" id="{D1DCE274-9447-C0D5-565B-BE26E6463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7" name="Rectangle 637">
              <a:extLst>
                <a:ext uri="{FF2B5EF4-FFF2-40B4-BE49-F238E27FC236}">
                  <a16:creationId xmlns:a16="http://schemas.microsoft.com/office/drawing/2014/main" id="{EA107EC1-49F7-41C1-A1B8-D6CE8297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8" name="Rectangle 638">
              <a:extLst>
                <a:ext uri="{FF2B5EF4-FFF2-40B4-BE49-F238E27FC236}">
                  <a16:creationId xmlns:a16="http://schemas.microsoft.com/office/drawing/2014/main" id="{1A9AAED2-2409-EFC0-C474-C0F30C001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9" name="Rectangle 639">
              <a:extLst>
                <a:ext uri="{FF2B5EF4-FFF2-40B4-BE49-F238E27FC236}">
                  <a16:creationId xmlns:a16="http://schemas.microsoft.com/office/drawing/2014/main" id="{DD1C7833-59CE-1E47-1673-F68640D6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0" name="Rectangle 640">
              <a:extLst>
                <a:ext uri="{FF2B5EF4-FFF2-40B4-BE49-F238E27FC236}">
                  <a16:creationId xmlns:a16="http://schemas.microsoft.com/office/drawing/2014/main" id="{2CC57B50-B2A7-8115-8982-BA294DAE7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1" name="Rectangle 641">
              <a:extLst>
                <a:ext uri="{FF2B5EF4-FFF2-40B4-BE49-F238E27FC236}">
                  <a16:creationId xmlns:a16="http://schemas.microsoft.com/office/drawing/2014/main" id="{226D9D98-A172-50AF-DEB0-CB66803BC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2" name="Rectangle 642">
              <a:extLst>
                <a:ext uri="{FF2B5EF4-FFF2-40B4-BE49-F238E27FC236}">
                  <a16:creationId xmlns:a16="http://schemas.microsoft.com/office/drawing/2014/main" id="{1EBF030C-2C1A-0634-A766-401EA9500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03" name="Rectangle 643">
              <a:extLst>
                <a:ext uri="{FF2B5EF4-FFF2-40B4-BE49-F238E27FC236}">
                  <a16:creationId xmlns:a16="http://schemas.microsoft.com/office/drawing/2014/main" id="{3577E77A-BC17-9CAD-93AF-4F75454AE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5" name="Group 644">
            <a:extLst>
              <a:ext uri="{FF2B5EF4-FFF2-40B4-BE49-F238E27FC236}">
                <a16:creationId xmlns:a16="http://schemas.microsoft.com/office/drawing/2014/main" id="{37B83A53-8C8D-7635-7463-6D55C4333E07}"/>
              </a:ext>
            </a:extLst>
          </p:cNvPr>
          <p:cNvGrpSpPr>
            <a:grpSpLocks/>
          </p:cNvGrpSpPr>
          <p:nvPr/>
        </p:nvGrpSpPr>
        <p:grpSpPr bwMode="auto">
          <a:xfrm>
            <a:off x="885825" y="4011613"/>
            <a:ext cx="1474788" cy="1463675"/>
            <a:chOff x="262" y="1078"/>
            <a:chExt cx="929" cy="922"/>
          </a:xfrm>
        </p:grpSpPr>
        <p:sp>
          <p:nvSpPr>
            <p:cNvPr id="29886" name="Rectangle 645">
              <a:extLst>
                <a:ext uri="{FF2B5EF4-FFF2-40B4-BE49-F238E27FC236}">
                  <a16:creationId xmlns:a16="http://schemas.microsoft.com/office/drawing/2014/main" id="{D64D6CEE-1A46-DF5B-7CEA-8C478DA3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7" name="Rectangle 646">
              <a:extLst>
                <a:ext uri="{FF2B5EF4-FFF2-40B4-BE49-F238E27FC236}">
                  <a16:creationId xmlns:a16="http://schemas.microsoft.com/office/drawing/2014/main" id="{5FEFF5B4-4F0A-3010-F326-2ADFDBE6B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8" name="Rectangle 647">
              <a:extLst>
                <a:ext uri="{FF2B5EF4-FFF2-40B4-BE49-F238E27FC236}">
                  <a16:creationId xmlns:a16="http://schemas.microsoft.com/office/drawing/2014/main" id="{5565C199-3676-CC8A-FBC7-27CA44B79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9" name="Rectangle 648">
              <a:extLst>
                <a:ext uri="{FF2B5EF4-FFF2-40B4-BE49-F238E27FC236}">
                  <a16:creationId xmlns:a16="http://schemas.microsoft.com/office/drawing/2014/main" id="{50426A0B-E7AA-3E85-1207-8AE1AD853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0" name="Rectangle 649">
              <a:extLst>
                <a:ext uri="{FF2B5EF4-FFF2-40B4-BE49-F238E27FC236}">
                  <a16:creationId xmlns:a16="http://schemas.microsoft.com/office/drawing/2014/main" id="{C53130B9-D993-6B0D-168B-D6207EABB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1" name="Rectangle 650">
              <a:extLst>
                <a:ext uri="{FF2B5EF4-FFF2-40B4-BE49-F238E27FC236}">
                  <a16:creationId xmlns:a16="http://schemas.microsoft.com/office/drawing/2014/main" id="{44E0205A-C638-FCD9-605D-1F5AE361D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2" name="Rectangle 651">
              <a:extLst>
                <a:ext uri="{FF2B5EF4-FFF2-40B4-BE49-F238E27FC236}">
                  <a16:creationId xmlns:a16="http://schemas.microsoft.com/office/drawing/2014/main" id="{A800BC4D-8C9C-8287-3420-953ED22C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3" name="Rectangle 652">
              <a:extLst>
                <a:ext uri="{FF2B5EF4-FFF2-40B4-BE49-F238E27FC236}">
                  <a16:creationId xmlns:a16="http://schemas.microsoft.com/office/drawing/2014/main" id="{6AF3C6F2-DDA9-EA22-473A-03D4D7A93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4" name="Rectangle 653">
              <a:extLst>
                <a:ext uri="{FF2B5EF4-FFF2-40B4-BE49-F238E27FC236}">
                  <a16:creationId xmlns:a16="http://schemas.microsoft.com/office/drawing/2014/main" id="{43EF82A0-1E34-07FC-D209-C19CA048D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6" name="Group 654">
            <a:extLst>
              <a:ext uri="{FF2B5EF4-FFF2-40B4-BE49-F238E27FC236}">
                <a16:creationId xmlns:a16="http://schemas.microsoft.com/office/drawing/2014/main" id="{0E47788C-8A09-340F-3FE6-D488939D9BA9}"/>
              </a:ext>
            </a:extLst>
          </p:cNvPr>
          <p:cNvGrpSpPr>
            <a:grpSpLocks/>
          </p:cNvGrpSpPr>
          <p:nvPr/>
        </p:nvGrpSpPr>
        <p:grpSpPr bwMode="auto">
          <a:xfrm>
            <a:off x="1857375" y="4011613"/>
            <a:ext cx="1474788" cy="1463675"/>
            <a:chOff x="262" y="1078"/>
            <a:chExt cx="929" cy="922"/>
          </a:xfrm>
        </p:grpSpPr>
        <p:sp>
          <p:nvSpPr>
            <p:cNvPr id="29877" name="Rectangle 655">
              <a:extLst>
                <a:ext uri="{FF2B5EF4-FFF2-40B4-BE49-F238E27FC236}">
                  <a16:creationId xmlns:a16="http://schemas.microsoft.com/office/drawing/2014/main" id="{CC047F5E-9BD4-B261-872A-67F51E28F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8" name="Rectangle 656">
              <a:extLst>
                <a:ext uri="{FF2B5EF4-FFF2-40B4-BE49-F238E27FC236}">
                  <a16:creationId xmlns:a16="http://schemas.microsoft.com/office/drawing/2014/main" id="{A761B16B-FC3F-245F-1F0B-D8ECDDE81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9" name="Rectangle 657">
              <a:extLst>
                <a:ext uri="{FF2B5EF4-FFF2-40B4-BE49-F238E27FC236}">
                  <a16:creationId xmlns:a16="http://schemas.microsoft.com/office/drawing/2014/main" id="{D23EE5E2-2E9C-F46D-B8E2-15A30139F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0" name="Rectangle 658">
              <a:extLst>
                <a:ext uri="{FF2B5EF4-FFF2-40B4-BE49-F238E27FC236}">
                  <a16:creationId xmlns:a16="http://schemas.microsoft.com/office/drawing/2014/main" id="{A3993BF4-6225-D32D-B8F7-0E370B73A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1" name="Rectangle 659">
              <a:extLst>
                <a:ext uri="{FF2B5EF4-FFF2-40B4-BE49-F238E27FC236}">
                  <a16:creationId xmlns:a16="http://schemas.microsoft.com/office/drawing/2014/main" id="{23CD3D0A-2B05-8330-799D-2E3C5729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2" name="Rectangle 660">
              <a:extLst>
                <a:ext uri="{FF2B5EF4-FFF2-40B4-BE49-F238E27FC236}">
                  <a16:creationId xmlns:a16="http://schemas.microsoft.com/office/drawing/2014/main" id="{66ED9200-8100-9F89-7C27-FBB32D7F6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3" name="Rectangle 661">
              <a:extLst>
                <a:ext uri="{FF2B5EF4-FFF2-40B4-BE49-F238E27FC236}">
                  <a16:creationId xmlns:a16="http://schemas.microsoft.com/office/drawing/2014/main" id="{67A846A4-346C-3BC3-2663-106E96FCC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4" name="Rectangle 662">
              <a:extLst>
                <a:ext uri="{FF2B5EF4-FFF2-40B4-BE49-F238E27FC236}">
                  <a16:creationId xmlns:a16="http://schemas.microsoft.com/office/drawing/2014/main" id="{5F13600D-636C-694C-2A05-29CD2D74D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85" name="Rectangle 663">
              <a:extLst>
                <a:ext uri="{FF2B5EF4-FFF2-40B4-BE49-F238E27FC236}">
                  <a16:creationId xmlns:a16="http://schemas.microsoft.com/office/drawing/2014/main" id="{EA287D20-9CA7-4916-3A90-FAADF6079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7" name="Group 664">
            <a:extLst>
              <a:ext uri="{FF2B5EF4-FFF2-40B4-BE49-F238E27FC236}">
                <a16:creationId xmlns:a16="http://schemas.microsoft.com/office/drawing/2014/main" id="{CDF2E042-BD56-F74E-6C47-E14E5AB0481E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4011613"/>
            <a:ext cx="1474788" cy="1463675"/>
            <a:chOff x="262" y="1078"/>
            <a:chExt cx="929" cy="922"/>
          </a:xfrm>
        </p:grpSpPr>
        <p:sp>
          <p:nvSpPr>
            <p:cNvPr id="29868" name="Rectangle 665">
              <a:extLst>
                <a:ext uri="{FF2B5EF4-FFF2-40B4-BE49-F238E27FC236}">
                  <a16:creationId xmlns:a16="http://schemas.microsoft.com/office/drawing/2014/main" id="{6979A63F-EE9F-8F49-05DA-A16A12FDB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9" name="Rectangle 666">
              <a:extLst>
                <a:ext uri="{FF2B5EF4-FFF2-40B4-BE49-F238E27FC236}">
                  <a16:creationId xmlns:a16="http://schemas.microsoft.com/office/drawing/2014/main" id="{2574FD59-7FC1-5598-2B2F-F5718D77E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0" name="Rectangle 667">
              <a:extLst>
                <a:ext uri="{FF2B5EF4-FFF2-40B4-BE49-F238E27FC236}">
                  <a16:creationId xmlns:a16="http://schemas.microsoft.com/office/drawing/2014/main" id="{E96D54A5-8A27-2E6E-FCEE-B5E9F051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1" name="Rectangle 668">
              <a:extLst>
                <a:ext uri="{FF2B5EF4-FFF2-40B4-BE49-F238E27FC236}">
                  <a16:creationId xmlns:a16="http://schemas.microsoft.com/office/drawing/2014/main" id="{2293C4F4-E99F-4230-CC3D-9DF198BF3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2" name="Rectangle 669">
              <a:extLst>
                <a:ext uri="{FF2B5EF4-FFF2-40B4-BE49-F238E27FC236}">
                  <a16:creationId xmlns:a16="http://schemas.microsoft.com/office/drawing/2014/main" id="{A8DC1EB2-52DE-7298-3F62-416B2698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3" name="Rectangle 670">
              <a:extLst>
                <a:ext uri="{FF2B5EF4-FFF2-40B4-BE49-F238E27FC236}">
                  <a16:creationId xmlns:a16="http://schemas.microsoft.com/office/drawing/2014/main" id="{D6DC340F-3C64-115E-15B3-0EA993C07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4" name="Rectangle 671">
              <a:extLst>
                <a:ext uri="{FF2B5EF4-FFF2-40B4-BE49-F238E27FC236}">
                  <a16:creationId xmlns:a16="http://schemas.microsoft.com/office/drawing/2014/main" id="{9BD5532A-056D-B753-B9C3-A6F5F8AD4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5" name="Rectangle 672">
              <a:extLst>
                <a:ext uri="{FF2B5EF4-FFF2-40B4-BE49-F238E27FC236}">
                  <a16:creationId xmlns:a16="http://schemas.microsoft.com/office/drawing/2014/main" id="{9E79C766-FABF-32BE-F1EE-E5A69550E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76" name="Rectangle 673">
              <a:extLst>
                <a:ext uri="{FF2B5EF4-FFF2-40B4-BE49-F238E27FC236}">
                  <a16:creationId xmlns:a16="http://schemas.microsoft.com/office/drawing/2014/main" id="{64E9203D-E967-9C73-3789-3A4BCC4E5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8" name="Group 674">
            <a:extLst>
              <a:ext uri="{FF2B5EF4-FFF2-40B4-BE49-F238E27FC236}">
                <a16:creationId xmlns:a16="http://schemas.microsoft.com/office/drawing/2014/main" id="{AF90439F-2AE2-253E-4B8F-C2931B8378BE}"/>
              </a:ext>
            </a:extLst>
          </p:cNvPr>
          <p:cNvGrpSpPr>
            <a:grpSpLocks/>
          </p:cNvGrpSpPr>
          <p:nvPr/>
        </p:nvGrpSpPr>
        <p:grpSpPr bwMode="auto">
          <a:xfrm>
            <a:off x="2827338" y="4011613"/>
            <a:ext cx="1474787" cy="1463675"/>
            <a:chOff x="262" y="1078"/>
            <a:chExt cx="929" cy="922"/>
          </a:xfrm>
        </p:grpSpPr>
        <p:sp>
          <p:nvSpPr>
            <p:cNvPr id="29859" name="Rectangle 675">
              <a:extLst>
                <a:ext uri="{FF2B5EF4-FFF2-40B4-BE49-F238E27FC236}">
                  <a16:creationId xmlns:a16="http://schemas.microsoft.com/office/drawing/2014/main" id="{CAD80326-8FD7-5D0C-EF86-D1A531117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0" name="Rectangle 676">
              <a:extLst>
                <a:ext uri="{FF2B5EF4-FFF2-40B4-BE49-F238E27FC236}">
                  <a16:creationId xmlns:a16="http://schemas.microsoft.com/office/drawing/2014/main" id="{ECD401FE-CB0E-389E-661E-BCE2673DE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1" name="Rectangle 677">
              <a:extLst>
                <a:ext uri="{FF2B5EF4-FFF2-40B4-BE49-F238E27FC236}">
                  <a16:creationId xmlns:a16="http://schemas.microsoft.com/office/drawing/2014/main" id="{0D5AB155-E757-372B-0CF4-3A7C8CC95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2" name="Rectangle 678">
              <a:extLst>
                <a:ext uri="{FF2B5EF4-FFF2-40B4-BE49-F238E27FC236}">
                  <a16:creationId xmlns:a16="http://schemas.microsoft.com/office/drawing/2014/main" id="{D2E3BC77-EE41-FF0E-C8D5-3D009EE1C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3" name="Rectangle 679">
              <a:extLst>
                <a:ext uri="{FF2B5EF4-FFF2-40B4-BE49-F238E27FC236}">
                  <a16:creationId xmlns:a16="http://schemas.microsoft.com/office/drawing/2014/main" id="{B77889E9-C720-ADC1-1937-441AFE1C9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4" name="Rectangle 680">
              <a:extLst>
                <a:ext uri="{FF2B5EF4-FFF2-40B4-BE49-F238E27FC236}">
                  <a16:creationId xmlns:a16="http://schemas.microsoft.com/office/drawing/2014/main" id="{9424A54C-0AF5-1952-FE43-3EC36BC61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5" name="Rectangle 681">
              <a:extLst>
                <a:ext uri="{FF2B5EF4-FFF2-40B4-BE49-F238E27FC236}">
                  <a16:creationId xmlns:a16="http://schemas.microsoft.com/office/drawing/2014/main" id="{470E31FC-04E4-13A1-C072-B7FDEE5C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6" name="Rectangle 682">
              <a:extLst>
                <a:ext uri="{FF2B5EF4-FFF2-40B4-BE49-F238E27FC236}">
                  <a16:creationId xmlns:a16="http://schemas.microsoft.com/office/drawing/2014/main" id="{13434C60-14EB-F7CB-9725-032559C38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67" name="Rectangle 683">
              <a:extLst>
                <a:ext uri="{FF2B5EF4-FFF2-40B4-BE49-F238E27FC236}">
                  <a16:creationId xmlns:a16="http://schemas.microsoft.com/office/drawing/2014/main" id="{58864E2E-FB1C-1DD6-D41F-0505D9C6A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69" name="Group 684">
            <a:extLst>
              <a:ext uri="{FF2B5EF4-FFF2-40B4-BE49-F238E27FC236}">
                <a16:creationId xmlns:a16="http://schemas.microsoft.com/office/drawing/2014/main" id="{E62AA9AB-D5DC-15C8-7660-F4A0F8E997EC}"/>
              </a:ext>
            </a:extLst>
          </p:cNvPr>
          <p:cNvGrpSpPr>
            <a:grpSpLocks/>
          </p:cNvGrpSpPr>
          <p:nvPr/>
        </p:nvGrpSpPr>
        <p:grpSpPr bwMode="auto">
          <a:xfrm>
            <a:off x="3319463" y="4011613"/>
            <a:ext cx="1474787" cy="1463675"/>
            <a:chOff x="262" y="1078"/>
            <a:chExt cx="929" cy="922"/>
          </a:xfrm>
        </p:grpSpPr>
        <p:sp>
          <p:nvSpPr>
            <p:cNvPr id="29850" name="Rectangle 685">
              <a:extLst>
                <a:ext uri="{FF2B5EF4-FFF2-40B4-BE49-F238E27FC236}">
                  <a16:creationId xmlns:a16="http://schemas.microsoft.com/office/drawing/2014/main" id="{4DE103B5-FF77-4957-6D45-DCA285458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1" name="Rectangle 686">
              <a:extLst>
                <a:ext uri="{FF2B5EF4-FFF2-40B4-BE49-F238E27FC236}">
                  <a16:creationId xmlns:a16="http://schemas.microsoft.com/office/drawing/2014/main" id="{1D66D7CA-7645-06E0-93EC-CE7A40211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2" name="Rectangle 687">
              <a:extLst>
                <a:ext uri="{FF2B5EF4-FFF2-40B4-BE49-F238E27FC236}">
                  <a16:creationId xmlns:a16="http://schemas.microsoft.com/office/drawing/2014/main" id="{D21883AA-5761-6E3E-3826-096B7EBDC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3" name="Rectangle 688">
              <a:extLst>
                <a:ext uri="{FF2B5EF4-FFF2-40B4-BE49-F238E27FC236}">
                  <a16:creationId xmlns:a16="http://schemas.microsoft.com/office/drawing/2014/main" id="{7A17A097-1BDA-4542-A95F-E9116D429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4" name="Rectangle 689">
              <a:extLst>
                <a:ext uri="{FF2B5EF4-FFF2-40B4-BE49-F238E27FC236}">
                  <a16:creationId xmlns:a16="http://schemas.microsoft.com/office/drawing/2014/main" id="{19AA684D-6B69-A09E-BD3C-8FDFA5542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5" name="Rectangle 690">
              <a:extLst>
                <a:ext uri="{FF2B5EF4-FFF2-40B4-BE49-F238E27FC236}">
                  <a16:creationId xmlns:a16="http://schemas.microsoft.com/office/drawing/2014/main" id="{16080358-8BE1-7477-C7E5-C41549E77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6" name="Rectangle 691">
              <a:extLst>
                <a:ext uri="{FF2B5EF4-FFF2-40B4-BE49-F238E27FC236}">
                  <a16:creationId xmlns:a16="http://schemas.microsoft.com/office/drawing/2014/main" id="{F6BE66A7-B218-F66A-17BB-7DBE5B3AB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7" name="Rectangle 692">
              <a:extLst>
                <a:ext uri="{FF2B5EF4-FFF2-40B4-BE49-F238E27FC236}">
                  <a16:creationId xmlns:a16="http://schemas.microsoft.com/office/drawing/2014/main" id="{FFFA10EA-C90A-CFCE-3AE5-96A30C772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58" name="Rectangle 693">
              <a:extLst>
                <a:ext uri="{FF2B5EF4-FFF2-40B4-BE49-F238E27FC236}">
                  <a16:creationId xmlns:a16="http://schemas.microsoft.com/office/drawing/2014/main" id="{A7883361-6E60-262C-543D-0A7D08F9C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70" name="Group 694">
            <a:extLst>
              <a:ext uri="{FF2B5EF4-FFF2-40B4-BE49-F238E27FC236}">
                <a16:creationId xmlns:a16="http://schemas.microsoft.com/office/drawing/2014/main" id="{5E13B2A9-2782-0248-5130-1D4C01A36DD6}"/>
              </a:ext>
            </a:extLst>
          </p:cNvPr>
          <p:cNvGrpSpPr>
            <a:grpSpLocks/>
          </p:cNvGrpSpPr>
          <p:nvPr/>
        </p:nvGrpSpPr>
        <p:grpSpPr bwMode="auto">
          <a:xfrm>
            <a:off x="1382713" y="4011613"/>
            <a:ext cx="1474787" cy="1463675"/>
            <a:chOff x="262" y="1078"/>
            <a:chExt cx="929" cy="922"/>
          </a:xfrm>
        </p:grpSpPr>
        <p:sp>
          <p:nvSpPr>
            <p:cNvPr id="29841" name="Rectangle 695">
              <a:extLst>
                <a:ext uri="{FF2B5EF4-FFF2-40B4-BE49-F238E27FC236}">
                  <a16:creationId xmlns:a16="http://schemas.microsoft.com/office/drawing/2014/main" id="{1B353504-1A9F-4B94-BC40-6382286C4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2" name="Rectangle 696">
              <a:extLst>
                <a:ext uri="{FF2B5EF4-FFF2-40B4-BE49-F238E27FC236}">
                  <a16:creationId xmlns:a16="http://schemas.microsoft.com/office/drawing/2014/main" id="{58333E75-ED3B-2C10-5951-B3336C763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3" name="Rectangle 697">
              <a:extLst>
                <a:ext uri="{FF2B5EF4-FFF2-40B4-BE49-F238E27FC236}">
                  <a16:creationId xmlns:a16="http://schemas.microsoft.com/office/drawing/2014/main" id="{08FB6EE2-9559-9DB3-26FD-03933CE78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4" name="Rectangle 698">
              <a:extLst>
                <a:ext uri="{FF2B5EF4-FFF2-40B4-BE49-F238E27FC236}">
                  <a16:creationId xmlns:a16="http://schemas.microsoft.com/office/drawing/2014/main" id="{1E2FF9B5-40F4-9B6D-ABA0-01349CB10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5" name="Rectangle 699">
              <a:extLst>
                <a:ext uri="{FF2B5EF4-FFF2-40B4-BE49-F238E27FC236}">
                  <a16:creationId xmlns:a16="http://schemas.microsoft.com/office/drawing/2014/main" id="{18A39916-E782-C04A-3FA7-341F4638A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6" name="Rectangle 700">
              <a:extLst>
                <a:ext uri="{FF2B5EF4-FFF2-40B4-BE49-F238E27FC236}">
                  <a16:creationId xmlns:a16="http://schemas.microsoft.com/office/drawing/2014/main" id="{02D9FF3C-C15E-251B-CAC5-F01F1EEFA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7" name="Rectangle 701">
              <a:extLst>
                <a:ext uri="{FF2B5EF4-FFF2-40B4-BE49-F238E27FC236}">
                  <a16:creationId xmlns:a16="http://schemas.microsoft.com/office/drawing/2014/main" id="{F1DB0F75-209B-132C-D6ED-0AB235E5D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8" name="Rectangle 702">
              <a:extLst>
                <a:ext uri="{FF2B5EF4-FFF2-40B4-BE49-F238E27FC236}">
                  <a16:creationId xmlns:a16="http://schemas.microsoft.com/office/drawing/2014/main" id="{649EE033-0F8E-839C-D150-8A8EBEB15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9" name="Rectangle 703">
              <a:extLst>
                <a:ext uri="{FF2B5EF4-FFF2-40B4-BE49-F238E27FC236}">
                  <a16:creationId xmlns:a16="http://schemas.microsoft.com/office/drawing/2014/main" id="{1695A97F-3318-9981-C56C-9A4EE73BF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871" name="Group 704">
            <a:extLst>
              <a:ext uri="{FF2B5EF4-FFF2-40B4-BE49-F238E27FC236}">
                <a16:creationId xmlns:a16="http://schemas.microsoft.com/office/drawing/2014/main" id="{2BC752E4-F5AE-6E3B-6EDE-79C54EA0BE19}"/>
              </a:ext>
            </a:extLst>
          </p:cNvPr>
          <p:cNvGrpSpPr>
            <a:grpSpLocks/>
          </p:cNvGrpSpPr>
          <p:nvPr/>
        </p:nvGrpSpPr>
        <p:grpSpPr bwMode="auto">
          <a:xfrm>
            <a:off x="-100013" y="4508500"/>
            <a:ext cx="1474788" cy="1463675"/>
            <a:chOff x="262" y="1078"/>
            <a:chExt cx="929" cy="922"/>
          </a:xfrm>
        </p:grpSpPr>
        <p:sp>
          <p:nvSpPr>
            <p:cNvPr id="29832" name="Rectangle 705">
              <a:extLst>
                <a:ext uri="{FF2B5EF4-FFF2-40B4-BE49-F238E27FC236}">
                  <a16:creationId xmlns:a16="http://schemas.microsoft.com/office/drawing/2014/main" id="{D1991D3A-D800-E76B-B0EC-996FF1FC9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3" name="Rectangle 706">
              <a:extLst>
                <a:ext uri="{FF2B5EF4-FFF2-40B4-BE49-F238E27FC236}">
                  <a16:creationId xmlns:a16="http://schemas.microsoft.com/office/drawing/2014/main" id="{E9FA1712-EA79-41D2-6902-476E18494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4" name="Rectangle 707">
              <a:extLst>
                <a:ext uri="{FF2B5EF4-FFF2-40B4-BE49-F238E27FC236}">
                  <a16:creationId xmlns:a16="http://schemas.microsoft.com/office/drawing/2014/main" id="{1EFE85B8-CF5F-3885-48DE-E03D6B552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5" name="Rectangle 708">
              <a:extLst>
                <a:ext uri="{FF2B5EF4-FFF2-40B4-BE49-F238E27FC236}">
                  <a16:creationId xmlns:a16="http://schemas.microsoft.com/office/drawing/2014/main" id="{DD445075-5D7F-BD18-196B-A8F8A93B0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6" name="Rectangle 709">
              <a:extLst>
                <a:ext uri="{FF2B5EF4-FFF2-40B4-BE49-F238E27FC236}">
                  <a16:creationId xmlns:a16="http://schemas.microsoft.com/office/drawing/2014/main" id="{68FE056A-D8A4-6908-C7E7-6FF5FCF7A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7" name="Rectangle 710">
              <a:extLst>
                <a:ext uri="{FF2B5EF4-FFF2-40B4-BE49-F238E27FC236}">
                  <a16:creationId xmlns:a16="http://schemas.microsoft.com/office/drawing/2014/main" id="{7D389D79-BA3A-A19F-F8F8-C7919314E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8" name="Rectangle 711">
              <a:extLst>
                <a:ext uri="{FF2B5EF4-FFF2-40B4-BE49-F238E27FC236}">
                  <a16:creationId xmlns:a16="http://schemas.microsoft.com/office/drawing/2014/main" id="{E5AA484D-5102-86CB-3128-095A37E7F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9" name="Rectangle 712">
              <a:extLst>
                <a:ext uri="{FF2B5EF4-FFF2-40B4-BE49-F238E27FC236}">
                  <a16:creationId xmlns:a16="http://schemas.microsoft.com/office/drawing/2014/main" id="{98C72AA0-5FEA-4095-7CBB-4DB5F5F1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40" name="Rectangle 713">
              <a:extLst>
                <a:ext uri="{FF2B5EF4-FFF2-40B4-BE49-F238E27FC236}">
                  <a16:creationId xmlns:a16="http://schemas.microsoft.com/office/drawing/2014/main" id="{461ABE11-6F11-7DF7-24CB-BDB747B56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26" name="Group 714">
            <a:extLst>
              <a:ext uri="{FF2B5EF4-FFF2-40B4-BE49-F238E27FC236}">
                <a16:creationId xmlns:a16="http://schemas.microsoft.com/office/drawing/2014/main" id="{66333332-20C4-EF74-F58F-2E4EB7BA638F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4508500"/>
            <a:ext cx="1474788" cy="1463675"/>
            <a:chOff x="262" y="1078"/>
            <a:chExt cx="929" cy="922"/>
          </a:xfrm>
        </p:grpSpPr>
        <p:sp>
          <p:nvSpPr>
            <p:cNvPr id="29823" name="Rectangle 715">
              <a:extLst>
                <a:ext uri="{FF2B5EF4-FFF2-40B4-BE49-F238E27FC236}">
                  <a16:creationId xmlns:a16="http://schemas.microsoft.com/office/drawing/2014/main" id="{217930CA-A802-A89A-79C8-F36248494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4" name="Rectangle 716">
              <a:extLst>
                <a:ext uri="{FF2B5EF4-FFF2-40B4-BE49-F238E27FC236}">
                  <a16:creationId xmlns:a16="http://schemas.microsoft.com/office/drawing/2014/main" id="{1110D7E7-BCAE-1679-EA95-B0209204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5" name="Rectangle 717">
              <a:extLst>
                <a:ext uri="{FF2B5EF4-FFF2-40B4-BE49-F238E27FC236}">
                  <a16:creationId xmlns:a16="http://schemas.microsoft.com/office/drawing/2014/main" id="{A46A266C-8FFF-F000-383E-A7DA01FD7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6" name="Rectangle 718">
              <a:extLst>
                <a:ext uri="{FF2B5EF4-FFF2-40B4-BE49-F238E27FC236}">
                  <a16:creationId xmlns:a16="http://schemas.microsoft.com/office/drawing/2014/main" id="{FDBCC46E-6700-9ADB-21C4-550CC7ABD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7" name="Rectangle 719">
              <a:extLst>
                <a:ext uri="{FF2B5EF4-FFF2-40B4-BE49-F238E27FC236}">
                  <a16:creationId xmlns:a16="http://schemas.microsoft.com/office/drawing/2014/main" id="{3C077489-0E05-6712-2B66-2E71E7D1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8" name="Rectangle 720">
              <a:extLst>
                <a:ext uri="{FF2B5EF4-FFF2-40B4-BE49-F238E27FC236}">
                  <a16:creationId xmlns:a16="http://schemas.microsoft.com/office/drawing/2014/main" id="{B22F43ED-A778-ACA4-5494-9C576EE4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9" name="Rectangle 721">
              <a:extLst>
                <a:ext uri="{FF2B5EF4-FFF2-40B4-BE49-F238E27FC236}">
                  <a16:creationId xmlns:a16="http://schemas.microsoft.com/office/drawing/2014/main" id="{5B5B92DC-F3BD-25E0-3B99-FB0796B40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0" name="Rectangle 722">
              <a:extLst>
                <a:ext uri="{FF2B5EF4-FFF2-40B4-BE49-F238E27FC236}">
                  <a16:creationId xmlns:a16="http://schemas.microsoft.com/office/drawing/2014/main" id="{4793E576-0FE4-F78C-0945-51EB0C8C7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31" name="Rectangle 723">
              <a:extLst>
                <a:ext uri="{FF2B5EF4-FFF2-40B4-BE49-F238E27FC236}">
                  <a16:creationId xmlns:a16="http://schemas.microsoft.com/office/drawing/2014/main" id="{CC1BE9DA-ABB5-E3EC-9157-6851A6F15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27" name="Group 724">
            <a:extLst>
              <a:ext uri="{FF2B5EF4-FFF2-40B4-BE49-F238E27FC236}">
                <a16:creationId xmlns:a16="http://schemas.microsoft.com/office/drawing/2014/main" id="{C309C568-8F2B-4AD0-B403-7F52E6E19F3B}"/>
              </a:ext>
            </a:extLst>
          </p:cNvPr>
          <p:cNvGrpSpPr>
            <a:grpSpLocks/>
          </p:cNvGrpSpPr>
          <p:nvPr/>
        </p:nvGrpSpPr>
        <p:grpSpPr bwMode="auto">
          <a:xfrm>
            <a:off x="884238" y="4508500"/>
            <a:ext cx="1474787" cy="1463675"/>
            <a:chOff x="262" y="1078"/>
            <a:chExt cx="929" cy="922"/>
          </a:xfrm>
        </p:grpSpPr>
        <p:sp>
          <p:nvSpPr>
            <p:cNvPr id="29814" name="Rectangle 725">
              <a:extLst>
                <a:ext uri="{FF2B5EF4-FFF2-40B4-BE49-F238E27FC236}">
                  <a16:creationId xmlns:a16="http://schemas.microsoft.com/office/drawing/2014/main" id="{AE0A4260-67BF-AB98-1195-FAF68D930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5" name="Rectangle 726">
              <a:extLst>
                <a:ext uri="{FF2B5EF4-FFF2-40B4-BE49-F238E27FC236}">
                  <a16:creationId xmlns:a16="http://schemas.microsoft.com/office/drawing/2014/main" id="{A552F220-118C-B9FB-9CE4-333ACAE29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6" name="Rectangle 727">
              <a:extLst>
                <a:ext uri="{FF2B5EF4-FFF2-40B4-BE49-F238E27FC236}">
                  <a16:creationId xmlns:a16="http://schemas.microsoft.com/office/drawing/2014/main" id="{2D81D863-9022-DD8C-851D-ABF05D130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7" name="Rectangle 728">
              <a:extLst>
                <a:ext uri="{FF2B5EF4-FFF2-40B4-BE49-F238E27FC236}">
                  <a16:creationId xmlns:a16="http://schemas.microsoft.com/office/drawing/2014/main" id="{3046DA30-CF4C-67C2-7E8F-74A3D9735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8" name="Rectangle 729">
              <a:extLst>
                <a:ext uri="{FF2B5EF4-FFF2-40B4-BE49-F238E27FC236}">
                  <a16:creationId xmlns:a16="http://schemas.microsoft.com/office/drawing/2014/main" id="{CE568A5C-2B32-EA92-29C3-7CDF9C54F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9" name="Rectangle 730">
              <a:extLst>
                <a:ext uri="{FF2B5EF4-FFF2-40B4-BE49-F238E27FC236}">
                  <a16:creationId xmlns:a16="http://schemas.microsoft.com/office/drawing/2014/main" id="{533C8930-CA38-33AC-59E3-A76638C8B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0" name="Rectangle 731">
              <a:extLst>
                <a:ext uri="{FF2B5EF4-FFF2-40B4-BE49-F238E27FC236}">
                  <a16:creationId xmlns:a16="http://schemas.microsoft.com/office/drawing/2014/main" id="{B0D43945-871C-55C0-28AD-733B583C1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1" name="Rectangle 732">
              <a:extLst>
                <a:ext uri="{FF2B5EF4-FFF2-40B4-BE49-F238E27FC236}">
                  <a16:creationId xmlns:a16="http://schemas.microsoft.com/office/drawing/2014/main" id="{FBBB680B-A7D3-A563-8CD6-F6B89B7B5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22" name="Rectangle 733">
              <a:extLst>
                <a:ext uri="{FF2B5EF4-FFF2-40B4-BE49-F238E27FC236}">
                  <a16:creationId xmlns:a16="http://schemas.microsoft.com/office/drawing/2014/main" id="{FE6DE05D-396F-F5A4-E2BC-99E6414F9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28" name="Group 734">
            <a:extLst>
              <a:ext uri="{FF2B5EF4-FFF2-40B4-BE49-F238E27FC236}">
                <a16:creationId xmlns:a16="http://schemas.microsoft.com/office/drawing/2014/main" id="{4E769142-F248-F82A-E9A5-2E15059B9FAC}"/>
              </a:ext>
            </a:extLst>
          </p:cNvPr>
          <p:cNvGrpSpPr>
            <a:grpSpLocks/>
          </p:cNvGrpSpPr>
          <p:nvPr/>
        </p:nvGrpSpPr>
        <p:grpSpPr bwMode="auto">
          <a:xfrm>
            <a:off x="1855788" y="4508500"/>
            <a:ext cx="1474787" cy="1463675"/>
            <a:chOff x="262" y="1078"/>
            <a:chExt cx="929" cy="922"/>
          </a:xfrm>
        </p:grpSpPr>
        <p:sp>
          <p:nvSpPr>
            <p:cNvPr id="29805" name="Rectangle 735">
              <a:extLst>
                <a:ext uri="{FF2B5EF4-FFF2-40B4-BE49-F238E27FC236}">
                  <a16:creationId xmlns:a16="http://schemas.microsoft.com/office/drawing/2014/main" id="{932C1B9E-D1DE-7501-2DAA-1CA554D7C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6" name="Rectangle 736">
              <a:extLst>
                <a:ext uri="{FF2B5EF4-FFF2-40B4-BE49-F238E27FC236}">
                  <a16:creationId xmlns:a16="http://schemas.microsoft.com/office/drawing/2014/main" id="{3CF3B83E-5E9B-7DEB-9F09-1B6D93DFF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7" name="Rectangle 737">
              <a:extLst>
                <a:ext uri="{FF2B5EF4-FFF2-40B4-BE49-F238E27FC236}">
                  <a16:creationId xmlns:a16="http://schemas.microsoft.com/office/drawing/2014/main" id="{67C16761-9BC5-E3A7-50A4-739D2D813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8" name="Rectangle 738">
              <a:extLst>
                <a:ext uri="{FF2B5EF4-FFF2-40B4-BE49-F238E27FC236}">
                  <a16:creationId xmlns:a16="http://schemas.microsoft.com/office/drawing/2014/main" id="{00ACBAFB-3F7A-2407-3B22-5420932E4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9" name="Rectangle 739">
              <a:extLst>
                <a:ext uri="{FF2B5EF4-FFF2-40B4-BE49-F238E27FC236}">
                  <a16:creationId xmlns:a16="http://schemas.microsoft.com/office/drawing/2014/main" id="{C34C7465-EE48-2F8B-A3DC-599D30F2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0" name="Rectangle 740">
              <a:extLst>
                <a:ext uri="{FF2B5EF4-FFF2-40B4-BE49-F238E27FC236}">
                  <a16:creationId xmlns:a16="http://schemas.microsoft.com/office/drawing/2014/main" id="{9B5B7B6D-6837-F03D-F3BE-F836824D4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1" name="Rectangle 741">
              <a:extLst>
                <a:ext uri="{FF2B5EF4-FFF2-40B4-BE49-F238E27FC236}">
                  <a16:creationId xmlns:a16="http://schemas.microsoft.com/office/drawing/2014/main" id="{C63184FF-4A53-D99A-D069-DFBCF6954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2" name="Rectangle 742">
              <a:extLst>
                <a:ext uri="{FF2B5EF4-FFF2-40B4-BE49-F238E27FC236}">
                  <a16:creationId xmlns:a16="http://schemas.microsoft.com/office/drawing/2014/main" id="{A3FA8FE0-BD5F-91C4-8090-BB525EE67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13" name="Rectangle 743">
              <a:extLst>
                <a:ext uri="{FF2B5EF4-FFF2-40B4-BE49-F238E27FC236}">
                  <a16:creationId xmlns:a16="http://schemas.microsoft.com/office/drawing/2014/main" id="{15390FD9-54D9-AAA9-B7AC-EDF8A9D95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29" name="Group 744">
            <a:extLst>
              <a:ext uri="{FF2B5EF4-FFF2-40B4-BE49-F238E27FC236}">
                <a16:creationId xmlns:a16="http://schemas.microsoft.com/office/drawing/2014/main" id="{AE4A2622-2A21-73EF-F4CA-A1F647A9E3B5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4508500"/>
            <a:ext cx="1474787" cy="1463675"/>
            <a:chOff x="262" y="1078"/>
            <a:chExt cx="929" cy="922"/>
          </a:xfrm>
        </p:grpSpPr>
        <p:sp>
          <p:nvSpPr>
            <p:cNvPr id="29796" name="Rectangle 745">
              <a:extLst>
                <a:ext uri="{FF2B5EF4-FFF2-40B4-BE49-F238E27FC236}">
                  <a16:creationId xmlns:a16="http://schemas.microsoft.com/office/drawing/2014/main" id="{78158114-E501-66BB-076E-86238C5DF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7" name="Rectangle 746">
              <a:extLst>
                <a:ext uri="{FF2B5EF4-FFF2-40B4-BE49-F238E27FC236}">
                  <a16:creationId xmlns:a16="http://schemas.microsoft.com/office/drawing/2014/main" id="{DCFB818A-5A13-F2F6-D1E4-AFD6260CD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8" name="Rectangle 747">
              <a:extLst>
                <a:ext uri="{FF2B5EF4-FFF2-40B4-BE49-F238E27FC236}">
                  <a16:creationId xmlns:a16="http://schemas.microsoft.com/office/drawing/2014/main" id="{E6E1907F-6C1C-7571-BFD6-BF35B7FA7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9" name="Rectangle 748">
              <a:extLst>
                <a:ext uri="{FF2B5EF4-FFF2-40B4-BE49-F238E27FC236}">
                  <a16:creationId xmlns:a16="http://schemas.microsoft.com/office/drawing/2014/main" id="{DCE1CF03-6B7A-6198-BFFC-49C33118C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0" name="Rectangle 749">
              <a:extLst>
                <a:ext uri="{FF2B5EF4-FFF2-40B4-BE49-F238E27FC236}">
                  <a16:creationId xmlns:a16="http://schemas.microsoft.com/office/drawing/2014/main" id="{CCF86E91-3789-3840-0E94-19EF36B2C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1" name="Rectangle 750">
              <a:extLst>
                <a:ext uri="{FF2B5EF4-FFF2-40B4-BE49-F238E27FC236}">
                  <a16:creationId xmlns:a16="http://schemas.microsoft.com/office/drawing/2014/main" id="{63B37316-5868-823C-2B50-206A99B49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2" name="Rectangle 751">
              <a:extLst>
                <a:ext uri="{FF2B5EF4-FFF2-40B4-BE49-F238E27FC236}">
                  <a16:creationId xmlns:a16="http://schemas.microsoft.com/office/drawing/2014/main" id="{97C1EB3D-E707-27FA-C953-FD3236D3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3" name="Rectangle 752">
              <a:extLst>
                <a:ext uri="{FF2B5EF4-FFF2-40B4-BE49-F238E27FC236}">
                  <a16:creationId xmlns:a16="http://schemas.microsoft.com/office/drawing/2014/main" id="{172616AD-D770-4563-C0EB-866A40523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04" name="Rectangle 753">
              <a:extLst>
                <a:ext uri="{FF2B5EF4-FFF2-40B4-BE49-F238E27FC236}">
                  <a16:creationId xmlns:a16="http://schemas.microsoft.com/office/drawing/2014/main" id="{DD5F0178-1959-C96B-1208-58B34FFA4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30" name="Group 754">
            <a:extLst>
              <a:ext uri="{FF2B5EF4-FFF2-40B4-BE49-F238E27FC236}">
                <a16:creationId xmlns:a16="http://schemas.microsoft.com/office/drawing/2014/main" id="{095CDC6C-F88D-C4F8-616F-4AE6EFE1F72F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4508500"/>
            <a:ext cx="1474788" cy="1463675"/>
            <a:chOff x="262" y="1078"/>
            <a:chExt cx="929" cy="922"/>
          </a:xfrm>
        </p:grpSpPr>
        <p:sp>
          <p:nvSpPr>
            <p:cNvPr id="29787" name="Rectangle 755">
              <a:extLst>
                <a:ext uri="{FF2B5EF4-FFF2-40B4-BE49-F238E27FC236}">
                  <a16:creationId xmlns:a16="http://schemas.microsoft.com/office/drawing/2014/main" id="{E7D4954E-3081-62C4-7339-A94C96B59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8" name="Rectangle 756">
              <a:extLst>
                <a:ext uri="{FF2B5EF4-FFF2-40B4-BE49-F238E27FC236}">
                  <a16:creationId xmlns:a16="http://schemas.microsoft.com/office/drawing/2014/main" id="{5FE15B2C-D8AF-8778-1C19-5FC7DA260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9" name="Rectangle 757">
              <a:extLst>
                <a:ext uri="{FF2B5EF4-FFF2-40B4-BE49-F238E27FC236}">
                  <a16:creationId xmlns:a16="http://schemas.microsoft.com/office/drawing/2014/main" id="{2D527814-9302-6A40-BF52-33D957A48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0" name="Rectangle 758">
              <a:extLst>
                <a:ext uri="{FF2B5EF4-FFF2-40B4-BE49-F238E27FC236}">
                  <a16:creationId xmlns:a16="http://schemas.microsoft.com/office/drawing/2014/main" id="{90EE89C9-B439-33F1-6FA6-30A08B15E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1" name="Rectangle 759">
              <a:extLst>
                <a:ext uri="{FF2B5EF4-FFF2-40B4-BE49-F238E27FC236}">
                  <a16:creationId xmlns:a16="http://schemas.microsoft.com/office/drawing/2014/main" id="{A5A790CE-FF79-13F0-17DA-47C38A541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2" name="Rectangle 760">
              <a:extLst>
                <a:ext uri="{FF2B5EF4-FFF2-40B4-BE49-F238E27FC236}">
                  <a16:creationId xmlns:a16="http://schemas.microsoft.com/office/drawing/2014/main" id="{8B9E4DEE-5DE1-57CC-6B0D-E68265111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3" name="Rectangle 761">
              <a:extLst>
                <a:ext uri="{FF2B5EF4-FFF2-40B4-BE49-F238E27FC236}">
                  <a16:creationId xmlns:a16="http://schemas.microsoft.com/office/drawing/2014/main" id="{5530109E-2BCE-B76E-1DB8-4445FDEEB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4" name="Rectangle 762">
              <a:extLst>
                <a:ext uri="{FF2B5EF4-FFF2-40B4-BE49-F238E27FC236}">
                  <a16:creationId xmlns:a16="http://schemas.microsoft.com/office/drawing/2014/main" id="{97FFBFD2-07E1-F402-709A-85B6DC8A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5" name="Rectangle 763">
              <a:extLst>
                <a:ext uri="{FF2B5EF4-FFF2-40B4-BE49-F238E27FC236}">
                  <a16:creationId xmlns:a16="http://schemas.microsoft.com/office/drawing/2014/main" id="{ED8EA0D4-9BFF-4BE4-7827-247E3AC3A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31" name="Group 764">
            <a:extLst>
              <a:ext uri="{FF2B5EF4-FFF2-40B4-BE49-F238E27FC236}">
                <a16:creationId xmlns:a16="http://schemas.microsoft.com/office/drawing/2014/main" id="{F62D2F68-1F6D-711F-7E5E-38EEC5DA9354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508500"/>
            <a:ext cx="1474788" cy="1463675"/>
            <a:chOff x="262" y="1078"/>
            <a:chExt cx="929" cy="922"/>
          </a:xfrm>
        </p:grpSpPr>
        <p:sp>
          <p:nvSpPr>
            <p:cNvPr id="29778" name="Rectangle 765">
              <a:extLst>
                <a:ext uri="{FF2B5EF4-FFF2-40B4-BE49-F238E27FC236}">
                  <a16:creationId xmlns:a16="http://schemas.microsoft.com/office/drawing/2014/main" id="{D17ECA46-9387-7861-CA62-5DF6E028A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9" name="Rectangle 766">
              <a:extLst>
                <a:ext uri="{FF2B5EF4-FFF2-40B4-BE49-F238E27FC236}">
                  <a16:creationId xmlns:a16="http://schemas.microsoft.com/office/drawing/2014/main" id="{F579C13F-A41D-DAB8-A1A9-048BAA415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0" name="Rectangle 767">
              <a:extLst>
                <a:ext uri="{FF2B5EF4-FFF2-40B4-BE49-F238E27FC236}">
                  <a16:creationId xmlns:a16="http://schemas.microsoft.com/office/drawing/2014/main" id="{80EC1404-8CFC-06AC-39A7-C33A59F74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1" name="Rectangle 768">
              <a:extLst>
                <a:ext uri="{FF2B5EF4-FFF2-40B4-BE49-F238E27FC236}">
                  <a16:creationId xmlns:a16="http://schemas.microsoft.com/office/drawing/2014/main" id="{36B14AAD-1A36-374E-244E-D04586388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2" name="Rectangle 769">
              <a:extLst>
                <a:ext uri="{FF2B5EF4-FFF2-40B4-BE49-F238E27FC236}">
                  <a16:creationId xmlns:a16="http://schemas.microsoft.com/office/drawing/2014/main" id="{B33C1E72-5329-9492-AB48-AC16E1FF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3" name="Rectangle 770">
              <a:extLst>
                <a:ext uri="{FF2B5EF4-FFF2-40B4-BE49-F238E27FC236}">
                  <a16:creationId xmlns:a16="http://schemas.microsoft.com/office/drawing/2014/main" id="{535F7104-E4BD-6F77-1549-A0B55A242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4" name="Rectangle 771">
              <a:extLst>
                <a:ext uri="{FF2B5EF4-FFF2-40B4-BE49-F238E27FC236}">
                  <a16:creationId xmlns:a16="http://schemas.microsoft.com/office/drawing/2014/main" id="{5D2D0B2E-E8B2-A802-CBDA-5EA259683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5" name="Rectangle 772">
              <a:extLst>
                <a:ext uri="{FF2B5EF4-FFF2-40B4-BE49-F238E27FC236}">
                  <a16:creationId xmlns:a16="http://schemas.microsoft.com/office/drawing/2014/main" id="{C2EFDBCA-E724-2C17-BF41-7F85119D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86" name="Rectangle 773">
              <a:extLst>
                <a:ext uri="{FF2B5EF4-FFF2-40B4-BE49-F238E27FC236}">
                  <a16:creationId xmlns:a16="http://schemas.microsoft.com/office/drawing/2014/main" id="{FFBDEA27-77FF-AB0C-2779-7DD97095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632" name="Group 774">
            <a:extLst>
              <a:ext uri="{FF2B5EF4-FFF2-40B4-BE49-F238E27FC236}">
                <a16:creationId xmlns:a16="http://schemas.microsoft.com/office/drawing/2014/main" id="{3DE3ED27-ED9E-D487-0076-3768C1DBCEF3}"/>
              </a:ext>
            </a:extLst>
          </p:cNvPr>
          <p:cNvGrpSpPr>
            <a:grpSpLocks/>
          </p:cNvGrpSpPr>
          <p:nvPr/>
        </p:nvGrpSpPr>
        <p:grpSpPr bwMode="auto">
          <a:xfrm>
            <a:off x="1381125" y="4508500"/>
            <a:ext cx="1474788" cy="1463675"/>
            <a:chOff x="262" y="1078"/>
            <a:chExt cx="929" cy="922"/>
          </a:xfrm>
        </p:grpSpPr>
        <p:sp>
          <p:nvSpPr>
            <p:cNvPr id="29769" name="Rectangle 775">
              <a:extLst>
                <a:ext uri="{FF2B5EF4-FFF2-40B4-BE49-F238E27FC236}">
                  <a16:creationId xmlns:a16="http://schemas.microsoft.com/office/drawing/2014/main" id="{7B880CD9-3153-C388-F1CD-3D6D5CD0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0" name="Rectangle 776">
              <a:extLst>
                <a:ext uri="{FF2B5EF4-FFF2-40B4-BE49-F238E27FC236}">
                  <a16:creationId xmlns:a16="http://schemas.microsoft.com/office/drawing/2014/main" id="{E0E2C52F-DEBC-7312-027B-7B7DDD343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1" name="Rectangle 777">
              <a:extLst>
                <a:ext uri="{FF2B5EF4-FFF2-40B4-BE49-F238E27FC236}">
                  <a16:creationId xmlns:a16="http://schemas.microsoft.com/office/drawing/2014/main" id="{D8FF1EF7-985A-AA4C-C134-218FCF9D0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2" name="Rectangle 778">
              <a:extLst>
                <a:ext uri="{FF2B5EF4-FFF2-40B4-BE49-F238E27FC236}">
                  <a16:creationId xmlns:a16="http://schemas.microsoft.com/office/drawing/2014/main" id="{B4D2798F-3F41-CB33-6D3B-427F1C7F7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3" name="Rectangle 779">
              <a:extLst>
                <a:ext uri="{FF2B5EF4-FFF2-40B4-BE49-F238E27FC236}">
                  <a16:creationId xmlns:a16="http://schemas.microsoft.com/office/drawing/2014/main" id="{E71AE0CC-6AB7-DE19-AFED-6EBBD62D5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4" name="Rectangle 780">
              <a:extLst>
                <a:ext uri="{FF2B5EF4-FFF2-40B4-BE49-F238E27FC236}">
                  <a16:creationId xmlns:a16="http://schemas.microsoft.com/office/drawing/2014/main" id="{860AFAC6-6D6B-4713-51FF-D0C680B8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5" name="Rectangle 781">
              <a:extLst>
                <a:ext uri="{FF2B5EF4-FFF2-40B4-BE49-F238E27FC236}">
                  <a16:creationId xmlns:a16="http://schemas.microsoft.com/office/drawing/2014/main" id="{759A57CE-09CD-B2E8-296A-AE825039E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6" name="Rectangle 782">
              <a:extLst>
                <a:ext uri="{FF2B5EF4-FFF2-40B4-BE49-F238E27FC236}">
                  <a16:creationId xmlns:a16="http://schemas.microsoft.com/office/drawing/2014/main" id="{4E939FFE-5A09-F469-DC26-CDDF82F72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77" name="Rectangle 783">
              <a:extLst>
                <a:ext uri="{FF2B5EF4-FFF2-40B4-BE49-F238E27FC236}">
                  <a16:creationId xmlns:a16="http://schemas.microsoft.com/office/drawing/2014/main" id="{1C10B9F2-9E61-9773-0960-2350AC98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9767" name="Text Box 784">
            <a:extLst>
              <a:ext uri="{FF2B5EF4-FFF2-40B4-BE49-F238E27FC236}">
                <a16:creationId xmlns:a16="http://schemas.microsoft.com/office/drawing/2014/main" id="{F3D46ED1-90AE-F3C3-873B-1B063AE90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5425" y="12223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29768" name="Text Box 785">
            <a:extLst>
              <a:ext uri="{FF2B5EF4-FFF2-40B4-BE49-F238E27FC236}">
                <a16:creationId xmlns:a16="http://schemas.microsoft.com/office/drawing/2014/main" id="{AD20AB09-C296-EF0B-72F2-8A054A3B46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6913" y="1241425"/>
            <a:ext cx="1962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 nodeType="clickPar">
                      <p:stCondLst>
                        <p:cond delay="indefinite"/>
                      </p:stCondLst>
                      <p:childTnLst>
                        <p:par>
                          <p:cTn id="2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 nodeType="clickPar">
                      <p:stCondLst>
                        <p:cond delay="indefinite"/>
                      </p:stCondLst>
                      <p:childTnLst>
                        <p:par>
                          <p:cTn id="2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 nodeType="clickPar">
                      <p:stCondLst>
                        <p:cond delay="indefinite"/>
                      </p:stCondLst>
                      <p:childTnLst>
                        <p:par>
                          <p:cTn id="2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 nodeType="clickPar">
                      <p:stCondLst>
                        <p:cond delay="indefinite"/>
                      </p:stCondLst>
                      <p:childTnLst>
                        <p:par>
                          <p:cTn id="2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 nodeType="clickPar">
                      <p:stCondLst>
                        <p:cond delay="indefinite"/>
                      </p:stCondLst>
                      <p:childTnLst>
                        <p:par>
                          <p:cTn id="2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 nodeType="clickPar">
                      <p:stCondLst>
                        <p:cond delay="indefinite"/>
                      </p:stCondLst>
                      <p:childTnLst>
                        <p:par>
                          <p:cTn id="2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 nodeType="clickPar">
                      <p:stCondLst>
                        <p:cond delay="indefinite"/>
                      </p:stCondLst>
                      <p:childTnLst>
                        <p:par>
                          <p:cTn id="2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 nodeType="clickPar">
                      <p:stCondLst>
                        <p:cond delay="indefinite"/>
                      </p:stCondLst>
                      <p:childTnLst>
                        <p:par>
                          <p:cTn id="2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 nodeType="clickPar">
                      <p:stCondLst>
                        <p:cond delay="indefinite"/>
                      </p:stCondLst>
                      <p:childTnLst>
                        <p:par>
                          <p:cTn id="3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 nodeType="clickPar">
                      <p:stCondLst>
                        <p:cond delay="indefinite"/>
                      </p:stCondLst>
                      <p:childTnLst>
                        <p:par>
                          <p:cTn id="3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 nodeType="clickPar">
                      <p:stCondLst>
                        <p:cond delay="indefinite"/>
                      </p:stCondLst>
                      <p:childTnLst>
                        <p:par>
                          <p:cTn id="3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 nodeType="clickPar">
                      <p:stCondLst>
                        <p:cond delay="indefinite"/>
                      </p:stCondLst>
                      <p:childTnLst>
                        <p:par>
                          <p:cTn id="3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 nodeType="clickPar">
                      <p:stCondLst>
                        <p:cond delay="indefinite"/>
                      </p:stCondLst>
                      <p:childTnLst>
                        <p:par>
                          <p:cTn id="3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 nodeType="clickPar">
                      <p:stCondLst>
                        <p:cond delay="indefinite"/>
                      </p:stCondLst>
                      <p:childTnLst>
                        <p:par>
                          <p:cTn id="3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 nodeType="clickPar">
                      <p:stCondLst>
                        <p:cond delay="indefinite"/>
                      </p:stCondLst>
                      <p:childTnLst>
                        <p:par>
                          <p:cTn id="3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 nodeType="clickPar">
                      <p:stCondLst>
                        <p:cond delay="indefinite"/>
                      </p:stCondLst>
                      <p:childTnLst>
                        <p:par>
                          <p:cTn id="3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 nodeType="clickPar">
                      <p:stCondLst>
                        <p:cond delay="indefinite"/>
                      </p:stCondLst>
                      <p:childTnLst>
                        <p:par>
                          <p:cTn id="3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 nodeType="clickPar">
                      <p:stCondLst>
                        <p:cond delay="indefinite"/>
                      </p:stCondLst>
                      <p:childTnLst>
                        <p:par>
                          <p:cTn id="3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 nodeType="clickPar">
                      <p:stCondLst>
                        <p:cond delay="indefinite"/>
                      </p:stCondLst>
                      <p:childTnLst>
                        <p:par>
                          <p:cTn id="3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8" fill="hold" nodeType="clickPar">
                      <p:stCondLst>
                        <p:cond delay="indefinite"/>
                      </p:stCondLst>
                      <p:childTnLst>
                        <p:par>
                          <p:cTn id="3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 nodeType="clickPar">
                      <p:stCondLst>
                        <p:cond delay="indefinite"/>
                      </p:stCondLst>
                      <p:childTnLst>
                        <p:par>
                          <p:cTn id="3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2" fill="hold" nodeType="clickPar">
                      <p:stCondLst>
                        <p:cond delay="indefinite"/>
                      </p:stCondLst>
                      <p:childTnLst>
                        <p:par>
                          <p:cTn id="3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 nodeType="clickPar">
                      <p:stCondLst>
                        <p:cond delay="indefinite"/>
                      </p:stCondLst>
                      <p:childTnLst>
                        <p:par>
                          <p:cTn id="4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6" fill="hold" nodeType="clickPar">
                      <p:stCondLst>
                        <p:cond delay="indefinite"/>
                      </p:stCondLst>
                      <p:childTnLst>
                        <p:par>
                          <p:cTn id="4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 nodeType="clickPar">
                      <p:stCondLst>
                        <p:cond delay="indefinite"/>
                      </p:stCondLst>
                      <p:childTnLst>
                        <p:par>
                          <p:cTn id="4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0" fill="hold" nodeType="clickPar">
                      <p:stCondLst>
                        <p:cond delay="indefinite"/>
                      </p:stCondLst>
                      <p:childTnLst>
                        <p:par>
                          <p:cTn id="4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 nodeType="clickPar">
                      <p:stCondLst>
                        <p:cond delay="indefinite"/>
                      </p:stCondLst>
                      <p:childTnLst>
                        <p:par>
                          <p:cTn id="4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 nodeType="clickPar">
                      <p:stCondLst>
                        <p:cond delay="indefinite"/>
                      </p:stCondLst>
                      <p:childTnLst>
                        <p:par>
                          <p:cTn id="4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 nodeType="clickPar">
                      <p:stCondLst>
                        <p:cond delay="indefinite"/>
                      </p:stCondLst>
                      <p:childTnLst>
                        <p:par>
                          <p:cTn id="4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8" fill="hold" nodeType="clickPar">
                      <p:stCondLst>
                        <p:cond delay="indefinite"/>
                      </p:stCondLst>
                      <p:childTnLst>
                        <p:par>
                          <p:cTn id="4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2743A08F-C8A8-6EBA-3637-488957F035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Dilation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30723" name="Group 3">
            <a:extLst>
              <a:ext uri="{FF2B5EF4-FFF2-40B4-BE49-F238E27FC236}">
                <a16:creationId xmlns:a16="http://schemas.microsoft.com/office/drawing/2014/main" id="{DF44DDFA-B504-0263-5F95-44BFBB5EE19B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1585913"/>
            <a:ext cx="3927475" cy="3900487"/>
            <a:chOff x="202" y="944"/>
            <a:chExt cx="2474" cy="2457"/>
          </a:xfrm>
        </p:grpSpPr>
        <p:sp>
          <p:nvSpPr>
            <p:cNvPr id="30801" name="Rectangle 4">
              <a:extLst>
                <a:ext uri="{FF2B5EF4-FFF2-40B4-BE49-F238E27FC236}">
                  <a16:creationId xmlns:a16="http://schemas.microsoft.com/office/drawing/2014/main" id="{8BB152B1-54F2-D863-F2CB-322FD4332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2" name="Rectangle 5">
              <a:extLst>
                <a:ext uri="{FF2B5EF4-FFF2-40B4-BE49-F238E27FC236}">
                  <a16:creationId xmlns:a16="http://schemas.microsoft.com/office/drawing/2014/main" id="{2FA6A7BC-C757-567B-82AB-26ADA30E8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3" name="Rectangle 6">
              <a:extLst>
                <a:ext uri="{FF2B5EF4-FFF2-40B4-BE49-F238E27FC236}">
                  <a16:creationId xmlns:a16="http://schemas.microsoft.com/office/drawing/2014/main" id="{615BF390-CA3E-C4E5-0605-2CDD23DB9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4" name="Rectangle 7">
              <a:extLst>
                <a:ext uri="{FF2B5EF4-FFF2-40B4-BE49-F238E27FC236}">
                  <a16:creationId xmlns:a16="http://schemas.microsoft.com/office/drawing/2014/main" id="{3032B337-8EAA-FA56-1975-EFFC95DB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5" name="Rectangle 8">
              <a:extLst>
                <a:ext uri="{FF2B5EF4-FFF2-40B4-BE49-F238E27FC236}">
                  <a16:creationId xmlns:a16="http://schemas.microsoft.com/office/drawing/2014/main" id="{CE4E4EF5-3229-1EC9-F2C8-9C8B2837D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6" name="Rectangle 9">
              <a:extLst>
                <a:ext uri="{FF2B5EF4-FFF2-40B4-BE49-F238E27FC236}">
                  <a16:creationId xmlns:a16="http://schemas.microsoft.com/office/drawing/2014/main" id="{76FB8277-F4FF-565C-3C1D-3DACCB665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7" name="Rectangle 10">
              <a:extLst>
                <a:ext uri="{FF2B5EF4-FFF2-40B4-BE49-F238E27FC236}">
                  <a16:creationId xmlns:a16="http://schemas.microsoft.com/office/drawing/2014/main" id="{00FE2602-506E-9CCB-A0CD-2850A986D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8" name="Rectangle 11">
              <a:extLst>
                <a:ext uri="{FF2B5EF4-FFF2-40B4-BE49-F238E27FC236}">
                  <a16:creationId xmlns:a16="http://schemas.microsoft.com/office/drawing/2014/main" id="{CA1F459C-D28D-5F9C-DB25-33E6686F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9" name="Rectangle 12">
              <a:extLst>
                <a:ext uri="{FF2B5EF4-FFF2-40B4-BE49-F238E27FC236}">
                  <a16:creationId xmlns:a16="http://schemas.microsoft.com/office/drawing/2014/main" id="{416CCAB4-4729-6516-8863-BA0B6E920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0" name="Rectangle 13">
              <a:extLst>
                <a:ext uri="{FF2B5EF4-FFF2-40B4-BE49-F238E27FC236}">
                  <a16:creationId xmlns:a16="http://schemas.microsoft.com/office/drawing/2014/main" id="{E5CF6A19-6533-4ABF-2677-E23F6E391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1" name="Rectangle 14">
              <a:extLst>
                <a:ext uri="{FF2B5EF4-FFF2-40B4-BE49-F238E27FC236}">
                  <a16:creationId xmlns:a16="http://schemas.microsoft.com/office/drawing/2014/main" id="{BF008A4A-60FE-B5A8-CBD1-94BB1852E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2" name="Rectangle 15">
              <a:extLst>
                <a:ext uri="{FF2B5EF4-FFF2-40B4-BE49-F238E27FC236}">
                  <a16:creationId xmlns:a16="http://schemas.microsoft.com/office/drawing/2014/main" id="{FB7A1C32-0A5E-36A4-08DC-53B96FED6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3" name="Rectangle 16">
              <a:extLst>
                <a:ext uri="{FF2B5EF4-FFF2-40B4-BE49-F238E27FC236}">
                  <a16:creationId xmlns:a16="http://schemas.microsoft.com/office/drawing/2014/main" id="{284E696A-6C11-8B22-028B-18FBFA5B0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4" name="Rectangle 17">
              <a:extLst>
                <a:ext uri="{FF2B5EF4-FFF2-40B4-BE49-F238E27FC236}">
                  <a16:creationId xmlns:a16="http://schemas.microsoft.com/office/drawing/2014/main" id="{42AA3BEE-B838-35B2-9A31-BDCD5CCC9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5" name="Rectangle 18">
              <a:extLst>
                <a:ext uri="{FF2B5EF4-FFF2-40B4-BE49-F238E27FC236}">
                  <a16:creationId xmlns:a16="http://schemas.microsoft.com/office/drawing/2014/main" id="{E498DCD0-7B65-CD3A-F944-34E3061D0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6" name="Rectangle 19">
              <a:extLst>
                <a:ext uri="{FF2B5EF4-FFF2-40B4-BE49-F238E27FC236}">
                  <a16:creationId xmlns:a16="http://schemas.microsoft.com/office/drawing/2014/main" id="{904604BA-AC7D-7DDC-FF7B-E36F5C1EE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7" name="Rectangle 20">
              <a:extLst>
                <a:ext uri="{FF2B5EF4-FFF2-40B4-BE49-F238E27FC236}">
                  <a16:creationId xmlns:a16="http://schemas.microsoft.com/office/drawing/2014/main" id="{A5E36BFB-0CB2-1D23-9D19-DE7BDD0D3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8" name="Rectangle 21">
              <a:extLst>
                <a:ext uri="{FF2B5EF4-FFF2-40B4-BE49-F238E27FC236}">
                  <a16:creationId xmlns:a16="http://schemas.microsoft.com/office/drawing/2014/main" id="{93FB384C-46AE-DE52-7386-B5C7B78DC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19" name="Rectangle 22">
              <a:extLst>
                <a:ext uri="{FF2B5EF4-FFF2-40B4-BE49-F238E27FC236}">
                  <a16:creationId xmlns:a16="http://schemas.microsoft.com/office/drawing/2014/main" id="{9DB1EA12-562D-661A-87DD-8569413D5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0" name="Rectangle 23">
              <a:extLst>
                <a:ext uri="{FF2B5EF4-FFF2-40B4-BE49-F238E27FC236}">
                  <a16:creationId xmlns:a16="http://schemas.microsoft.com/office/drawing/2014/main" id="{0B2CC0D3-DF07-F3B8-2584-6FD81D7FA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1" name="Rectangle 24">
              <a:extLst>
                <a:ext uri="{FF2B5EF4-FFF2-40B4-BE49-F238E27FC236}">
                  <a16:creationId xmlns:a16="http://schemas.microsoft.com/office/drawing/2014/main" id="{399AFF30-88B3-28AF-6131-9F825C09C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2" name="Rectangle 25">
              <a:extLst>
                <a:ext uri="{FF2B5EF4-FFF2-40B4-BE49-F238E27FC236}">
                  <a16:creationId xmlns:a16="http://schemas.microsoft.com/office/drawing/2014/main" id="{3743B8F4-EA8D-CBEF-2516-3FB51955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3" name="Rectangle 26">
              <a:extLst>
                <a:ext uri="{FF2B5EF4-FFF2-40B4-BE49-F238E27FC236}">
                  <a16:creationId xmlns:a16="http://schemas.microsoft.com/office/drawing/2014/main" id="{BFE22E9C-1800-F84A-AB9E-63679F121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4" name="Rectangle 27">
              <a:extLst>
                <a:ext uri="{FF2B5EF4-FFF2-40B4-BE49-F238E27FC236}">
                  <a16:creationId xmlns:a16="http://schemas.microsoft.com/office/drawing/2014/main" id="{A1C072BE-B10F-D4D1-7A5C-5B335E8B7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5" name="Rectangle 28">
              <a:extLst>
                <a:ext uri="{FF2B5EF4-FFF2-40B4-BE49-F238E27FC236}">
                  <a16:creationId xmlns:a16="http://schemas.microsoft.com/office/drawing/2014/main" id="{4E56ECD2-5214-32ED-772C-BCAFEE674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6" name="Rectangle 29">
              <a:extLst>
                <a:ext uri="{FF2B5EF4-FFF2-40B4-BE49-F238E27FC236}">
                  <a16:creationId xmlns:a16="http://schemas.microsoft.com/office/drawing/2014/main" id="{05197479-F7D9-241D-D0C5-4A92C0107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7" name="Rectangle 30">
              <a:extLst>
                <a:ext uri="{FF2B5EF4-FFF2-40B4-BE49-F238E27FC236}">
                  <a16:creationId xmlns:a16="http://schemas.microsoft.com/office/drawing/2014/main" id="{3DD1448C-EFDF-A0B3-ECF6-DDFD5C04F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8" name="Rectangle 31">
              <a:extLst>
                <a:ext uri="{FF2B5EF4-FFF2-40B4-BE49-F238E27FC236}">
                  <a16:creationId xmlns:a16="http://schemas.microsoft.com/office/drawing/2014/main" id="{C2A97D2B-64D6-98A1-14EC-3C417B58A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29" name="Rectangle 32">
              <a:extLst>
                <a:ext uri="{FF2B5EF4-FFF2-40B4-BE49-F238E27FC236}">
                  <a16:creationId xmlns:a16="http://schemas.microsoft.com/office/drawing/2014/main" id="{F7B6B805-C5CD-20F9-D5E8-2E6B3D8C5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0" name="Rectangle 33">
              <a:extLst>
                <a:ext uri="{FF2B5EF4-FFF2-40B4-BE49-F238E27FC236}">
                  <a16:creationId xmlns:a16="http://schemas.microsoft.com/office/drawing/2014/main" id="{7DD6C2C2-8A3C-C440-3464-D71ABC08B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1" name="Rectangle 34">
              <a:extLst>
                <a:ext uri="{FF2B5EF4-FFF2-40B4-BE49-F238E27FC236}">
                  <a16:creationId xmlns:a16="http://schemas.microsoft.com/office/drawing/2014/main" id="{969CEB42-3F6A-38D3-9A18-C04249364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2" name="Rectangle 35">
              <a:extLst>
                <a:ext uri="{FF2B5EF4-FFF2-40B4-BE49-F238E27FC236}">
                  <a16:creationId xmlns:a16="http://schemas.microsoft.com/office/drawing/2014/main" id="{5A652703-22F2-BCDE-0F76-15BBDF178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3" name="Rectangle 36">
              <a:extLst>
                <a:ext uri="{FF2B5EF4-FFF2-40B4-BE49-F238E27FC236}">
                  <a16:creationId xmlns:a16="http://schemas.microsoft.com/office/drawing/2014/main" id="{C531FF6F-15A7-B11B-27C1-D90C72741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4" name="Rectangle 37">
              <a:extLst>
                <a:ext uri="{FF2B5EF4-FFF2-40B4-BE49-F238E27FC236}">
                  <a16:creationId xmlns:a16="http://schemas.microsoft.com/office/drawing/2014/main" id="{B7FCE4DB-1E16-8941-2A37-F37B479B4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5" name="Rectangle 38">
              <a:extLst>
                <a:ext uri="{FF2B5EF4-FFF2-40B4-BE49-F238E27FC236}">
                  <a16:creationId xmlns:a16="http://schemas.microsoft.com/office/drawing/2014/main" id="{3658A955-0441-1442-4B18-C90AC53B2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6" name="Rectangle 39">
              <a:extLst>
                <a:ext uri="{FF2B5EF4-FFF2-40B4-BE49-F238E27FC236}">
                  <a16:creationId xmlns:a16="http://schemas.microsoft.com/office/drawing/2014/main" id="{B7D7FFF9-6C62-663E-6445-CC0EF336B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7" name="Rectangle 40">
              <a:extLst>
                <a:ext uri="{FF2B5EF4-FFF2-40B4-BE49-F238E27FC236}">
                  <a16:creationId xmlns:a16="http://schemas.microsoft.com/office/drawing/2014/main" id="{E67AB110-BFD6-AE04-280C-2513566BF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8" name="Rectangle 41">
              <a:extLst>
                <a:ext uri="{FF2B5EF4-FFF2-40B4-BE49-F238E27FC236}">
                  <a16:creationId xmlns:a16="http://schemas.microsoft.com/office/drawing/2014/main" id="{2B96BFBD-6239-5AB3-2F65-A90A186EA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39" name="Rectangle 42">
              <a:extLst>
                <a:ext uri="{FF2B5EF4-FFF2-40B4-BE49-F238E27FC236}">
                  <a16:creationId xmlns:a16="http://schemas.microsoft.com/office/drawing/2014/main" id="{051AE3A8-787F-C6A2-C9FB-379272CF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0" name="Rectangle 43">
              <a:extLst>
                <a:ext uri="{FF2B5EF4-FFF2-40B4-BE49-F238E27FC236}">
                  <a16:creationId xmlns:a16="http://schemas.microsoft.com/office/drawing/2014/main" id="{62E8D924-9D62-C50A-2FA6-ADA96F81D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1" name="Rectangle 44">
              <a:extLst>
                <a:ext uri="{FF2B5EF4-FFF2-40B4-BE49-F238E27FC236}">
                  <a16:creationId xmlns:a16="http://schemas.microsoft.com/office/drawing/2014/main" id="{ADD915DA-84B2-358B-26BC-A7BDEF84D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2" name="Rectangle 45">
              <a:extLst>
                <a:ext uri="{FF2B5EF4-FFF2-40B4-BE49-F238E27FC236}">
                  <a16:creationId xmlns:a16="http://schemas.microsoft.com/office/drawing/2014/main" id="{05B86A97-C027-6F9B-59C8-AD15C9FF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3" name="Rectangle 46">
              <a:extLst>
                <a:ext uri="{FF2B5EF4-FFF2-40B4-BE49-F238E27FC236}">
                  <a16:creationId xmlns:a16="http://schemas.microsoft.com/office/drawing/2014/main" id="{97AA15F1-D867-E94E-80E5-CCBEA6BBA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4" name="Rectangle 47">
              <a:extLst>
                <a:ext uri="{FF2B5EF4-FFF2-40B4-BE49-F238E27FC236}">
                  <a16:creationId xmlns:a16="http://schemas.microsoft.com/office/drawing/2014/main" id="{6F8E841A-4C31-CE83-2A16-FD5639BF7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5" name="Rectangle 48">
              <a:extLst>
                <a:ext uri="{FF2B5EF4-FFF2-40B4-BE49-F238E27FC236}">
                  <a16:creationId xmlns:a16="http://schemas.microsoft.com/office/drawing/2014/main" id="{E87D1116-C27D-008B-0251-69439C6CC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6" name="Rectangle 49">
              <a:extLst>
                <a:ext uri="{FF2B5EF4-FFF2-40B4-BE49-F238E27FC236}">
                  <a16:creationId xmlns:a16="http://schemas.microsoft.com/office/drawing/2014/main" id="{EC3A0901-EA10-238E-8B7E-279E8976A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7" name="Rectangle 50">
              <a:extLst>
                <a:ext uri="{FF2B5EF4-FFF2-40B4-BE49-F238E27FC236}">
                  <a16:creationId xmlns:a16="http://schemas.microsoft.com/office/drawing/2014/main" id="{00335C7B-516F-BCE1-C09F-8B27FED59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8" name="Rectangle 51">
              <a:extLst>
                <a:ext uri="{FF2B5EF4-FFF2-40B4-BE49-F238E27FC236}">
                  <a16:creationId xmlns:a16="http://schemas.microsoft.com/office/drawing/2014/main" id="{0C31DA25-BEBD-6516-B6E5-8F61C856D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49" name="Rectangle 52">
              <a:extLst>
                <a:ext uri="{FF2B5EF4-FFF2-40B4-BE49-F238E27FC236}">
                  <a16:creationId xmlns:a16="http://schemas.microsoft.com/office/drawing/2014/main" id="{C6D042C9-84CD-97C7-60DC-D228B0DF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0" name="Rectangle 53">
              <a:extLst>
                <a:ext uri="{FF2B5EF4-FFF2-40B4-BE49-F238E27FC236}">
                  <a16:creationId xmlns:a16="http://schemas.microsoft.com/office/drawing/2014/main" id="{1E2EFA21-E992-2A91-3DE7-49CEF584F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1" name="Rectangle 54">
              <a:extLst>
                <a:ext uri="{FF2B5EF4-FFF2-40B4-BE49-F238E27FC236}">
                  <a16:creationId xmlns:a16="http://schemas.microsoft.com/office/drawing/2014/main" id="{73ED0F7F-DBF1-C5ED-2272-D477D250A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2" name="Rectangle 55">
              <a:extLst>
                <a:ext uri="{FF2B5EF4-FFF2-40B4-BE49-F238E27FC236}">
                  <a16:creationId xmlns:a16="http://schemas.microsoft.com/office/drawing/2014/main" id="{23921B80-F196-0C63-AD19-385ACFFC9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3" name="Rectangle 56">
              <a:extLst>
                <a:ext uri="{FF2B5EF4-FFF2-40B4-BE49-F238E27FC236}">
                  <a16:creationId xmlns:a16="http://schemas.microsoft.com/office/drawing/2014/main" id="{B247A534-8A77-524F-4C17-C9CB803C0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4" name="Rectangle 57">
              <a:extLst>
                <a:ext uri="{FF2B5EF4-FFF2-40B4-BE49-F238E27FC236}">
                  <a16:creationId xmlns:a16="http://schemas.microsoft.com/office/drawing/2014/main" id="{40F776E9-F36C-CDF0-5E1E-5D73D72DE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5" name="Rectangle 58">
              <a:extLst>
                <a:ext uri="{FF2B5EF4-FFF2-40B4-BE49-F238E27FC236}">
                  <a16:creationId xmlns:a16="http://schemas.microsoft.com/office/drawing/2014/main" id="{C2ADE153-7157-7087-67AD-56EF358AC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6" name="Rectangle 59">
              <a:extLst>
                <a:ext uri="{FF2B5EF4-FFF2-40B4-BE49-F238E27FC236}">
                  <a16:creationId xmlns:a16="http://schemas.microsoft.com/office/drawing/2014/main" id="{61530598-A7B7-6085-9BDE-8D37C8D38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7" name="Rectangle 60">
              <a:extLst>
                <a:ext uri="{FF2B5EF4-FFF2-40B4-BE49-F238E27FC236}">
                  <a16:creationId xmlns:a16="http://schemas.microsoft.com/office/drawing/2014/main" id="{AD4A3926-470B-51A9-BFCD-EB03A92C5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8" name="Rectangle 61">
              <a:extLst>
                <a:ext uri="{FF2B5EF4-FFF2-40B4-BE49-F238E27FC236}">
                  <a16:creationId xmlns:a16="http://schemas.microsoft.com/office/drawing/2014/main" id="{234E82F7-9A8E-290B-C494-141BEF163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59" name="Rectangle 62">
              <a:extLst>
                <a:ext uri="{FF2B5EF4-FFF2-40B4-BE49-F238E27FC236}">
                  <a16:creationId xmlns:a16="http://schemas.microsoft.com/office/drawing/2014/main" id="{D7DDC01B-11D5-CA6E-2D61-58D188BF1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60" name="Rectangle 63">
              <a:extLst>
                <a:ext uri="{FF2B5EF4-FFF2-40B4-BE49-F238E27FC236}">
                  <a16:creationId xmlns:a16="http://schemas.microsoft.com/office/drawing/2014/main" id="{C7646BEE-FF90-3768-B4F8-B2C4B8F1B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61" name="Rectangle 64">
              <a:extLst>
                <a:ext uri="{FF2B5EF4-FFF2-40B4-BE49-F238E27FC236}">
                  <a16:creationId xmlns:a16="http://schemas.microsoft.com/office/drawing/2014/main" id="{3C543B1D-EAD6-41D4-8012-489F25ADB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62" name="Rectangle 65">
              <a:extLst>
                <a:ext uri="{FF2B5EF4-FFF2-40B4-BE49-F238E27FC236}">
                  <a16:creationId xmlns:a16="http://schemas.microsoft.com/office/drawing/2014/main" id="{D972B04C-4CE2-9ACE-EA27-E39495C3F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63" name="Rectangle 66">
              <a:extLst>
                <a:ext uri="{FF2B5EF4-FFF2-40B4-BE49-F238E27FC236}">
                  <a16:creationId xmlns:a16="http://schemas.microsoft.com/office/drawing/2014/main" id="{360CCB7A-C4D5-5CD3-CA92-280745591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64" name="Rectangle 67">
              <a:extLst>
                <a:ext uri="{FF2B5EF4-FFF2-40B4-BE49-F238E27FC236}">
                  <a16:creationId xmlns:a16="http://schemas.microsoft.com/office/drawing/2014/main" id="{C2F47E46-2A0D-1A34-DA60-E406A77BE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0724" name="Text Box 68">
            <a:extLst>
              <a:ext uri="{FF2B5EF4-FFF2-40B4-BE49-F238E27FC236}">
                <a16:creationId xmlns:a16="http://schemas.microsoft.com/office/drawing/2014/main" id="{B4D88355-2F43-50F4-F0F5-5DCC59DE4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5825"/>
            <a:ext cx="3311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sp>
        <p:nvSpPr>
          <p:cNvPr id="30725" name="Rectangle 69">
            <a:extLst>
              <a:ext uri="{FF2B5EF4-FFF2-40B4-BE49-F238E27FC236}">
                <a16:creationId xmlns:a16="http://schemas.microsoft.com/office/drawing/2014/main" id="{CE5FA8AD-89F0-FBF7-C2A3-AC5980917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26" name="Rectangle 70">
            <a:extLst>
              <a:ext uri="{FF2B5EF4-FFF2-40B4-BE49-F238E27FC236}">
                <a16:creationId xmlns:a16="http://schemas.microsoft.com/office/drawing/2014/main" id="{535E1851-555A-7F6C-550B-CB754483B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27" name="Rectangle 71">
            <a:extLst>
              <a:ext uri="{FF2B5EF4-FFF2-40B4-BE49-F238E27FC236}">
                <a16:creationId xmlns:a16="http://schemas.microsoft.com/office/drawing/2014/main" id="{4676376E-2C7F-73F2-F05C-5AF25F82F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28" name="Rectangle 72">
            <a:extLst>
              <a:ext uri="{FF2B5EF4-FFF2-40B4-BE49-F238E27FC236}">
                <a16:creationId xmlns:a16="http://schemas.microsoft.com/office/drawing/2014/main" id="{91995F98-C4F5-3DB7-4EDF-B27CFC019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157797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29" name="Rectangle 73">
            <a:extLst>
              <a:ext uri="{FF2B5EF4-FFF2-40B4-BE49-F238E27FC236}">
                <a16:creationId xmlns:a16="http://schemas.microsoft.com/office/drawing/2014/main" id="{490A24B1-F515-A77B-6164-4F9F5CD86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57797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0" name="Rectangle 74">
            <a:extLst>
              <a:ext uri="{FF2B5EF4-FFF2-40B4-BE49-F238E27FC236}">
                <a16:creationId xmlns:a16="http://schemas.microsoft.com/office/drawing/2014/main" id="{3B72AD5B-8B0B-8236-FFA9-C398C0EBC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157797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1" name="Rectangle 75">
            <a:extLst>
              <a:ext uri="{FF2B5EF4-FFF2-40B4-BE49-F238E27FC236}">
                <a16:creationId xmlns:a16="http://schemas.microsoft.com/office/drawing/2014/main" id="{3F452DA6-579B-3572-1FA2-CDD577719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2" name="Rectangle 76">
            <a:extLst>
              <a:ext uri="{FF2B5EF4-FFF2-40B4-BE49-F238E27FC236}">
                <a16:creationId xmlns:a16="http://schemas.microsoft.com/office/drawing/2014/main" id="{CE2AD988-67CB-2CF1-FEB0-876209275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15779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3" name="Rectangle 77">
            <a:extLst>
              <a:ext uri="{FF2B5EF4-FFF2-40B4-BE49-F238E27FC236}">
                <a16:creationId xmlns:a16="http://schemas.microsoft.com/office/drawing/2014/main" id="{1D73ECD3-E3A9-9A84-1BFD-4E633D060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4" name="Rectangle 78">
            <a:extLst>
              <a:ext uri="{FF2B5EF4-FFF2-40B4-BE49-F238E27FC236}">
                <a16:creationId xmlns:a16="http://schemas.microsoft.com/office/drawing/2014/main" id="{C9752A3F-83C6-B505-ECE8-080D06617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5" name="Rectangle 79">
            <a:extLst>
              <a:ext uri="{FF2B5EF4-FFF2-40B4-BE49-F238E27FC236}">
                <a16:creationId xmlns:a16="http://schemas.microsoft.com/office/drawing/2014/main" id="{B5506450-0BEE-EEBE-08FB-176C195F5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06851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6" name="Rectangle 80">
            <a:extLst>
              <a:ext uri="{FF2B5EF4-FFF2-40B4-BE49-F238E27FC236}">
                <a16:creationId xmlns:a16="http://schemas.microsoft.com/office/drawing/2014/main" id="{A7819248-3C4B-FC55-D1D7-C57FE38D5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7" name="Rectangle 81">
            <a:extLst>
              <a:ext uri="{FF2B5EF4-FFF2-40B4-BE49-F238E27FC236}">
                <a16:creationId xmlns:a16="http://schemas.microsoft.com/office/drawing/2014/main" id="{80510019-074A-F559-D5B2-590301272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8" name="Rectangle 82">
            <a:extLst>
              <a:ext uri="{FF2B5EF4-FFF2-40B4-BE49-F238E27FC236}">
                <a16:creationId xmlns:a16="http://schemas.microsoft.com/office/drawing/2014/main" id="{DC61F36C-1F94-3E1F-0D3A-C76E73CA1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39" name="Rectangle 83">
            <a:extLst>
              <a:ext uri="{FF2B5EF4-FFF2-40B4-BE49-F238E27FC236}">
                <a16:creationId xmlns:a16="http://schemas.microsoft.com/office/drawing/2014/main" id="{E2C6D29B-FADB-A328-BBC6-0A6264671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06851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0" name="Rectangle 84">
            <a:extLst>
              <a:ext uri="{FF2B5EF4-FFF2-40B4-BE49-F238E27FC236}">
                <a16:creationId xmlns:a16="http://schemas.microsoft.com/office/drawing/2014/main" id="{F0656CD3-AF1C-FB13-3354-E5B7FEBB9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0685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1" name="Rectangle 85">
            <a:extLst>
              <a:ext uri="{FF2B5EF4-FFF2-40B4-BE49-F238E27FC236}">
                <a16:creationId xmlns:a16="http://schemas.microsoft.com/office/drawing/2014/main" id="{65CD3DE2-E390-61C3-E564-DF37C27F3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2" name="Rectangle 86">
            <a:extLst>
              <a:ext uri="{FF2B5EF4-FFF2-40B4-BE49-F238E27FC236}">
                <a16:creationId xmlns:a16="http://schemas.microsoft.com/office/drawing/2014/main" id="{CCD1B31F-C422-067E-0BAD-5F602C892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54952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3" name="Rectangle 87">
            <a:extLst>
              <a:ext uri="{FF2B5EF4-FFF2-40B4-BE49-F238E27FC236}">
                <a16:creationId xmlns:a16="http://schemas.microsoft.com/office/drawing/2014/main" id="{B86E021C-A556-93A8-AD0E-F674547A0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4" name="Rectangle 88">
            <a:extLst>
              <a:ext uri="{FF2B5EF4-FFF2-40B4-BE49-F238E27FC236}">
                <a16:creationId xmlns:a16="http://schemas.microsoft.com/office/drawing/2014/main" id="{C56E7684-602B-70A1-1552-3744A01B4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5" name="Rectangle 89">
            <a:extLst>
              <a:ext uri="{FF2B5EF4-FFF2-40B4-BE49-F238E27FC236}">
                <a16:creationId xmlns:a16="http://schemas.microsoft.com/office/drawing/2014/main" id="{4AFC2347-FCC1-89B4-A443-5BD9B1CB6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6" name="Rectangle 90">
            <a:extLst>
              <a:ext uri="{FF2B5EF4-FFF2-40B4-BE49-F238E27FC236}">
                <a16:creationId xmlns:a16="http://schemas.microsoft.com/office/drawing/2014/main" id="{AD73D1D4-E474-5386-BD4E-843324F86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7" name="Rectangle 91">
            <a:extLst>
              <a:ext uri="{FF2B5EF4-FFF2-40B4-BE49-F238E27FC236}">
                <a16:creationId xmlns:a16="http://schemas.microsoft.com/office/drawing/2014/main" id="{4B35E67E-9289-37C1-1FF6-8EBB5848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549525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8" name="Rectangle 92">
            <a:extLst>
              <a:ext uri="{FF2B5EF4-FFF2-40B4-BE49-F238E27FC236}">
                <a16:creationId xmlns:a16="http://schemas.microsoft.com/office/drawing/2014/main" id="{40B8E77F-E372-4928-8C9F-CDEAC4B38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5495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49" name="Rectangle 93">
            <a:extLst>
              <a:ext uri="{FF2B5EF4-FFF2-40B4-BE49-F238E27FC236}">
                <a16:creationId xmlns:a16="http://schemas.microsoft.com/office/drawing/2014/main" id="{AC366B9B-33A1-FF97-364A-8628439CD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04006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0" name="Rectangle 94">
            <a:extLst>
              <a:ext uri="{FF2B5EF4-FFF2-40B4-BE49-F238E27FC236}">
                <a16:creationId xmlns:a16="http://schemas.microsoft.com/office/drawing/2014/main" id="{FFC0695C-B861-8E0F-B7DC-C0012B04B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1" name="Rectangle 95">
            <a:extLst>
              <a:ext uri="{FF2B5EF4-FFF2-40B4-BE49-F238E27FC236}">
                <a16:creationId xmlns:a16="http://schemas.microsoft.com/office/drawing/2014/main" id="{F8D36E64-7799-D1BF-FDE2-F19AC21ED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2" name="Rectangle 96">
            <a:extLst>
              <a:ext uri="{FF2B5EF4-FFF2-40B4-BE49-F238E27FC236}">
                <a16:creationId xmlns:a16="http://schemas.microsoft.com/office/drawing/2014/main" id="{DF366131-CB70-9C05-FCFD-0BCC22DD8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3" name="Rectangle 97">
            <a:extLst>
              <a:ext uri="{FF2B5EF4-FFF2-40B4-BE49-F238E27FC236}">
                <a16:creationId xmlns:a16="http://schemas.microsoft.com/office/drawing/2014/main" id="{45889E4F-C830-3FDA-4C3F-5B3525D7F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0400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4" name="Rectangle 98">
            <a:extLst>
              <a:ext uri="{FF2B5EF4-FFF2-40B4-BE49-F238E27FC236}">
                <a16:creationId xmlns:a16="http://schemas.microsoft.com/office/drawing/2014/main" id="{ED8C7B89-AD88-48A6-6580-057DE704F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040063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5" name="Rectangle 99">
            <a:extLst>
              <a:ext uri="{FF2B5EF4-FFF2-40B4-BE49-F238E27FC236}">
                <a16:creationId xmlns:a16="http://schemas.microsoft.com/office/drawing/2014/main" id="{58D2AA32-F4D9-3614-7CCD-2BF83ADD3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6" name="Rectangle 100">
            <a:extLst>
              <a:ext uri="{FF2B5EF4-FFF2-40B4-BE49-F238E27FC236}">
                <a16:creationId xmlns:a16="http://schemas.microsoft.com/office/drawing/2014/main" id="{BBC38C5C-CC71-D0BB-3B19-B76529021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0400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7" name="Rectangle 101">
            <a:extLst>
              <a:ext uri="{FF2B5EF4-FFF2-40B4-BE49-F238E27FC236}">
                <a16:creationId xmlns:a16="http://schemas.microsoft.com/office/drawing/2014/main" id="{125CFC20-261D-331B-99F9-3DFAC17F1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52425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8" name="Rectangle 102">
            <a:extLst>
              <a:ext uri="{FF2B5EF4-FFF2-40B4-BE49-F238E27FC236}">
                <a16:creationId xmlns:a16="http://schemas.microsoft.com/office/drawing/2014/main" id="{2B84B362-E67D-1E0F-7983-0B589F8F1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5242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59" name="Rectangle 103">
            <a:extLst>
              <a:ext uri="{FF2B5EF4-FFF2-40B4-BE49-F238E27FC236}">
                <a16:creationId xmlns:a16="http://schemas.microsoft.com/office/drawing/2014/main" id="{748035E5-42D6-5D74-405C-02B9ECB5D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5242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0" name="Rectangle 104">
            <a:extLst>
              <a:ext uri="{FF2B5EF4-FFF2-40B4-BE49-F238E27FC236}">
                <a16:creationId xmlns:a16="http://schemas.microsoft.com/office/drawing/2014/main" id="{FC86402E-9916-28B5-B54F-8A57785CA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5242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1" name="Rectangle 105">
            <a:extLst>
              <a:ext uri="{FF2B5EF4-FFF2-40B4-BE49-F238E27FC236}">
                <a16:creationId xmlns:a16="http://schemas.microsoft.com/office/drawing/2014/main" id="{34267116-2E08-635E-9C8D-94774E0AD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52425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2" name="Rectangle 106">
            <a:extLst>
              <a:ext uri="{FF2B5EF4-FFF2-40B4-BE49-F238E27FC236}">
                <a16:creationId xmlns:a16="http://schemas.microsoft.com/office/drawing/2014/main" id="{F1888290-1E8E-D668-3C79-F953E27B9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3" name="Rectangle 107">
            <a:extLst>
              <a:ext uri="{FF2B5EF4-FFF2-40B4-BE49-F238E27FC236}">
                <a16:creationId xmlns:a16="http://schemas.microsoft.com/office/drawing/2014/main" id="{5C82DB38-10B0-5F26-6AC0-178887949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4" name="Rectangle 108">
            <a:extLst>
              <a:ext uri="{FF2B5EF4-FFF2-40B4-BE49-F238E27FC236}">
                <a16:creationId xmlns:a16="http://schemas.microsoft.com/office/drawing/2014/main" id="{13154A13-AF7D-5B97-583A-5FCDFDC19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5242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5" name="Rectangle 109">
            <a:extLst>
              <a:ext uri="{FF2B5EF4-FFF2-40B4-BE49-F238E27FC236}">
                <a16:creationId xmlns:a16="http://schemas.microsoft.com/office/drawing/2014/main" id="{9EC9362F-C1F9-D3A4-DEA1-9ABCE3D21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014788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6" name="Rectangle 110">
            <a:extLst>
              <a:ext uri="{FF2B5EF4-FFF2-40B4-BE49-F238E27FC236}">
                <a16:creationId xmlns:a16="http://schemas.microsoft.com/office/drawing/2014/main" id="{FFE8C045-D363-08A4-DE1D-932A593CB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7" name="Rectangle 111">
            <a:extLst>
              <a:ext uri="{FF2B5EF4-FFF2-40B4-BE49-F238E27FC236}">
                <a16:creationId xmlns:a16="http://schemas.microsoft.com/office/drawing/2014/main" id="{12A20C5C-A7BD-8AC4-9C46-D10A5C851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8" name="Rectangle 112">
            <a:extLst>
              <a:ext uri="{FF2B5EF4-FFF2-40B4-BE49-F238E27FC236}">
                <a16:creationId xmlns:a16="http://schemas.microsoft.com/office/drawing/2014/main" id="{49CE709A-AC92-3E13-DC98-FAB0FD922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69" name="Rectangle 113">
            <a:extLst>
              <a:ext uri="{FF2B5EF4-FFF2-40B4-BE49-F238E27FC236}">
                <a16:creationId xmlns:a16="http://schemas.microsoft.com/office/drawing/2014/main" id="{3F94CC20-D515-73F5-3E07-9B861F6E8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014788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0" name="Rectangle 114">
            <a:extLst>
              <a:ext uri="{FF2B5EF4-FFF2-40B4-BE49-F238E27FC236}">
                <a16:creationId xmlns:a16="http://schemas.microsoft.com/office/drawing/2014/main" id="{4C943D70-57D3-31C6-D003-EEDD2A785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1" name="Rectangle 115">
            <a:extLst>
              <a:ext uri="{FF2B5EF4-FFF2-40B4-BE49-F238E27FC236}">
                <a16:creationId xmlns:a16="http://schemas.microsoft.com/office/drawing/2014/main" id="{6C72EEFF-E91C-EE2B-78E9-E33F1325E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2" name="Rectangle 116">
            <a:extLst>
              <a:ext uri="{FF2B5EF4-FFF2-40B4-BE49-F238E27FC236}">
                <a16:creationId xmlns:a16="http://schemas.microsoft.com/office/drawing/2014/main" id="{AB94A005-F57D-BD9F-3903-AB95987CB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0147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3" name="Rectangle 117">
            <a:extLst>
              <a:ext uri="{FF2B5EF4-FFF2-40B4-BE49-F238E27FC236}">
                <a16:creationId xmlns:a16="http://schemas.microsoft.com/office/drawing/2014/main" id="{6D0F0CE2-AFBF-486E-C37C-2884D09FA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4" name="Rectangle 118">
            <a:extLst>
              <a:ext uri="{FF2B5EF4-FFF2-40B4-BE49-F238E27FC236}">
                <a16:creationId xmlns:a16="http://schemas.microsoft.com/office/drawing/2014/main" id="{EF718E3C-BCD6-F7F0-4925-EEB8269AB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49580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5" name="Rectangle 119">
            <a:extLst>
              <a:ext uri="{FF2B5EF4-FFF2-40B4-BE49-F238E27FC236}">
                <a16:creationId xmlns:a16="http://schemas.microsoft.com/office/drawing/2014/main" id="{D06F752D-ECFD-8231-8D13-C6CECA5C0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49580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6" name="Rectangle 120">
            <a:extLst>
              <a:ext uri="{FF2B5EF4-FFF2-40B4-BE49-F238E27FC236}">
                <a16:creationId xmlns:a16="http://schemas.microsoft.com/office/drawing/2014/main" id="{0D9450DC-698D-46B3-38FD-797584615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495800"/>
            <a:ext cx="492125" cy="492125"/>
          </a:xfrm>
          <a:prstGeom prst="rect">
            <a:avLst/>
          </a:prstGeom>
          <a:solidFill>
            <a:srgbClr val="99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7" name="Rectangle 121">
            <a:extLst>
              <a:ext uri="{FF2B5EF4-FFF2-40B4-BE49-F238E27FC236}">
                <a16:creationId xmlns:a16="http://schemas.microsoft.com/office/drawing/2014/main" id="{3CE04A48-1313-F2AB-6E68-C4C98252A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8" name="Rectangle 122">
            <a:extLst>
              <a:ext uri="{FF2B5EF4-FFF2-40B4-BE49-F238E27FC236}">
                <a16:creationId xmlns:a16="http://schemas.microsoft.com/office/drawing/2014/main" id="{480F7DA7-C3DD-0DDB-6338-FBCBFA9C5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79" name="Rectangle 123">
            <a:extLst>
              <a:ext uri="{FF2B5EF4-FFF2-40B4-BE49-F238E27FC236}">
                <a16:creationId xmlns:a16="http://schemas.microsoft.com/office/drawing/2014/main" id="{6C8CB683-F3A0-CBEA-8878-1C5DF27C9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0" name="Rectangle 124">
            <a:extLst>
              <a:ext uri="{FF2B5EF4-FFF2-40B4-BE49-F238E27FC236}">
                <a16:creationId xmlns:a16="http://schemas.microsoft.com/office/drawing/2014/main" id="{1535A8FE-A52B-CAAB-2034-4F92C03AC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4958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1" name="Rectangle 125">
            <a:extLst>
              <a:ext uri="{FF2B5EF4-FFF2-40B4-BE49-F238E27FC236}">
                <a16:creationId xmlns:a16="http://schemas.microsoft.com/office/drawing/2014/main" id="{69F0BDF0-6816-FB23-A866-2DE980D3C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2" name="Rectangle 126">
            <a:extLst>
              <a:ext uri="{FF2B5EF4-FFF2-40B4-BE49-F238E27FC236}">
                <a16:creationId xmlns:a16="http://schemas.microsoft.com/office/drawing/2014/main" id="{C6AA2780-B4E6-FBB3-84BC-E78787456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3" name="Rectangle 127">
            <a:extLst>
              <a:ext uri="{FF2B5EF4-FFF2-40B4-BE49-F238E27FC236}">
                <a16:creationId xmlns:a16="http://schemas.microsoft.com/office/drawing/2014/main" id="{03AB6C0B-1F66-CBD7-DA1C-FB76F9B53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4" name="Rectangle 128">
            <a:extLst>
              <a:ext uri="{FF2B5EF4-FFF2-40B4-BE49-F238E27FC236}">
                <a16:creationId xmlns:a16="http://schemas.microsoft.com/office/drawing/2014/main" id="{7867D813-829F-F740-7209-7F6C17A61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5" name="Rectangle 129">
            <a:extLst>
              <a:ext uri="{FF2B5EF4-FFF2-40B4-BE49-F238E27FC236}">
                <a16:creationId xmlns:a16="http://schemas.microsoft.com/office/drawing/2014/main" id="{FF5A9B81-745F-8ACC-6293-8C0B3F001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6" name="Rectangle 130">
            <a:extLst>
              <a:ext uri="{FF2B5EF4-FFF2-40B4-BE49-F238E27FC236}">
                <a16:creationId xmlns:a16="http://schemas.microsoft.com/office/drawing/2014/main" id="{E67E76AB-9CCA-7A5E-FE39-E3B94419F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7" name="Rectangle 131">
            <a:extLst>
              <a:ext uri="{FF2B5EF4-FFF2-40B4-BE49-F238E27FC236}">
                <a16:creationId xmlns:a16="http://schemas.microsoft.com/office/drawing/2014/main" id="{6C5E3811-1E3D-07AC-7314-9EFD52E6E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788" name="Rectangle 132">
            <a:extLst>
              <a:ext uri="{FF2B5EF4-FFF2-40B4-BE49-F238E27FC236}">
                <a16:creationId xmlns:a16="http://schemas.microsoft.com/office/drawing/2014/main" id="{6D5BB8D2-6D2B-C053-B1A8-21E8388C9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9863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30789" name="Group 133">
            <a:extLst>
              <a:ext uri="{FF2B5EF4-FFF2-40B4-BE49-F238E27FC236}">
                <a16:creationId xmlns:a16="http://schemas.microsoft.com/office/drawing/2014/main" id="{A942A946-32E1-C580-6226-B46F583C0E9C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2300"/>
            <a:ext cx="1081088" cy="1068388"/>
            <a:chOff x="1339" y="3268"/>
            <a:chExt cx="932" cy="921"/>
          </a:xfrm>
        </p:grpSpPr>
        <p:sp>
          <p:nvSpPr>
            <p:cNvPr id="30792" name="Rectangle 134">
              <a:extLst>
                <a:ext uri="{FF2B5EF4-FFF2-40B4-BE49-F238E27FC236}">
                  <a16:creationId xmlns:a16="http://schemas.microsoft.com/office/drawing/2014/main" id="{64917194-6350-2FF6-6C51-3B5470DF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3" name="Rectangle 135">
              <a:extLst>
                <a:ext uri="{FF2B5EF4-FFF2-40B4-BE49-F238E27FC236}">
                  <a16:creationId xmlns:a16="http://schemas.microsoft.com/office/drawing/2014/main" id="{E895DA17-582F-154D-7098-0655FDC8F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4" name="Rectangle 136">
              <a:extLst>
                <a:ext uri="{FF2B5EF4-FFF2-40B4-BE49-F238E27FC236}">
                  <a16:creationId xmlns:a16="http://schemas.microsoft.com/office/drawing/2014/main" id="{1C8240CA-71E7-8B76-47BC-A985F13EF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5" name="Rectangle 137">
              <a:extLst>
                <a:ext uri="{FF2B5EF4-FFF2-40B4-BE49-F238E27FC236}">
                  <a16:creationId xmlns:a16="http://schemas.microsoft.com/office/drawing/2014/main" id="{43B1A650-D97D-D010-5D00-46DB95DAA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6" name="Rectangle 138">
              <a:extLst>
                <a:ext uri="{FF2B5EF4-FFF2-40B4-BE49-F238E27FC236}">
                  <a16:creationId xmlns:a16="http://schemas.microsoft.com/office/drawing/2014/main" id="{E4D736C0-B282-5837-909C-1FBA0D1BD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7" name="Rectangle 139">
              <a:extLst>
                <a:ext uri="{FF2B5EF4-FFF2-40B4-BE49-F238E27FC236}">
                  <a16:creationId xmlns:a16="http://schemas.microsoft.com/office/drawing/2014/main" id="{C8AB62E8-C094-5AEF-FB1C-654C5BDF0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8" name="Rectangle 140">
              <a:extLst>
                <a:ext uri="{FF2B5EF4-FFF2-40B4-BE49-F238E27FC236}">
                  <a16:creationId xmlns:a16="http://schemas.microsoft.com/office/drawing/2014/main" id="{1D843D9D-24BF-0361-22D7-E884EC4EA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99" name="Rectangle 141">
              <a:extLst>
                <a:ext uri="{FF2B5EF4-FFF2-40B4-BE49-F238E27FC236}">
                  <a16:creationId xmlns:a16="http://schemas.microsoft.com/office/drawing/2014/main" id="{986FAA10-D552-BF3C-69D5-907AC2734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00" name="Rectangle 142">
              <a:extLst>
                <a:ext uri="{FF2B5EF4-FFF2-40B4-BE49-F238E27FC236}">
                  <a16:creationId xmlns:a16="http://schemas.microsoft.com/office/drawing/2014/main" id="{52F1CF6A-DC50-B533-5767-18C108616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0790" name="Text Box 143">
            <a:extLst>
              <a:ext uri="{FF2B5EF4-FFF2-40B4-BE49-F238E27FC236}">
                <a16:creationId xmlns:a16="http://schemas.microsoft.com/office/drawing/2014/main" id="{70A38E4C-69CB-78E9-F160-DDB2CCCEA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5425" y="12223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30791" name="Text Box 144">
            <a:extLst>
              <a:ext uri="{FF2B5EF4-FFF2-40B4-BE49-F238E27FC236}">
                <a16:creationId xmlns:a16="http://schemas.microsoft.com/office/drawing/2014/main" id="{A73F1D22-4608-9088-3AA0-B3931BF19E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2663" y="1241425"/>
            <a:ext cx="393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Processed Image With Dilated Pixels</a:t>
            </a:r>
            <a:endParaRPr lang="en-US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0CABCEAD-FB37-45F4-A520-41B504F672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Dilation Example 1</a:t>
            </a:r>
            <a:endParaRPr lang="en-US" altLang="en-US"/>
          </a:p>
        </p:txBody>
      </p:sp>
      <p:pic>
        <p:nvPicPr>
          <p:cNvPr id="31747" name="Picture 4" descr="dilation">
            <a:extLst>
              <a:ext uri="{FF2B5EF4-FFF2-40B4-BE49-F238E27FC236}">
                <a16:creationId xmlns:a16="http://schemas.microsoft.com/office/drawing/2014/main" id="{213A2093-9BC9-4E43-689D-659CE7EE2C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0" y="1301750"/>
            <a:ext cx="8264525" cy="242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48" name="Text Box 5">
            <a:extLst>
              <a:ext uri="{FF2B5EF4-FFF2-40B4-BE49-F238E27FC236}">
                <a16:creationId xmlns:a16="http://schemas.microsoft.com/office/drawing/2014/main" id="{188FEA97-78B1-AF4B-BE6C-A8C7F3436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525" y="3451225"/>
            <a:ext cx="165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31749" name="Text Box 6">
            <a:extLst>
              <a:ext uri="{FF2B5EF4-FFF2-40B4-BE49-F238E27FC236}">
                <a16:creationId xmlns:a16="http://schemas.microsoft.com/office/drawing/2014/main" id="{BA2C22A2-0FEC-10A8-AE5E-82981A271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2775" y="3376613"/>
            <a:ext cx="22288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Dilation by 3*3 square structuring element</a:t>
            </a:r>
            <a:endParaRPr lang="en-US" altLang="en-US"/>
          </a:p>
        </p:txBody>
      </p:sp>
      <p:sp>
        <p:nvSpPr>
          <p:cNvPr id="31750" name="Text Box 7">
            <a:extLst>
              <a:ext uri="{FF2B5EF4-FFF2-40B4-BE49-F238E27FC236}">
                <a16:creationId xmlns:a16="http://schemas.microsoft.com/office/drawing/2014/main" id="{16C7C4C4-B742-FE73-5FFB-3075EC6DF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63" y="3405188"/>
            <a:ext cx="23685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Dilation by 5*5 square structuring element</a:t>
            </a:r>
            <a:endParaRPr lang="en-US" altLang="en-US"/>
          </a:p>
        </p:txBody>
      </p:sp>
      <p:sp>
        <p:nvSpPr>
          <p:cNvPr id="31751" name="Rectangle 8">
            <a:extLst>
              <a:ext uri="{FF2B5EF4-FFF2-40B4-BE49-F238E27FC236}">
                <a16:creationId xmlns:a16="http://schemas.microsoft.com/office/drawing/2014/main" id="{FBB7CD9D-2035-7D8E-CFAA-6E6BBE7B2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34125"/>
            <a:ext cx="9144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20000"/>
              </a:spcBef>
            </a:pPr>
            <a:r>
              <a:rPr lang="en-IE" altLang="en-US" sz="2400" b="1"/>
              <a:t>Watch out:</a:t>
            </a:r>
            <a:r>
              <a:rPr lang="en-IE" altLang="en-US" sz="2400"/>
              <a:t> In these examples a 1 refers to a black pixel!</a:t>
            </a:r>
            <a:endParaRPr lang="en-US" altLang="en-US" sz="24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B0907AE8-2900-C0B0-95FE-58EB45CE0D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Dilation Example 2</a:t>
            </a:r>
            <a:endParaRPr lang="en-US" altLang="en-US">
              <a:solidFill>
                <a:srgbClr val="7B9899"/>
              </a:solidFill>
            </a:endParaRPr>
          </a:p>
        </p:txBody>
      </p:sp>
      <p:pic>
        <p:nvPicPr>
          <p:cNvPr id="32771" name="Picture 4">
            <a:extLst>
              <a:ext uri="{FF2B5EF4-FFF2-40B4-BE49-F238E27FC236}">
                <a16:creationId xmlns:a16="http://schemas.microsoft.com/office/drawing/2014/main" id="{87D72682-9266-E691-0F86-3ED082B7B9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861"/>
          <a:stretch>
            <a:fillRect/>
          </a:stretch>
        </p:blipFill>
        <p:spPr bwMode="auto">
          <a:xfrm>
            <a:off x="835025" y="1662113"/>
            <a:ext cx="7280275" cy="482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2" name="Text Box 5">
            <a:extLst>
              <a:ext uri="{FF2B5EF4-FFF2-40B4-BE49-F238E27FC236}">
                <a16:creationId xmlns:a16="http://schemas.microsoft.com/office/drawing/2014/main" id="{BBB3AD7B-CC01-3284-0335-4FA857EBA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863" y="6408738"/>
            <a:ext cx="26098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200"/>
              <a:t>Structuring element</a:t>
            </a:r>
            <a:endParaRPr lang="en-US" altLang="en-US" sz="2200"/>
          </a:p>
        </p:txBody>
      </p:sp>
      <p:sp>
        <p:nvSpPr>
          <p:cNvPr id="32773" name="Text Box 6">
            <a:extLst>
              <a:ext uri="{FF2B5EF4-FFF2-40B4-BE49-F238E27FC236}">
                <a16:creationId xmlns:a16="http://schemas.microsoft.com/office/drawing/2014/main" id="{F9A3A69C-6368-9402-B33B-94AB504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1377950"/>
            <a:ext cx="1987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200"/>
              <a:t>Original image</a:t>
            </a:r>
            <a:endParaRPr lang="en-US" altLang="en-US" sz="2200"/>
          </a:p>
        </p:txBody>
      </p:sp>
      <p:sp>
        <p:nvSpPr>
          <p:cNvPr id="32774" name="Text Box 7">
            <a:extLst>
              <a:ext uri="{FF2B5EF4-FFF2-40B4-BE49-F238E27FC236}">
                <a16:creationId xmlns:a16="http://schemas.microsoft.com/office/drawing/2014/main" id="{E2F76CDA-D412-D93E-3058-20629E77A3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4488" y="1397000"/>
            <a:ext cx="1738312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200"/>
              <a:t>After dilation</a:t>
            </a:r>
            <a:endParaRPr lang="en-US" altLang="en-US" sz="2200"/>
          </a:p>
        </p:txBody>
      </p:sp>
      <p:grpSp>
        <p:nvGrpSpPr>
          <p:cNvPr id="32775" name="Group 8">
            <a:extLst>
              <a:ext uri="{FF2B5EF4-FFF2-40B4-BE49-F238E27FC236}">
                <a16:creationId xmlns:a16="http://schemas.microsoft.com/office/drawing/2014/main" id="{3EE6A1FE-9EA1-B9A3-513E-77582196A8DF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32776" name="Picture 9" descr="book">
              <a:extLst>
                <a:ext uri="{FF2B5EF4-FFF2-40B4-BE49-F238E27FC236}">
                  <a16:creationId xmlns:a16="http://schemas.microsoft.com/office/drawing/2014/main" id="{17F8DE22-CC25-F40A-B1DA-DBFE44DD06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77" name="Rectangle 10">
              <a:extLst>
                <a:ext uri="{FF2B5EF4-FFF2-40B4-BE49-F238E27FC236}">
                  <a16:creationId xmlns:a16="http://schemas.microsoft.com/office/drawing/2014/main" id="{3FF24E33-575E-E6A7-C1D4-FF91CE4E77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960DB0B3-9397-5394-2650-A1460A41D2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What Is Dilation For?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55301" name="Rectangle 3">
            <a:extLst>
              <a:ext uri="{FF2B5EF4-FFF2-40B4-BE49-F238E27FC236}">
                <a16:creationId xmlns:a16="http://schemas.microsoft.com/office/drawing/2014/main" id="{D2F1E2C8-9D82-532B-EDF5-6D15DBD3290D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>
            <a:normAutofit lnSpcReduction="10000"/>
          </a:bodyPr>
          <a:lstStyle/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r>
              <a:rPr lang="en-IE" dirty="0"/>
              <a:t>Dilation can repair breaks</a:t>
            </a:r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r>
              <a:rPr lang="en-IE" dirty="0"/>
              <a:t>Dilation can repair intrusions</a:t>
            </a:r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endParaRPr lang="en-IE" dirty="0"/>
          </a:p>
          <a:p>
            <a:pPr marL="0" indent="0" eaLnBrk="1" fontAlgn="auto" hangingPunct="1">
              <a:spcAft>
                <a:spcPts val="0"/>
              </a:spcAft>
              <a:buFontTx/>
              <a:buNone/>
              <a:defRPr/>
            </a:pPr>
            <a:r>
              <a:rPr lang="en-IE" b="1" dirty="0"/>
              <a:t>Watch out:</a:t>
            </a:r>
            <a:r>
              <a:rPr lang="en-IE" dirty="0"/>
              <a:t> Dilation enlarges objects</a:t>
            </a:r>
            <a:endParaRPr lang="en-US" dirty="0"/>
          </a:p>
        </p:txBody>
      </p:sp>
      <p:graphicFrame>
        <p:nvGraphicFramePr>
          <p:cNvPr id="33796" name="Object 2">
            <a:extLst>
              <a:ext uri="{FF2B5EF4-FFF2-40B4-BE49-F238E27FC236}">
                <a16:creationId xmlns:a16="http://schemas.microsoft.com/office/drawing/2014/main" id="{460BFCBB-8189-2A17-867F-5A309F2E77A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873625" y="1827213"/>
          <a:ext cx="3446463" cy="1535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3" imgW="0" imgH="0" progId="CorelPhotoPaint.Image.9">
                  <p:embed/>
                </p:oleObj>
              </mc:Choice>
              <mc:Fallback>
                <p:oleObj name="CorelPhotoPaint.Image.9" r:id="rId3" imgW="0" imgH="0" progId="CorelPhotoPaint.Image.9">
                  <p:embed/>
                  <p:pic>
                    <p:nvPicPr>
                      <p:cNvPr id="33796" name="Object 2">
                        <a:extLst>
                          <a:ext uri="{FF2B5EF4-FFF2-40B4-BE49-F238E27FC236}">
                            <a16:creationId xmlns:a16="http://schemas.microsoft.com/office/drawing/2014/main" id="{460BFCBB-8189-2A17-867F-5A309F2E77A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4059" t="6223" r="14334" b="68451"/>
                      <a:stretch>
                        <a:fillRect/>
                      </a:stretch>
                    </p:blipFill>
                    <p:spPr bwMode="auto">
                      <a:xfrm>
                        <a:off x="4873625" y="1827213"/>
                        <a:ext cx="3446463" cy="1535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3797" name="Object 3">
            <a:extLst>
              <a:ext uri="{FF2B5EF4-FFF2-40B4-BE49-F238E27FC236}">
                <a16:creationId xmlns:a16="http://schemas.microsoft.com/office/drawing/2014/main" id="{6F91338A-9275-D58A-1025-BA2644C37D8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12763" y="3775075"/>
          <a:ext cx="4108450" cy="1830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3" imgW="0" imgH="0" progId="CorelPhotoPaint.Image.9">
                  <p:embed/>
                </p:oleObj>
              </mc:Choice>
              <mc:Fallback>
                <p:oleObj name="CorelPhotoPaint.Image.9" r:id="rId3" imgW="0" imgH="0" progId="CorelPhotoPaint.Image.9">
                  <p:embed/>
                  <p:pic>
                    <p:nvPicPr>
                      <p:cNvPr id="33797" name="Object 3">
                        <a:extLst>
                          <a:ext uri="{FF2B5EF4-FFF2-40B4-BE49-F238E27FC236}">
                            <a16:creationId xmlns:a16="http://schemas.microsoft.com/office/drawing/2014/main" id="{6F91338A-9275-D58A-1025-BA2644C37D8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0004" t="45689" r="11070" b="26393"/>
                      <a:stretch>
                        <a:fillRect/>
                      </a:stretch>
                    </p:blipFill>
                    <p:spPr bwMode="auto">
                      <a:xfrm>
                        <a:off x="512763" y="3775075"/>
                        <a:ext cx="4108450" cy="1830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BFFEA109-5664-B1B8-78DE-1C66B4F6E6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Compound Operations 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752E7ED4-B33A-B11C-10B3-5F16B44D331D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More interesting morphological operations can be performed by performing combinations of erosions and dilations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 most widely used of these </a:t>
            </a:r>
            <a:r>
              <a:rPr lang="en-IE" altLang="en-US" i="1"/>
              <a:t>compound operations</a:t>
            </a:r>
            <a:r>
              <a:rPr lang="en-IE" altLang="en-US"/>
              <a:t> are:</a:t>
            </a:r>
          </a:p>
          <a:p>
            <a:pPr lvl="1" eaLnBrk="1" hangingPunct="1"/>
            <a:r>
              <a:rPr lang="en-IE" altLang="en-US"/>
              <a:t>Opening</a:t>
            </a:r>
          </a:p>
          <a:p>
            <a:pPr lvl="1" eaLnBrk="1" hangingPunct="1"/>
            <a:r>
              <a:rPr lang="en-IE" altLang="en-US"/>
              <a:t>Closing</a:t>
            </a:r>
            <a:endParaRPr lang="en-US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4353237D-2D21-2F6D-08CD-89869469A8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Opening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35843" name="Rectangle 3">
            <a:extLst>
              <a:ext uri="{FF2B5EF4-FFF2-40B4-BE49-F238E27FC236}">
                <a16:creationId xmlns:a16="http://schemas.microsoft.com/office/drawing/2014/main" id="{D545F13D-CB9C-0D2A-897F-500B1790F740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35113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The opening of image </a:t>
            </a:r>
            <a:r>
              <a:rPr lang="en-IE" altLang="en-US" i="1">
                <a:latin typeface="Times New Roman" panose="02020603050405020304" pitchFamily="18" charset="0"/>
              </a:rPr>
              <a:t>f</a:t>
            </a:r>
            <a:r>
              <a:rPr lang="en-IE" altLang="en-US"/>
              <a:t> by structuring element </a:t>
            </a:r>
            <a:r>
              <a:rPr lang="en-IE" altLang="en-US" i="1">
                <a:latin typeface="Times New Roman" panose="02020603050405020304" pitchFamily="18" charset="0"/>
              </a:rPr>
              <a:t>s,</a:t>
            </a:r>
            <a:r>
              <a:rPr lang="en-IE" altLang="en-US"/>
              <a:t> denoted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cs typeface="Arial" panose="020B0604020202020204" pitchFamily="34" charset="0"/>
                <a:sym typeface="Webdings" panose="05030102010509060703" pitchFamily="18" charset="2"/>
              </a:rPr>
              <a:t>○</a:t>
            </a:r>
            <a:r>
              <a:rPr lang="en-IE" altLang="en-US" sz="2400">
                <a:sym typeface="Webdings" panose="05030102010509060703" pitchFamily="18" charset="2"/>
              </a:rPr>
              <a:t>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</a:t>
            </a:r>
            <a:r>
              <a:rPr lang="en-IE" altLang="en-US">
                <a:sym typeface="Webdings" panose="05030102010509060703" pitchFamily="18" charset="2"/>
              </a:rPr>
              <a:t> is simply an erosion followed by a dilation</a:t>
            </a:r>
          </a:p>
          <a:p>
            <a:pPr marL="0" indent="0" eaLnBrk="1" hangingPunct="1">
              <a:buFontTx/>
              <a:buNone/>
            </a:pPr>
            <a:r>
              <a:rPr lang="en-IE" altLang="en-US">
                <a:sym typeface="Webdings" panose="05030102010509060703" pitchFamily="18" charset="2"/>
              </a:rPr>
              <a:t>	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cs typeface="Arial" panose="020B0604020202020204" pitchFamily="34" charset="0"/>
                <a:sym typeface="Webdings" panose="05030102010509060703" pitchFamily="18" charset="2"/>
              </a:rPr>
              <a:t>○</a:t>
            </a:r>
            <a:r>
              <a:rPr lang="en-IE" altLang="en-US" sz="2400">
                <a:sym typeface="Webdings" panose="05030102010509060703" pitchFamily="18" charset="2"/>
              </a:rPr>
              <a:t>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 = (f </a:t>
            </a:r>
            <a:r>
              <a:rPr lang="en-IE" altLang="en-US" sz="2400">
                <a:sym typeface="Webdings" panose="05030102010509060703" pitchFamily="18" charset="2"/>
              </a:rPr>
              <a:t>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s)    s</a:t>
            </a:r>
          </a:p>
          <a:p>
            <a:pPr marL="0" indent="0" eaLnBrk="1" hangingPunct="1">
              <a:buFontTx/>
              <a:buNone/>
            </a:pPr>
            <a:endParaRPr lang="en-IE" altLang="en-US" i="1">
              <a:latin typeface="Times New Roman" panose="02020603050405020304" pitchFamily="18" charset="0"/>
              <a:sym typeface="Webdings" panose="05030102010509060703" pitchFamily="18" charset="2"/>
            </a:endParaRPr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graphicFrame>
        <p:nvGraphicFramePr>
          <p:cNvPr id="35844" name="Object 2">
            <a:extLst>
              <a:ext uri="{FF2B5EF4-FFF2-40B4-BE49-F238E27FC236}">
                <a16:creationId xmlns:a16="http://schemas.microsoft.com/office/drawing/2014/main" id="{35C4AF1E-49CE-454F-00F1-04571FD38B1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192463" y="2525713"/>
          <a:ext cx="377825" cy="406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64814" imgH="177492" progId="Equation.3">
                  <p:embed/>
                </p:oleObj>
              </mc:Choice>
              <mc:Fallback>
                <p:oleObj name="Equation" r:id="rId3" imgW="164814" imgH="177492" progId="Equation.3">
                  <p:embed/>
                  <p:pic>
                    <p:nvPicPr>
                      <p:cNvPr id="35844" name="Object 2">
                        <a:extLst>
                          <a:ext uri="{FF2B5EF4-FFF2-40B4-BE49-F238E27FC236}">
                            <a16:creationId xmlns:a16="http://schemas.microsoft.com/office/drawing/2014/main" id="{35C4AF1E-49CE-454F-00F1-04571FD38B1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92463" y="2525713"/>
                        <a:ext cx="377825" cy="406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845" name="Picture 5">
            <a:extLst>
              <a:ext uri="{FF2B5EF4-FFF2-40B4-BE49-F238E27FC236}">
                <a16:creationId xmlns:a16="http://schemas.microsoft.com/office/drawing/2014/main" id="{4A1D858D-6B68-25A5-F22D-A4B47E6520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582" r="16278" b="82098"/>
          <a:stretch>
            <a:fillRect/>
          </a:stretch>
        </p:blipFill>
        <p:spPr bwMode="auto">
          <a:xfrm>
            <a:off x="484188" y="3724275"/>
            <a:ext cx="3125787" cy="166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6" name="Picture 6">
            <a:extLst>
              <a:ext uri="{FF2B5EF4-FFF2-40B4-BE49-F238E27FC236}">
                <a16:creationId xmlns:a16="http://schemas.microsoft.com/office/drawing/2014/main" id="{B4AB79A3-AC16-228A-FEC5-F815C5C9A1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141" t="20187" r="5328" b="63663"/>
          <a:stretch>
            <a:fillRect/>
          </a:stretch>
        </p:blipFill>
        <p:spPr bwMode="auto">
          <a:xfrm>
            <a:off x="3687763" y="3806825"/>
            <a:ext cx="2262187" cy="149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7" name="Picture 7">
            <a:extLst>
              <a:ext uri="{FF2B5EF4-FFF2-40B4-BE49-F238E27FC236}">
                <a16:creationId xmlns:a16="http://schemas.microsoft.com/office/drawing/2014/main" id="{13936B6C-32AE-070D-4EDC-FAA54D304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085" t="38399" r="3925" b="43019"/>
          <a:stretch>
            <a:fillRect/>
          </a:stretch>
        </p:blipFill>
        <p:spPr bwMode="auto">
          <a:xfrm>
            <a:off x="6172200" y="3694113"/>
            <a:ext cx="2506663" cy="1722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8" name="Text Box 8">
            <a:extLst>
              <a:ext uri="{FF2B5EF4-FFF2-40B4-BE49-F238E27FC236}">
                <a16:creationId xmlns:a16="http://schemas.microsoft.com/office/drawing/2014/main" id="{4B0CF714-08A6-DC11-69F2-00D83CCBF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9663" y="5365750"/>
            <a:ext cx="165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Original shape</a:t>
            </a:r>
            <a:endParaRPr lang="en-US" altLang="en-US"/>
          </a:p>
        </p:txBody>
      </p:sp>
      <p:sp>
        <p:nvSpPr>
          <p:cNvPr id="35849" name="Text Box 9">
            <a:extLst>
              <a:ext uri="{FF2B5EF4-FFF2-40B4-BE49-F238E27FC236}">
                <a16:creationId xmlns:a16="http://schemas.microsoft.com/office/drawing/2014/main" id="{2819EFCB-A06B-386E-78FC-FB34F3B80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0838" y="5365750"/>
            <a:ext cx="1479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After erosion</a:t>
            </a:r>
            <a:endParaRPr lang="en-US" altLang="en-US"/>
          </a:p>
        </p:txBody>
      </p:sp>
      <p:sp>
        <p:nvSpPr>
          <p:cNvPr id="35850" name="Text Box 10">
            <a:extLst>
              <a:ext uri="{FF2B5EF4-FFF2-40B4-BE49-F238E27FC236}">
                <a16:creationId xmlns:a16="http://schemas.microsoft.com/office/drawing/2014/main" id="{06ECDEB7-6B94-3637-67C2-294D4CCEE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365750"/>
            <a:ext cx="1454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After dilation</a:t>
            </a:r>
            <a:br>
              <a:rPr lang="en-IE" altLang="en-US"/>
            </a:br>
            <a:r>
              <a:rPr lang="en-IE" altLang="en-US"/>
              <a:t>(opening)</a:t>
            </a:r>
            <a:endParaRPr lang="en-US" altLang="en-US"/>
          </a:p>
        </p:txBody>
      </p:sp>
      <p:sp>
        <p:nvSpPr>
          <p:cNvPr id="35851" name="Rectangle 11">
            <a:extLst>
              <a:ext uri="{FF2B5EF4-FFF2-40B4-BE49-F238E27FC236}">
                <a16:creationId xmlns:a16="http://schemas.microsoft.com/office/drawing/2014/main" id="{56B8740D-0E5B-B2E1-5FBB-3B003CF66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838" y="6334125"/>
            <a:ext cx="86661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en-IE" altLang="en-US" sz="2400"/>
              <a:t>Note a disc shaped structuring element is used</a:t>
            </a:r>
            <a:endParaRPr lang="en-US" altLang="en-US" sz="2400"/>
          </a:p>
        </p:txBody>
      </p:sp>
      <p:grpSp>
        <p:nvGrpSpPr>
          <p:cNvPr id="35852" name="Group 12">
            <a:extLst>
              <a:ext uri="{FF2B5EF4-FFF2-40B4-BE49-F238E27FC236}">
                <a16:creationId xmlns:a16="http://schemas.microsoft.com/office/drawing/2014/main" id="{6494FA2D-6B1F-8FE7-F088-61F29D42BB05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35853" name="Picture 13" descr="book">
              <a:extLst>
                <a:ext uri="{FF2B5EF4-FFF2-40B4-BE49-F238E27FC236}">
                  <a16:creationId xmlns:a16="http://schemas.microsoft.com/office/drawing/2014/main" id="{70995E6D-944A-DAAC-2100-3984EE06B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54" name="Rectangle 14">
              <a:extLst>
                <a:ext uri="{FF2B5EF4-FFF2-40B4-BE49-F238E27FC236}">
                  <a16:creationId xmlns:a16="http://schemas.microsoft.com/office/drawing/2014/main" id="{93D357F4-2DA0-19FC-7097-CF8CDD8328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7CA44032-B6E8-7014-7224-F9C177B34B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Opening Example</a:t>
            </a:r>
          </a:p>
        </p:txBody>
      </p:sp>
      <p:graphicFrame>
        <p:nvGraphicFramePr>
          <p:cNvPr id="36867" name="Object 2">
            <a:extLst>
              <a:ext uri="{FF2B5EF4-FFF2-40B4-BE49-F238E27FC236}">
                <a16:creationId xmlns:a16="http://schemas.microsoft.com/office/drawing/2014/main" id="{95A21F58-A1EC-92C0-2D48-516BA871450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259013" y="1366838"/>
          <a:ext cx="4598987" cy="2622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2" imgW="0" imgH="0" progId="CorelPhotoPaint.Image.11">
                  <p:embed/>
                </p:oleObj>
              </mc:Choice>
              <mc:Fallback>
                <p:oleObj name="CorelPhotoPaint.Image.11" r:id="rId2" imgW="0" imgH="0" progId="CorelPhotoPaint.Image.11">
                  <p:embed/>
                  <p:pic>
                    <p:nvPicPr>
                      <p:cNvPr id="36867" name="Object 2">
                        <a:extLst>
                          <a:ext uri="{FF2B5EF4-FFF2-40B4-BE49-F238E27FC236}">
                            <a16:creationId xmlns:a16="http://schemas.microsoft.com/office/drawing/2014/main" id="{95A21F58-A1EC-92C0-2D48-516BA871450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065" t="1634" r="49989" b="50177"/>
                      <a:stretch>
                        <a:fillRect/>
                      </a:stretch>
                    </p:blipFill>
                    <p:spPr bwMode="auto">
                      <a:xfrm>
                        <a:off x="2259013" y="1366838"/>
                        <a:ext cx="4598987" cy="2622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6868" name="Object 3">
            <a:extLst>
              <a:ext uri="{FF2B5EF4-FFF2-40B4-BE49-F238E27FC236}">
                <a16:creationId xmlns:a16="http://schemas.microsoft.com/office/drawing/2014/main" id="{5DCF39E6-CF7F-91CF-AB75-FD5A3AC0E31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259013" y="4141788"/>
          <a:ext cx="4589462" cy="2579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2" imgW="0" imgH="0" progId="CorelPhotoPaint.Image.11">
                  <p:embed/>
                </p:oleObj>
              </mc:Choice>
              <mc:Fallback>
                <p:oleObj name="CorelPhotoPaint.Image.11" r:id="rId2" imgW="0" imgH="0" progId="CorelPhotoPaint.Image.11">
                  <p:embed/>
                  <p:pic>
                    <p:nvPicPr>
                      <p:cNvPr id="36868" name="Object 3">
                        <a:extLst>
                          <a:ext uri="{FF2B5EF4-FFF2-40B4-BE49-F238E27FC236}">
                            <a16:creationId xmlns:a16="http://schemas.microsoft.com/office/drawing/2014/main" id="{5DCF39E6-CF7F-91CF-AB75-FD5A3AC0E31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50674" t="1839" r="473" b="50745"/>
                      <a:stretch>
                        <a:fillRect/>
                      </a:stretch>
                    </p:blipFill>
                    <p:spPr bwMode="auto">
                      <a:xfrm>
                        <a:off x="2259013" y="4141788"/>
                        <a:ext cx="4589462" cy="2579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869" name="Text Box 6">
            <a:extLst>
              <a:ext uri="{FF2B5EF4-FFF2-40B4-BE49-F238E27FC236}">
                <a16:creationId xmlns:a16="http://schemas.microsoft.com/office/drawing/2014/main" id="{BBD101CC-3F9A-74AC-2BD8-DA13A4624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700" y="2263775"/>
            <a:ext cx="137953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 sz="2400"/>
              <a:t>Original Image</a:t>
            </a:r>
          </a:p>
        </p:txBody>
      </p:sp>
      <p:sp>
        <p:nvSpPr>
          <p:cNvPr id="36870" name="Text Box 7">
            <a:extLst>
              <a:ext uri="{FF2B5EF4-FFF2-40B4-BE49-F238E27FC236}">
                <a16:creationId xmlns:a16="http://schemas.microsoft.com/office/drawing/2014/main" id="{66471468-9B7B-9127-9287-FD898A844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700" y="4833938"/>
            <a:ext cx="1379538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 sz="2400"/>
              <a:t>Image After Opening</a:t>
            </a:r>
          </a:p>
        </p:txBody>
      </p:sp>
      <p:grpSp>
        <p:nvGrpSpPr>
          <p:cNvPr id="36871" name="Group 8">
            <a:extLst>
              <a:ext uri="{FF2B5EF4-FFF2-40B4-BE49-F238E27FC236}">
                <a16:creationId xmlns:a16="http://schemas.microsoft.com/office/drawing/2014/main" id="{E79DD8D6-12F6-8E69-22E0-2A9074EF698B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36872" name="Picture 9" descr="book">
              <a:extLst>
                <a:ext uri="{FF2B5EF4-FFF2-40B4-BE49-F238E27FC236}">
                  <a16:creationId xmlns:a16="http://schemas.microsoft.com/office/drawing/2014/main" id="{58FD9B97-9C14-49AF-5000-76CEF449A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73" name="Rectangle 10">
              <a:extLst>
                <a:ext uri="{FF2B5EF4-FFF2-40B4-BE49-F238E27FC236}">
                  <a16:creationId xmlns:a16="http://schemas.microsoft.com/office/drawing/2014/main" id="{133FE78A-F10B-DB68-752B-CCB9EDF36F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DEE35F68-6E59-DA16-80CE-BAE7E2478C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Opening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37891" name="Rectangle 4">
            <a:extLst>
              <a:ext uri="{FF2B5EF4-FFF2-40B4-BE49-F238E27FC236}">
                <a16:creationId xmlns:a16="http://schemas.microsoft.com/office/drawing/2014/main" id="{3A068A81-8922-FF45-3E60-6C00AD954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2" name="Rectangle 5">
            <a:extLst>
              <a:ext uri="{FF2B5EF4-FFF2-40B4-BE49-F238E27FC236}">
                <a16:creationId xmlns:a16="http://schemas.microsoft.com/office/drawing/2014/main" id="{26E2525B-152D-1A45-53BB-8C9CB9FF7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3" name="Rectangle 6">
            <a:extLst>
              <a:ext uri="{FF2B5EF4-FFF2-40B4-BE49-F238E27FC236}">
                <a16:creationId xmlns:a16="http://schemas.microsoft.com/office/drawing/2014/main" id="{6DE5BB0E-AFEC-87DD-867E-89267E85A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4" name="Rectangle 7">
            <a:extLst>
              <a:ext uri="{FF2B5EF4-FFF2-40B4-BE49-F238E27FC236}">
                <a16:creationId xmlns:a16="http://schemas.microsoft.com/office/drawing/2014/main" id="{011054F8-26D6-65AD-BF09-F644AF875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5" name="Rectangle 8">
            <a:extLst>
              <a:ext uri="{FF2B5EF4-FFF2-40B4-BE49-F238E27FC236}">
                <a16:creationId xmlns:a16="http://schemas.microsoft.com/office/drawing/2014/main" id="{C4BF9C1F-308E-25A3-D9DB-438FCA12F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6" name="Rectangle 9">
            <a:extLst>
              <a:ext uri="{FF2B5EF4-FFF2-40B4-BE49-F238E27FC236}">
                <a16:creationId xmlns:a16="http://schemas.microsoft.com/office/drawing/2014/main" id="{D8239AAC-9CBF-2B25-6C69-1BB38D248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7" name="Rectangle 10">
            <a:extLst>
              <a:ext uri="{FF2B5EF4-FFF2-40B4-BE49-F238E27FC236}">
                <a16:creationId xmlns:a16="http://schemas.microsoft.com/office/drawing/2014/main" id="{41F0E1EA-FA88-EB62-3D6E-191C9A36C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8" name="Rectangle 11">
            <a:extLst>
              <a:ext uri="{FF2B5EF4-FFF2-40B4-BE49-F238E27FC236}">
                <a16:creationId xmlns:a16="http://schemas.microsoft.com/office/drawing/2014/main" id="{A3F42EA3-4513-E30E-E11B-560AC57DC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899" name="Rectangle 12">
            <a:extLst>
              <a:ext uri="{FF2B5EF4-FFF2-40B4-BE49-F238E27FC236}">
                <a16:creationId xmlns:a16="http://schemas.microsoft.com/office/drawing/2014/main" id="{2FD66D5C-57E2-CA31-615B-EE58C9F71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07645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0" name="Rectangle 13">
            <a:extLst>
              <a:ext uri="{FF2B5EF4-FFF2-40B4-BE49-F238E27FC236}">
                <a16:creationId xmlns:a16="http://schemas.microsoft.com/office/drawing/2014/main" id="{B1371FE3-2C9A-F186-96C3-A42B58C6A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07645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1" name="Rectangle 14">
            <a:extLst>
              <a:ext uri="{FF2B5EF4-FFF2-40B4-BE49-F238E27FC236}">
                <a16:creationId xmlns:a16="http://schemas.microsoft.com/office/drawing/2014/main" id="{40D520F0-7DFA-F999-A2E4-B7FB113F2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07645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2" name="Rectangle 15">
            <a:extLst>
              <a:ext uri="{FF2B5EF4-FFF2-40B4-BE49-F238E27FC236}">
                <a16:creationId xmlns:a16="http://schemas.microsoft.com/office/drawing/2014/main" id="{5DA59123-6FE5-A8A0-4970-0E89CC37A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07645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3" name="Rectangle 16">
            <a:extLst>
              <a:ext uri="{FF2B5EF4-FFF2-40B4-BE49-F238E27FC236}">
                <a16:creationId xmlns:a16="http://schemas.microsoft.com/office/drawing/2014/main" id="{DCFD4CD2-2456-7BF6-441D-B38A226A4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4" name="Rectangle 17">
            <a:extLst>
              <a:ext uri="{FF2B5EF4-FFF2-40B4-BE49-F238E27FC236}">
                <a16:creationId xmlns:a16="http://schemas.microsoft.com/office/drawing/2014/main" id="{47FE7A15-E970-6909-5F42-AD12D1022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5" name="Rectangle 18">
            <a:extLst>
              <a:ext uri="{FF2B5EF4-FFF2-40B4-BE49-F238E27FC236}">
                <a16:creationId xmlns:a16="http://schemas.microsoft.com/office/drawing/2014/main" id="{27314CE2-F169-1735-885B-6E875AD87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6" name="Rectangle 19">
            <a:extLst>
              <a:ext uri="{FF2B5EF4-FFF2-40B4-BE49-F238E27FC236}">
                <a16:creationId xmlns:a16="http://schemas.microsoft.com/office/drawing/2014/main" id="{0AAC4913-5889-796B-7312-16F8DFA57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7" name="Rectangle 20">
            <a:extLst>
              <a:ext uri="{FF2B5EF4-FFF2-40B4-BE49-F238E27FC236}">
                <a16:creationId xmlns:a16="http://schemas.microsoft.com/office/drawing/2014/main" id="{91C3E029-1D65-A9F4-2BEB-89282554B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8" name="Rectangle 21">
            <a:extLst>
              <a:ext uri="{FF2B5EF4-FFF2-40B4-BE49-F238E27FC236}">
                <a16:creationId xmlns:a16="http://schemas.microsoft.com/office/drawing/2014/main" id="{D55BA61D-7816-D957-AFE4-57AF0A749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09" name="Rectangle 22">
            <a:extLst>
              <a:ext uri="{FF2B5EF4-FFF2-40B4-BE49-F238E27FC236}">
                <a16:creationId xmlns:a16="http://schemas.microsoft.com/office/drawing/2014/main" id="{5A9E46CB-DAB2-4D33-C2BD-87DB82007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0" name="Rectangle 23">
            <a:extLst>
              <a:ext uri="{FF2B5EF4-FFF2-40B4-BE49-F238E27FC236}">
                <a16:creationId xmlns:a16="http://schemas.microsoft.com/office/drawing/2014/main" id="{DDEF6794-10B3-C122-C096-C21356CD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1" name="Rectangle 24">
            <a:extLst>
              <a:ext uri="{FF2B5EF4-FFF2-40B4-BE49-F238E27FC236}">
                <a16:creationId xmlns:a16="http://schemas.microsoft.com/office/drawing/2014/main" id="{AE3C63A8-FC82-479F-3605-A28E8AD41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2" name="Rectangle 25">
            <a:extLst>
              <a:ext uri="{FF2B5EF4-FFF2-40B4-BE49-F238E27FC236}">
                <a16:creationId xmlns:a16="http://schemas.microsoft.com/office/drawing/2014/main" id="{98D47B47-DAE8-A6CD-6130-188655B8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3" name="Rectangle 26">
            <a:extLst>
              <a:ext uri="{FF2B5EF4-FFF2-40B4-BE49-F238E27FC236}">
                <a16:creationId xmlns:a16="http://schemas.microsoft.com/office/drawing/2014/main" id="{1050A0CF-E2F1-A1B9-EE3A-DE13EDCA9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4" name="Rectangle 27">
            <a:extLst>
              <a:ext uri="{FF2B5EF4-FFF2-40B4-BE49-F238E27FC236}">
                <a16:creationId xmlns:a16="http://schemas.microsoft.com/office/drawing/2014/main" id="{5DC06774-83B4-70CB-E2AA-0F54C7CA4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5" name="Rectangle 28">
            <a:extLst>
              <a:ext uri="{FF2B5EF4-FFF2-40B4-BE49-F238E27FC236}">
                <a16:creationId xmlns:a16="http://schemas.microsoft.com/office/drawing/2014/main" id="{60676A70-0A6E-4530-ADB5-2BC3332FC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04800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6" name="Rectangle 29">
            <a:extLst>
              <a:ext uri="{FF2B5EF4-FFF2-40B4-BE49-F238E27FC236}">
                <a16:creationId xmlns:a16="http://schemas.microsoft.com/office/drawing/2014/main" id="{D2573842-8D5F-3975-B655-05606460D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04800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7" name="Rectangle 30">
            <a:extLst>
              <a:ext uri="{FF2B5EF4-FFF2-40B4-BE49-F238E27FC236}">
                <a16:creationId xmlns:a16="http://schemas.microsoft.com/office/drawing/2014/main" id="{583053C3-7FCF-8413-B7F9-709EFAE16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04800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8" name="Rectangle 31">
            <a:extLst>
              <a:ext uri="{FF2B5EF4-FFF2-40B4-BE49-F238E27FC236}">
                <a16:creationId xmlns:a16="http://schemas.microsoft.com/office/drawing/2014/main" id="{63A09869-4F05-D36F-055F-B0C533022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19" name="Rectangle 32">
            <a:extLst>
              <a:ext uri="{FF2B5EF4-FFF2-40B4-BE49-F238E27FC236}">
                <a16:creationId xmlns:a16="http://schemas.microsoft.com/office/drawing/2014/main" id="{76320DEE-8364-753B-CAC9-38A5C423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0" name="Rectangle 33">
            <a:extLst>
              <a:ext uri="{FF2B5EF4-FFF2-40B4-BE49-F238E27FC236}">
                <a16:creationId xmlns:a16="http://schemas.microsoft.com/office/drawing/2014/main" id="{026C3ABC-F870-5C55-12BB-0C0C99769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1" name="Rectangle 34">
            <a:extLst>
              <a:ext uri="{FF2B5EF4-FFF2-40B4-BE49-F238E27FC236}">
                <a16:creationId xmlns:a16="http://schemas.microsoft.com/office/drawing/2014/main" id="{4F65C6A9-C917-9E1C-E864-5269450C7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2" name="Rectangle 35">
            <a:extLst>
              <a:ext uri="{FF2B5EF4-FFF2-40B4-BE49-F238E27FC236}">
                <a16:creationId xmlns:a16="http://schemas.microsoft.com/office/drawing/2014/main" id="{B3D92D08-73D3-7A99-314D-19E37C5DE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3" name="Rectangle 36">
            <a:extLst>
              <a:ext uri="{FF2B5EF4-FFF2-40B4-BE49-F238E27FC236}">
                <a16:creationId xmlns:a16="http://schemas.microsoft.com/office/drawing/2014/main" id="{7A42DF4F-2954-D9EC-5CBB-A8BF64A10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4" name="Rectangle 37">
            <a:extLst>
              <a:ext uri="{FF2B5EF4-FFF2-40B4-BE49-F238E27FC236}">
                <a16:creationId xmlns:a16="http://schemas.microsoft.com/office/drawing/2014/main" id="{3B4C8C09-6D14-4754-4033-5173709F2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5" name="Rectangle 38">
            <a:extLst>
              <a:ext uri="{FF2B5EF4-FFF2-40B4-BE49-F238E27FC236}">
                <a16:creationId xmlns:a16="http://schemas.microsoft.com/office/drawing/2014/main" id="{2F3697C0-8BB8-219F-563C-0461F6C1A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6" name="Rectangle 39">
            <a:extLst>
              <a:ext uri="{FF2B5EF4-FFF2-40B4-BE49-F238E27FC236}">
                <a16:creationId xmlns:a16="http://schemas.microsoft.com/office/drawing/2014/main" id="{12DB5FFD-D637-E506-5BD2-19E8A610C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7" name="Rectangle 40">
            <a:extLst>
              <a:ext uri="{FF2B5EF4-FFF2-40B4-BE49-F238E27FC236}">
                <a16:creationId xmlns:a16="http://schemas.microsoft.com/office/drawing/2014/main" id="{8AD20D35-4F01-0450-6042-A61BD300F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8" name="Rectangle 41">
            <a:extLst>
              <a:ext uri="{FF2B5EF4-FFF2-40B4-BE49-F238E27FC236}">
                <a16:creationId xmlns:a16="http://schemas.microsoft.com/office/drawing/2014/main" id="{381254D3-E8C8-9C3E-A91D-D931D044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29" name="Rectangle 42">
            <a:extLst>
              <a:ext uri="{FF2B5EF4-FFF2-40B4-BE49-F238E27FC236}">
                <a16:creationId xmlns:a16="http://schemas.microsoft.com/office/drawing/2014/main" id="{EFF5334A-0B21-284D-220E-A657F26B7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0" name="Rectangle 43">
            <a:extLst>
              <a:ext uri="{FF2B5EF4-FFF2-40B4-BE49-F238E27FC236}">
                <a16:creationId xmlns:a16="http://schemas.microsoft.com/office/drawing/2014/main" id="{D92766B5-82EA-456B-5A0F-85F0715E7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1" name="Rectangle 44">
            <a:extLst>
              <a:ext uri="{FF2B5EF4-FFF2-40B4-BE49-F238E27FC236}">
                <a16:creationId xmlns:a16="http://schemas.microsoft.com/office/drawing/2014/main" id="{EF3F7BC3-3400-21AB-19D2-C34122B79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2" name="Rectangle 45">
            <a:extLst>
              <a:ext uri="{FF2B5EF4-FFF2-40B4-BE49-F238E27FC236}">
                <a16:creationId xmlns:a16="http://schemas.microsoft.com/office/drawing/2014/main" id="{09782FD6-6956-4F37-F5D9-96B632A02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3" name="Rectangle 46">
            <a:extLst>
              <a:ext uri="{FF2B5EF4-FFF2-40B4-BE49-F238E27FC236}">
                <a16:creationId xmlns:a16="http://schemas.microsoft.com/office/drawing/2014/main" id="{18D535D5-0A37-5776-8EE8-15A47A2D8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4" name="Rectangle 47">
            <a:extLst>
              <a:ext uri="{FF2B5EF4-FFF2-40B4-BE49-F238E27FC236}">
                <a16:creationId xmlns:a16="http://schemas.microsoft.com/office/drawing/2014/main" id="{3EF75C67-9F6E-2113-3BE3-AEAFA68FF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5" name="Rectangle 48">
            <a:extLst>
              <a:ext uri="{FF2B5EF4-FFF2-40B4-BE49-F238E27FC236}">
                <a16:creationId xmlns:a16="http://schemas.microsoft.com/office/drawing/2014/main" id="{7E38DA30-83D3-1214-D8BB-A76AF754F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6" name="Rectangle 49">
            <a:extLst>
              <a:ext uri="{FF2B5EF4-FFF2-40B4-BE49-F238E27FC236}">
                <a16:creationId xmlns:a16="http://schemas.microsoft.com/office/drawing/2014/main" id="{4CE4A68D-42BE-6BAE-70AB-E6A1AC1A8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7" name="Rectangle 50">
            <a:extLst>
              <a:ext uri="{FF2B5EF4-FFF2-40B4-BE49-F238E27FC236}">
                <a16:creationId xmlns:a16="http://schemas.microsoft.com/office/drawing/2014/main" id="{71586FC7-4690-9FA3-D0A9-68BD3F1DF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8" name="Rectangle 51">
            <a:extLst>
              <a:ext uri="{FF2B5EF4-FFF2-40B4-BE49-F238E27FC236}">
                <a16:creationId xmlns:a16="http://schemas.microsoft.com/office/drawing/2014/main" id="{6BF05367-97C9-70D7-5325-94BB79CAF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39" name="Rectangle 52">
            <a:extLst>
              <a:ext uri="{FF2B5EF4-FFF2-40B4-BE49-F238E27FC236}">
                <a16:creationId xmlns:a16="http://schemas.microsoft.com/office/drawing/2014/main" id="{F097F866-FE4E-4F50-9583-F52532BB8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0" name="Rectangle 53">
            <a:extLst>
              <a:ext uri="{FF2B5EF4-FFF2-40B4-BE49-F238E27FC236}">
                <a16:creationId xmlns:a16="http://schemas.microsoft.com/office/drawing/2014/main" id="{9F63C2DC-AFD7-BBEB-5367-EFC7538AC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1" name="Rectangle 54">
            <a:extLst>
              <a:ext uri="{FF2B5EF4-FFF2-40B4-BE49-F238E27FC236}">
                <a16:creationId xmlns:a16="http://schemas.microsoft.com/office/drawing/2014/main" id="{E7D3B2BF-882D-228B-29F3-ED9A3AF85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2" name="Rectangle 55">
            <a:extLst>
              <a:ext uri="{FF2B5EF4-FFF2-40B4-BE49-F238E27FC236}">
                <a16:creationId xmlns:a16="http://schemas.microsoft.com/office/drawing/2014/main" id="{771CE95C-F088-E0A5-63C7-E99C006D6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3" name="Rectangle 56">
            <a:extLst>
              <a:ext uri="{FF2B5EF4-FFF2-40B4-BE49-F238E27FC236}">
                <a16:creationId xmlns:a16="http://schemas.microsoft.com/office/drawing/2014/main" id="{56EFA2BB-1278-30EB-4F53-611A24C09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4" name="Rectangle 57">
            <a:extLst>
              <a:ext uri="{FF2B5EF4-FFF2-40B4-BE49-F238E27FC236}">
                <a16:creationId xmlns:a16="http://schemas.microsoft.com/office/drawing/2014/main" id="{43914435-123B-146E-7EB0-0F2E3FC97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5" name="Rectangle 58">
            <a:extLst>
              <a:ext uri="{FF2B5EF4-FFF2-40B4-BE49-F238E27FC236}">
                <a16:creationId xmlns:a16="http://schemas.microsoft.com/office/drawing/2014/main" id="{91217347-56F2-2682-FBFD-B01A5A944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6" name="Rectangle 59">
            <a:extLst>
              <a:ext uri="{FF2B5EF4-FFF2-40B4-BE49-F238E27FC236}">
                <a16:creationId xmlns:a16="http://schemas.microsoft.com/office/drawing/2014/main" id="{D4AE9C7F-4C36-C42A-E387-F603C4F8A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7" name="Rectangle 60">
            <a:extLst>
              <a:ext uri="{FF2B5EF4-FFF2-40B4-BE49-F238E27FC236}">
                <a16:creationId xmlns:a16="http://schemas.microsoft.com/office/drawing/2014/main" id="{41B17ABA-056D-7CB8-5EAF-65EAC39E0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8" name="Rectangle 61">
            <a:extLst>
              <a:ext uri="{FF2B5EF4-FFF2-40B4-BE49-F238E27FC236}">
                <a16:creationId xmlns:a16="http://schemas.microsoft.com/office/drawing/2014/main" id="{B6DB574E-7570-6314-BCBF-145B218DC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49" name="Rectangle 62">
            <a:extLst>
              <a:ext uri="{FF2B5EF4-FFF2-40B4-BE49-F238E27FC236}">
                <a16:creationId xmlns:a16="http://schemas.microsoft.com/office/drawing/2014/main" id="{2AA219FD-67A2-182C-F295-49564B3C4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50" name="Rectangle 63">
            <a:extLst>
              <a:ext uri="{FF2B5EF4-FFF2-40B4-BE49-F238E27FC236}">
                <a16:creationId xmlns:a16="http://schemas.microsoft.com/office/drawing/2014/main" id="{1B1F3BB1-7896-F0CB-85BF-3EBAC3505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51" name="Rectangle 64">
            <a:extLst>
              <a:ext uri="{FF2B5EF4-FFF2-40B4-BE49-F238E27FC236}">
                <a16:creationId xmlns:a16="http://schemas.microsoft.com/office/drawing/2014/main" id="{86FFFA41-C194-5AAD-3B7A-832BFBC02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52" name="Rectangle 65">
            <a:extLst>
              <a:ext uri="{FF2B5EF4-FFF2-40B4-BE49-F238E27FC236}">
                <a16:creationId xmlns:a16="http://schemas.microsoft.com/office/drawing/2014/main" id="{4B0121DD-D927-FA00-8502-9CF09A460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53" name="Rectangle 66">
            <a:extLst>
              <a:ext uri="{FF2B5EF4-FFF2-40B4-BE49-F238E27FC236}">
                <a16:creationId xmlns:a16="http://schemas.microsoft.com/office/drawing/2014/main" id="{8267B392-CAFB-828D-4AA2-0282B69F4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954" name="Rectangle 67">
            <a:extLst>
              <a:ext uri="{FF2B5EF4-FFF2-40B4-BE49-F238E27FC236}">
                <a16:creationId xmlns:a16="http://schemas.microsoft.com/office/drawing/2014/main" id="{74DE474D-E7D3-5868-AEAC-4E08958D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2" name="Group 68">
            <a:extLst>
              <a:ext uri="{FF2B5EF4-FFF2-40B4-BE49-F238E27FC236}">
                <a16:creationId xmlns:a16="http://schemas.microsoft.com/office/drawing/2014/main" id="{8638E0D4-C1A9-613A-E429-A339B598F913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1584325"/>
            <a:ext cx="1474788" cy="1463675"/>
            <a:chOff x="262" y="1078"/>
            <a:chExt cx="929" cy="922"/>
          </a:xfrm>
        </p:grpSpPr>
        <p:sp>
          <p:nvSpPr>
            <p:cNvPr id="39304" name="Rectangle 69">
              <a:extLst>
                <a:ext uri="{FF2B5EF4-FFF2-40B4-BE49-F238E27FC236}">
                  <a16:creationId xmlns:a16="http://schemas.microsoft.com/office/drawing/2014/main" id="{EA179033-E333-847D-6658-518E248A6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5" name="Rectangle 70">
              <a:extLst>
                <a:ext uri="{FF2B5EF4-FFF2-40B4-BE49-F238E27FC236}">
                  <a16:creationId xmlns:a16="http://schemas.microsoft.com/office/drawing/2014/main" id="{E882D360-7656-B68E-7438-B2E18D010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6" name="Rectangle 71">
              <a:extLst>
                <a:ext uri="{FF2B5EF4-FFF2-40B4-BE49-F238E27FC236}">
                  <a16:creationId xmlns:a16="http://schemas.microsoft.com/office/drawing/2014/main" id="{AF1601FC-B62A-20C7-6141-91B325591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7" name="Rectangle 72">
              <a:extLst>
                <a:ext uri="{FF2B5EF4-FFF2-40B4-BE49-F238E27FC236}">
                  <a16:creationId xmlns:a16="http://schemas.microsoft.com/office/drawing/2014/main" id="{47325021-2C8B-55E0-C19B-2D3D223A4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8" name="Rectangle 73">
              <a:extLst>
                <a:ext uri="{FF2B5EF4-FFF2-40B4-BE49-F238E27FC236}">
                  <a16:creationId xmlns:a16="http://schemas.microsoft.com/office/drawing/2014/main" id="{418A9A8D-02B8-DDC7-929C-8B24C6C7D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9" name="Rectangle 74">
              <a:extLst>
                <a:ext uri="{FF2B5EF4-FFF2-40B4-BE49-F238E27FC236}">
                  <a16:creationId xmlns:a16="http://schemas.microsoft.com/office/drawing/2014/main" id="{E7D28119-396C-99B9-31F7-E9A3F9EEE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10" name="Rectangle 75">
              <a:extLst>
                <a:ext uri="{FF2B5EF4-FFF2-40B4-BE49-F238E27FC236}">
                  <a16:creationId xmlns:a16="http://schemas.microsoft.com/office/drawing/2014/main" id="{61BB96EC-456D-0749-DED7-DCC33DBA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11" name="Rectangle 76">
              <a:extLst>
                <a:ext uri="{FF2B5EF4-FFF2-40B4-BE49-F238E27FC236}">
                  <a16:creationId xmlns:a16="http://schemas.microsoft.com/office/drawing/2014/main" id="{AC1545CE-9476-1BD9-002A-E7E17F6AA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12" name="Rectangle 77">
              <a:extLst>
                <a:ext uri="{FF2B5EF4-FFF2-40B4-BE49-F238E27FC236}">
                  <a16:creationId xmlns:a16="http://schemas.microsoft.com/office/drawing/2014/main" id="{5E936923-3428-FB7D-3726-8DC20CFBE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7956" name="Text Box 78">
            <a:extLst>
              <a:ext uri="{FF2B5EF4-FFF2-40B4-BE49-F238E27FC236}">
                <a16:creationId xmlns:a16="http://schemas.microsoft.com/office/drawing/2014/main" id="{89E72106-6A38-1BA6-3883-9E49C05F3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37957" name="Group 79">
            <a:extLst>
              <a:ext uri="{FF2B5EF4-FFF2-40B4-BE49-F238E27FC236}">
                <a16:creationId xmlns:a16="http://schemas.microsoft.com/office/drawing/2014/main" id="{5E0CE549-F969-D91B-D815-F11B2BB5EE1D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39295" name="Rectangle 80">
              <a:extLst>
                <a:ext uri="{FF2B5EF4-FFF2-40B4-BE49-F238E27FC236}">
                  <a16:creationId xmlns:a16="http://schemas.microsoft.com/office/drawing/2014/main" id="{6037224F-2D93-5B74-38EB-88AC6BBC2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6" name="Rectangle 81">
              <a:extLst>
                <a:ext uri="{FF2B5EF4-FFF2-40B4-BE49-F238E27FC236}">
                  <a16:creationId xmlns:a16="http://schemas.microsoft.com/office/drawing/2014/main" id="{3CF95EE6-BCD8-1DAA-1A34-8F1396396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7" name="Rectangle 82">
              <a:extLst>
                <a:ext uri="{FF2B5EF4-FFF2-40B4-BE49-F238E27FC236}">
                  <a16:creationId xmlns:a16="http://schemas.microsoft.com/office/drawing/2014/main" id="{36567E85-5592-05C9-898C-E3E05C2E5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8" name="Rectangle 83">
              <a:extLst>
                <a:ext uri="{FF2B5EF4-FFF2-40B4-BE49-F238E27FC236}">
                  <a16:creationId xmlns:a16="http://schemas.microsoft.com/office/drawing/2014/main" id="{AE0AAC68-3770-FE21-B9C5-C877BAD8E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9" name="Rectangle 84">
              <a:extLst>
                <a:ext uri="{FF2B5EF4-FFF2-40B4-BE49-F238E27FC236}">
                  <a16:creationId xmlns:a16="http://schemas.microsoft.com/office/drawing/2014/main" id="{ABBFBB31-AAC5-B5B4-D3BE-E701B753C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0" name="Rectangle 85">
              <a:extLst>
                <a:ext uri="{FF2B5EF4-FFF2-40B4-BE49-F238E27FC236}">
                  <a16:creationId xmlns:a16="http://schemas.microsoft.com/office/drawing/2014/main" id="{673AE6C9-5129-35BF-EA70-A94F3C292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1" name="Rectangle 86">
              <a:extLst>
                <a:ext uri="{FF2B5EF4-FFF2-40B4-BE49-F238E27FC236}">
                  <a16:creationId xmlns:a16="http://schemas.microsoft.com/office/drawing/2014/main" id="{05AFB241-FBDE-C4C5-10A4-108C12054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2" name="Rectangle 87">
              <a:extLst>
                <a:ext uri="{FF2B5EF4-FFF2-40B4-BE49-F238E27FC236}">
                  <a16:creationId xmlns:a16="http://schemas.microsoft.com/office/drawing/2014/main" id="{6BE76478-BF82-16EB-ED49-8E547F866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03" name="Rectangle 88">
              <a:extLst>
                <a:ext uri="{FF2B5EF4-FFF2-40B4-BE49-F238E27FC236}">
                  <a16:creationId xmlns:a16="http://schemas.microsoft.com/office/drawing/2014/main" id="{9FD5A6A1-8D0F-AD4D-1BE8-FC8D11F2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" name="Group 89">
            <a:extLst>
              <a:ext uri="{FF2B5EF4-FFF2-40B4-BE49-F238E27FC236}">
                <a16:creationId xmlns:a16="http://schemas.microsoft.com/office/drawing/2014/main" id="{AC0ABAD2-CC48-E564-9AB3-64CB9DBED49D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1584325"/>
            <a:ext cx="1474788" cy="1463675"/>
            <a:chOff x="262" y="1078"/>
            <a:chExt cx="929" cy="922"/>
          </a:xfrm>
        </p:grpSpPr>
        <p:sp>
          <p:nvSpPr>
            <p:cNvPr id="39286" name="Rectangle 90">
              <a:extLst>
                <a:ext uri="{FF2B5EF4-FFF2-40B4-BE49-F238E27FC236}">
                  <a16:creationId xmlns:a16="http://schemas.microsoft.com/office/drawing/2014/main" id="{111EEC78-227B-4912-50B3-73565DBAA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7" name="Rectangle 91">
              <a:extLst>
                <a:ext uri="{FF2B5EF4-FFF2-40B4-BE49-F238E27FC236}">
                  <a16:creationId xmlns:a16="http://schemas.microsoft.com/office/drawing/2014/main" id="{3E9D7CB8-D539-20F0-4F93-C64BBA41A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8" name="Rectangle 92">
              <a:extLst>
                <a:ext uri="{FF2B5EF4-FFF2-40B4-BE49-F238E27FC236}">
                  <a16:creationId xmlns:a16="http://schemas.microsoft.com/office/drawing/2014/main" id="{69D0D8A4-4B0C-6049-FE7F-8F767EC76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9" name="Rectangle 93">
              <a:extLst>
                <a:ext uri="{FF2B5EF4-FFF2-40B4-BE49-F238E27FC236}">
                  <a16:creationId xmlns:a16="http://schemas.microsoft.com/office/drawing/2014/main" id="{367E35E6-52CF-70DD-EDFF-414570F9D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0" name="Rectangle 94">
              <a:extLst>
                <a:ext uri="{FF2B5EF4-FFF2-40B4-BE49-F238E27FC236}">
                  <a16:creationId xmlns:a16="http://schemas.microsoft.com/office/drawing/2014/main" id="{68DDBE79-9318-9DE4-A33B-03E466AF4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1" name="Rectangle 95">
              <a:extLst>
                <a:ext uri="{FF2B5EF4-FFF2-40B4-BE49-F238E27FC236}">
                  <a16:creationId xmlns:a16="http://schemas.microsoft.com/office/drawing/2014/main" id="{B39E4341-B347-BB3B-BEDD-95E11C4B6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2" name="Rectangle 96">
              <a:extLst>
                <a:ext uri="{FF2B5EF4-FFF2-40B4-BE49-F238E27FC236}">
                  <a16:creationId xmlns:a16="http://schemas.microsoft.com/office/drawing/2014/main" id="{68EA1F66-EB41-4517-6CDF-5E93AC797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3" name="Rectangle 97">
              <a:extLst>
                <a:ext uri="{FF2B5EF4-FFF2-40B4-BE49-F238E27FC236}">
                  <a16:creationId xmlns:a16="http://schemas.microsoft.com/office/drawing/2014/main" id="{8CCB4282-D145-AF7C-03AA-559C9E56A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94" name="Rectangle 98">
              <a:extLst>
                <a:ext uri="{FF2B5EF4-FFF2-40B4-BE49-F238E27FC236}">
                  <a16:creationId xmlns:a16="http://schemas.microsoft.com/office/drawing/2014/main" id="{3F24FBD9-EFAD-0AC8-A856-1C96FC939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" name="Group 99">
            <a:extLst>
              <a:ext uri="{FF2B5EF4-FFF2-40B4-BE49-F238E27FC236}">
                <a16:creationId xmlns:a16="http://schemas.microsoft.com/office/drawing/2014/main" id="{1266259A-7EEF-6F85-B99F-14BBED164132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1584325"/>
            <a:ext cx="1474787" cy="1463675"/>
            <a:chOff x="262" y="1078"/>
            <a:chExt cx="929" cy="922"/>
          </a:xfrm>
        </p:grpSpPr>
        <p:sp>
          <p:nvSpPr>
            <p:cNvPr id="39277" name="Rectangle 100">
              <a:extLst>
                <a:ext uri="{FF2B5EF4-FFF2-40B4-BE49-F238E27FC236}">
                  <a16:creationId xmlns:a16="http://schemas.microsoft.com/office/drawing/2014/main" id="{D718F716-A858-A120-458F-ACCAB89DE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8" name="Rectangle 101">
              <a:extLst>
                <a:ext uri="{FF2B5EF4-FFF2-40B4-BE49-F238E27FC236}">
                  <a16:creationId xmlns:a16="http://schemas.microsoft.com/office/drawing/2014/main" id="{DA918B76-E3BC-E54C-CA53-42C10B99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9" name="Rectangle 102">
              <a:extLst>
                <a:ext uri="{FF2B5EF4-FFF2-40B4-BE49-F238E27FC236}">
                  <a16:creationId xmlns:a16="http://schemas.microsoft.com/office/drawing/2014/main" id="{E0D68306-217F-63F0-008D-18E445F56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0" name="Rectangle 103">
              <a:extLst>
                <a:ext uri="{FF2B5EF4-FFF2-40B4-BE49-F238E27FC236}">
                  <a16:creationId xmlns:a16="http://schemas.microsoft.com/office/drawing/2014/main" id="{C0633D1B-3B32-B74E-31C9-BFBFF0322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1" name="Rectangle 104">
              <a:extLst>
                <a:ext uri="{FF2B5EF4-FFF2-40B4-BE49-F238E27FC236}">
                  <a16:creationId xmlns:a16="http://schemas.microsoft.com/office/drawing/2014/main" id="{D1DB2284-F1B5-84BF-5A5C-BF829444A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2" name="Rectangle 105">
              <a:extLst>
                <a:ext uri="{FF2B5EF4-FFF2-40B4-BE49-F238E27FC236}">
                  <a16:creationId xmlns:a16="http://schemas.microsoft.com/office/drawing/2014/main" id="{8E0F9C3B-085C-C3AD-CCBB-E609ADE4E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3" name="Rectangle 106">
              <a:extLst>
                <a:ext uri="{FF2B5EF4-FFF2-40B4-BE49-F238E27FC236}">
                  <a16:creationId xmlns:a16="http://schemas.microsoft.com/office/drawing/2014/main" id="{D1DBDB63-C5BF-1750-BB05-BD3DE9ED9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4" name="Rectangle 107">
              <a:extLst>
                <a:ext uri="{FF2B5EF4-FFF2-40B4-BE49-F238E27FC236}">
                  <a16:creationId xmlns:a16="http://schemas.microsoft.com/office/drawing/2014/main" id="{3F9E1ECC-CDB3-254C-790C-390543C00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85" name="Rectangle 108">
              <a:extLst>
                <a:ext uri="{FF2B5EF4-FFF2-40B4-BE49-F238E27FC236}">
                  <a16:creationId xmlns:a16="http://schemas.microsoft.com/office/drawing/2014/main" id="{69FC2E8C-C7A0-955B-ED62-D036C0F7C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" name="Group 109">
            <a:extLst>
              <a:ext uri="{FF2B5EF4-FFF2-40B4-BE49-F238E27FC236}">
                <a16:creationId xmlns:a16="http://schemas.microsoft.com/office/drawing/2014/main" id="{19F9921D-A88A-4F9D-D69F-CEEC8E8184D6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1584325"/>
            <a:ext cx="1474787" cy="1463675"/>
            <a:chOff x="262" y="1078"/>
            <a:chExt cx="929" cy="922"/>
          </a:xfrm>
        </p:grpSpPr>
        <p:sp>
          <p:nvSpPr>
            <p:cNvPr id="39268" name="Rectangle 110">
              <a:extLst>
                <a:ext uri="{FF2B5EF4-FFF2-40B4-BE49-F238E27FC236}">
                  <a16:creationId xmlns:a16="http://schemas.microsoft.com/office/drawing/2014/main" id="{F8D29D44-B53C-0384-7959-8AB97F821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9" name="Rectangle 111">
              <a:extLst>
                <a:ext uri="{FF2B5EF4-FFF2-40B4-BE49-F238E27FC236}">
                  <a16:creationId xmlns:a16="http://schemas.microsoft.com/office/drawing/2014/main" id="{536605FB-336A-937F-72D5-07755C034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0" name="Rectangle 112">
              <a:extLst>
                <a:ext uri="{FF2B5EF4-FFF2-40B4-BE49-F238E27FC236}">
                  <a16:creationId xmlns:a16="http://schemas.microsoft.com/office/drawing/2014/main" id="{C573F221-DD56-E789-0A5C-31ECE2B9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1" name="Rectangle 113">
              <a:extLst>
                <a:ext uri="{FF2B5EF4-FFF2-40B4-BE49-F238E27FC236}">
                  <a16:creationId xmlns:a16="http://schemas.microsoft.com/office/drawing/2014/main" id="{A48BCE1E-DADB-68BE-B023-8ECA992B3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2" name="Rectangle 114">
              <a:extLst>
                <a:ext uri="{FF2B5EF4-FFF2-40B4-BE49-F238E27FC236}">
                  <a16:creationId xmlns:a16="http://schemas.microsoft.com/office/drawing/2014/main" id="{DA2153AD-A0BA-798C-AE05-9127D4F05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3" name="Rectangle 115">
              <a:extLst>
                <a:ext uri="{FF2B5EF4-FFF2-40B4-BE49-F238E27FC236}">
                  <a16:creationId xmlns:a16="http://schemas.microsoft.com/office/drawing/2014/main" id="{D974A81E-BB97-FF48-D192-ED7B609D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4" name="Rectangle 116">
              <a:extLst>
                <a:ext uri="{FF2B5EF4-FFF2-40B4-BE49-F238E27FC236}">
                  <a16:creationId xmlns:a16="http://schemas.microsoft.com/office/drawing/2014/main" id="{30A11AC3-69EC-4880-9B04-D7D6236B0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5" name="Rectangle 117">
              <a:extLst>
                <a:ext uri="{FF2B5EF4-FFF2-40B4-BE49-F238E27FC236}">
                  <a16:creationId xmlns:a16="http://schemas.microsoft.com/office/drawing/2014/main" id="{037951D4-2966-849B-121E-B7C1D7657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6" name="Rectangle 118">
              <a:extLst>
                <a:ext uri="{FF2B5EF4-FFF2-40B4-BE49-F238E27FC236}">
                  <a16:creationId xmlns:a16="http://schemas.microsoft.com/office/drawing/2014/main" id="{761E0D47-0107-C66D-3C02-79D622D3F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7" name="Group 119">
            <a:extLst>
              <a:ext uri="{FF2B5EF4-FFF2-40B4-BE49-F238E27FC236}">
                <a16:creationId xmlns:a16="http://schemas.microsoft.com/office/drawing/2014/main" id="{BE94B733-E489-8C8E-0D4A-E94A455BE36D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1584325"/>
            <a:ext cx="1474787" cy="1463675"/>
            <a:chOff x="262" y="1078"/>
            <a:chExt cx="929" cy="922"/>
          </a:xfrm>
        </p:grpSpPr>
        <p:sp>
          <p:nvSpPr>
            <p:cNvPr id="39259" name="Rectangle 120">
              <a:extLst>
                <a:ext uri="{FF2B5EF4-FFF2-40B4-BE49-F238E27FC236}">
                  <a16:creationId xmlns:a16="http://schemas.microsoft.com/office/drawing/2014/main" id="{3A374EDB-0254-C143-5DBC-F4F5E1E33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0" name="Rectangle 121">
              <a:extLst>
                <a:ext uri="{FF2B5EF4-FFF2-40B4-BE49-F238E27FC236}">
                  <a16:creationId xmlns:a16="http://schemas.microsoft.com/office/drawing/2014/main" id="{D24BBD47-73EF-1D36-22DF-293C53738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1" name="Rectangle 122">
              <a:extLst>
                <a:ext uri="{FF2B5EF4-FFF2-40B4-BE49-F238E27FC236}">
                  <a16:creationId xmlns:a16="http://schemas.microsoft.com/office/drawing/2014/main" id="{FF8F476A-EFDC-8035-B280-A1312A258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2" name="Rectangle 123">
              <a:extLst>
                <a:ext uri="{FF2B5EF4-FFF2-40B4-BE49-F238E27FC236}">
                  <a16:creationId xmlns:a16="http://schemas.microsoft.com/office/drawing/2014/main" id="{3E019E37-4AE8-87B0-0E2F-2F600045E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3" name="Rectangle 124">
              <a:extLst>
                <a:ext uri="{FF2B5EF4-FFF2-40B4-BE49-F238E27FC236}">
                  <a16:creationId xmlns:a16="http://schemas.microsoft.com/office/drawing/2014/main" id="{3B081DC6-DC7A-2FB5-4E01-941A1A495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4" name="Rectangle 125">
              <a:extLst>
                <a:ext uri="{FF2B5EF4-FFF2-40B4-BE49-F238E27FC236}">
                  <a16:creationId xmlns:a16="http://schemas.microsoft.com/office/drawing/2014/main" id="{A005AD7E-197D-5684-73D1-08F2A350D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5" name="Rectangle 126">
              <a:extLst>
                <a:ext uri="{FF2B5EF4-FFF2-40B4-BE49-F238E27FC236}">
                  <a16:creationId xmlns:a16="http://schemas.microsoft.com/office/drawing/2014/main" id="{ED47344A-182F-7BF9-C1A3-95E1CB878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6" name="Rectangle 127">
              <a:extLst>
                <a:ext uri="{FF2B5EF4-FFF2-40B4-BE49-F238E27FC236}">
                  <a16:creationId xmlns:a16="http://schemas.microsoft.com/office/drawing/2014/main" id="{D5E4488A-C384-9C9E-2586-84BE854B3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7" name="Rectangle 128">
              <a:extLst>
                <a:ext uri="{FF2B5EF4-FFF2-40B4-BE49-F238E27FC236}">
                  <a16:creationId xmlns:a16="http://schemas.microsoft.com/office/drawing/2014/main" id="{E3C7FB29-3575-2148-3E19-F1B83A97D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8" name="Group 129">
            <a:extLst>
              <a:ext uri="{FF2B5EF4-FFF2-40B4-BE49-F238E27FC236}">
                <a16:creationId xmlns:a16="http://schemas.microsoft.com/office/drawing/2014/main" id="{51C1CD3A-D953-4A9E-135E-E7E8BB4C11EE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1584325"/>
            <a:ext cx="1474788" cy="1463675"/>
            <a:chOff x="262" y="1078"/>
            <a:chExt cx="929" cy="922"/>
          </a:xfrm>
        </p:grpSpPr>
        <p:sp>
          <p:nvSpPr>
            <p:cNvPr id="39250" name="Rectangle 130">
              <a:extLst>
                <a:ext uri="{FF2B5EF4-FFF2-40B4-BE49-F238E27FC236}">
                  <a16:creationId xmlns:a16="http://schemas.microsoft.com/office/drawing/2014/main" id="{3B757EFA-CEEC-A4B7-0BB3-E81EF5EF6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1" name="Rectangle 131">
              <a:extLst>
                <a:ext uri="{FF2B5EF4-FFF2-40B4-BE49-F238E27FC236}">
                  <a16:creationId xmlns:a16="http://schemas.microsoft.com/office/drawing/2014/main" id="{614AC6B6-9E2B-BD2D-5005-C2CD5592A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2" name="Rectangle 132">
              <a:extLst>
                <a:ext uri="{FF2B5EF4-FFF2-40B4-BE49-F238E27FC236}">
                  <a16:creationId xmlns:a16="http://schemas.microsoft.com/office/drawing/2014/main" id="{4804AEDC-2D3E-62FF-1CDF-41C38902C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3" name="Rectangle 133">
              <a:extLst>
                <a:ext uri="{FF2B5EF4-FFF2-40B4-BE49-F238E27FC236}">
                  <a16:creationId xmlns:a16="http://schemas.microsoft.com/office/drawing/2014/main" id="{65507DE2-591A-DF2B-12D3-BF3615709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4" name="Rectangle 134">
              <a:extLst>
                <a:ext uri="{FF2B5EF4-FFF2-40B4-BE49-F238E27FC236}">
                  <a16:creationId xmlns:a16="http://schemas.microsoft.com/office/drawing/2014/main" id="{2D7D3414-4FC8-F504-A182-0D4C6DCC9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5" name="Rectangle 135">
              <a:extLst>
                <a:ext uri="{FF2B5EF4-FFF2-40B4-BE49-F238E27FC236}">
                  <a16:creationId xmlns:a16="http://schemas.microsoft.com/office/drawing/2014/main" id="{F6870E68-EB4A-C3DA-6325-8754A6E74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6" name="Rectangle 136">
              <a:extLst>
                <a:ext uri="{FF2B5EF4-FFF2-40B4-BE49-F238E27FC236}">
                  <a16:creationId xmlns:a16="http://schemas.microsoft.com/office/drawing/2014/main" id="{CCE18609-223A-39BD-FCA6-D181EFA0A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7" name="Rectangle 137">
              <a:extLst>
                <a:ext uri="{FF2B5EF4-FFF2-40B4-BE49-F238E27FC236}">
                  <a16:creationId xmlns:a16="http://schemas.microsoft.com/office/drawing/2014/main" id="{6F2B4376-6D19-4E1D-F138-A229A5E7E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58" name="Rectangle 138">
              <a:extLst>
                <a:ext uri="{FF2B5EF4-FFF2-40B4-BE49-F238E27FC236}">
                  <a16:creationId xmlns:a16="http://schemas.microsoft.com/office/drawing/2014/main" id="{24E202D0-FC05-5DF2-1F87-CD25ABB79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9" name="Group 139">
            <a:extLst>
              <a:ext uri="{FF2B5EF4-FFF2-40B4-BE49-F238E27FC236}">
                <a16:creationId xmlns:a16="http://schemas.microsoft.com/office/drawing/2014/main" id="{9785DEC7-05B2-DE36-C671-C20CC04A3D94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1584325"/>
            <a:ext cx="1474788" cy="1463675"/>
            <a:chOff x="262" y="1078"/>
            <a:chExt cx="929" cy="922"/>
          </a:xfrm>
        </p:grpSpPr>
        <p:sp>
          <p:nvSpPr>
            <p:cNvPr id="39241" name="Rectangle 140">
              <a:extLst>
                <a:ext uri="{FF2B5EF4-FFF2-40B4-BE49-F238E27FC236}">
                  <a16:creationId xmlns:a16="http://schemas.microsoft.com/office/drawing/2014/main" id="{85CC7CCC-EACD-A66C-D796-9EB3AB3AB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2" name="Rectangle 141">
              <a:extLst>
                <a:ext uri="{FF2B5EF4-FFF2-40B4-BE49-F238E27FC236}">
                  <a16:creationId xmlns:a16="http://schemas.microsoft.com/office/drawing/2014/main" id="{0D37CF87-5F61-AECB-1EDD-8C7EDB38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3" name="Rectangle 142">
              <a:extLst>
                <a:ext uri="{FF2B5EF4-FFF2-40B4-BE49-F238E27FC236}">
                  <a16:creationId xmlns:a16="http://schemas.microsoft.com/office/drawing/2014/main" id="{87413D6A-9A68-5A61-1432-269FFEC6C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4" name="Rectangle 143">
              <a:extLst>
                <a:ext uri="{FF2B5EF4-FFF2-40B4-BE49-F238E27FC236}">
                  <a16:creationId xmlns:a16="http://schemas.microsoft.com/office/drawing/2014/main" id="{A2C3F97C-51C5-2756-A7F2-18B33242B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5" name="Rectangle 144">
              <a:extLst>
                <a:ext uri="{FF2B5EF4-FFF2-40B4-BE49-F238E27FC236}">
                  <a16:creationId xmlns:a16="http://schemas.microsoft.com/office/drawing/2014/main" id="{DE84E8FC-9D3A-DC4F-C71C-09DA1F04F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6" name="Rectangle 145">
              <a:extLst>
                <a:ext uri="{FF2B5EF4-FFF2-40B4-BE49-F238E27FC236}">
                  <a16:creationId xmlns:a16="http://schemas.microsoft.com/office/drawing/2014/main" id="{4593D00A-ABF0-D873-A781-8A8910FE3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7" name="Rectangle 146">
              <a:extLst>
                <a:ext uri="{FF2B5EF4-FFF2-40B4-BE49-F238E27FC236}">
                  <a16:creationId xmlns:a16="http://schemas.microsoft.com/office/drawing/2014/main" id="{740967E9-69BB-CB24-3A1B-DB5462ECE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8" name="Rectangle 147">
              <a:extLst>
                <a:ext uri="{FF2B5EF4-FFF2-40B4-BE49-F238E27FC236}">
                  <a16:creationId xmlns:a16="http://schemas.microsoft.com/office/drawing/2014/main" id="{E510ECCA-6032-7B5B-A5EF-BCD03694E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9" name="Rectangle 148">
              <a:extLst>
                <a:ext uri="{FF2B5EF4-FFF2-40B4-BE49-F238E27FC236}">
                  <a16:creationId xmlns:a16="http://schemas.microsoft.com/office/drawing/2014/main" id="{8B835055-351A-5C93-CE82-FCEA18FA4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0" name="Group 149">
            <a:extLst>
              <a:ext uri="{FF2B5EF4-FFF2-40B4-BE49-F238E27FC236}">
                <a16:creationId xmlns:a16="http://schemas.microsoft.com/office/drawing/2014/main" id="{014ACFDA-4C93-8042-885F-E3D616F3D7C6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1584325"/>
            <a:ext cx="1474788" cy="1463675"/>
            <a:chOff x="262" y="1078"/>
            <a:chExt cx="929" cy="922"/>
          </a:xfrm>
        </p:grpSpPr>
        <p:sp>
          <p:nvSpPr>
            <p:cNvPr id="39232" name="Rectangle 150">
              <a:extLst>
                <a:ext uri="{FF2B5EF4-FFF2-40B4-BE49-F238E27FC236}">
                  <a16:creationId xmlns:a16="http://schemas.microsoft.com/office/drawing/2014/main" id="{3A62A51C-4FDA-EA23-A2F1-CD8C93571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3" name="Rectangle 151">
              <a:extLst>
                <a:ext uri="{FF2B5EF4-FFF2-40B4-BE49-F238E27FC236}">
                  <a16:creationId xmlns:a16="http://schemas.microsoft.com/office/drawing/2014/main" id="{1CAA1A07-8EA8-5F6D-0B07-6EEFFE557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4" name="Rectangle 152">
              <a:extLst>
                <a:ext uri="{FF2B5EF4-FFF2-40B4-BE49-F238E27FC236}">
                  <a16:creationId xmlns:a16="http://schemas.microsoft.com/office/drawing/2014/main" id="{3C413D81-4F22-C9B6-E875-712D2F7E2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5" name="Rectangle 153">
              <a:extLst>
                <a:ext uri="{FF2B5EF4-FFF2-40B4-BE49-F238E27FC236}">
                  <a16:creationId xmlns:a16="http://schemas.microsoft.com/office/drawing/2014/main" id="{06DB786D-305B-BAC9-AEFB-16368BBD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6" name="Rectangle 154">
              <a:extLst>
                <a:ext uri="{FF2B5EF4-FFF2-40B4-BE49-F238E27FC236}">
                  <a16:creationId xmlns:a16="http://schemas.microsoft.com/office/drawing/2014/main" id="{3626A386-D941-BC64-B380-5BA05BFDD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7" name="Rectangle 155">
              <a:extLst>
                <a:ext uri="{FF2B5EF4-FFF2-40B4-BE49-F238E27FC236}">
                  <a16:creationId xmlns:a16="http://schemas.microsoft.com/office/drawing/2014/main" id="{9EE5ADC1-F0B9-3310-3BC1-88E3730FC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8" name="Rectangle 156">
              <a:extLst>
                <a:ext uri="{FF2B5EF4-FFF2-40B4-BE49-F238E27FC236}">
                  <a16:creationId xmlns:a16="http://schemas.microsoft.com/office/drawing/2014/main" id="{37B900E7-134D-A4C4-41F1-0B7C06C65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9" name="Rectangle 157">
              <a:extLst>
                <a:ext uri="{FF2B5EF4-FFF2-40B4-BE49-F238E27FC236}">
                  <a16:creationId xmlns:a16="http://schemas.microsoft.com/office/drawing/2014/main" id="{E4D38E63-F6F6-B4CA-4E42-884F216CE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40" name="Rectangle 158">
              <a:extLst>
                <a:ext uri="{FF2B5EF4-FFF2-40B4-BE49-F238E27FC236}">
                  <a16:creationId xmlns:a16="http://schemas.microsoft.com/office/drawing/2014/main" id="{ACFF71B9-09EB-DD2F-EDD8-59E4B6C83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" name="Group 159">
            <a:extLst>
              <a:ext uri="{FF2B5EF4-FFF2-40B4-BE49-F238E27FC236}">
                <a16:creationId xmlns:a16="http://schemas.microsoft.com/office/drawing/2014/main" id="{55BAD139-781A-8122-1B64-ACDFDE7A3555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1089025"/>
            <a:ext cx="1474788" cy="1463675"/>
            <a:chOff x="262" y="1078"/>
            <a:chExt cx="929" cy="922"/>
          </a:xfrm>
        </p:grpSpPr>
        <p:sp>
          <p:nvSpPr>
            <p:cNvPr id="39223" name="Rectangle 160">
              <a:extLst>
                <a:ext uri="{FF2B5EF4-FFF2-40B4-BE49-F238E27FC236}">
                  <a16:creationId xmlns:a16="http://schemas.microsoft.com/office/drawing/2014/main" id="{3CA624B3-B60B-C827-CD52-42FCA04BB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4" name="Rectangle 161">
              <a:extLst>
                <a:ext uri="{FF2B5EF4-FFF2-40B4-BE49-F238E27FC236}">
                  <a16:creationId xmlns:a16="http://schemas.microsoft.com/office/drawing/2014/main" id="{83534DB3-87A1-0971-8058-D9EF98C5F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5" name="Rectangle 162">
              <a:extLst>
                <a:ext uri="{FF2B5EF4-FFF2-40B4-BE49-F238E27FC236}">
                  <a16:creationId xmlns:a16="http://schemas.microsoft.com/office/drawing/2014/main" id="{B93799C3-CA25-C500-EA0C-4A6AC7890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6" name="Rectangle 163">
              <a:extLst>
                <a:ext uri="{FF2B5EF4-FFF2-40B4-BE49-F238E27FC236}">
                  <a16:creationId xmlns:a16="http://schemas.microsoft.com/office/drawing/2014/main" id="{03EA3E63-6CE6-3C0A-866B-AB0F46319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7" name="Rectangle 164">
              <a:extLst>
                <a:ext uri="{FF2B5EF4-FFF2-40B4-BE49-F238E27FC236}">
                  <a16:creationId xmlns:a16="http://schemas.microsoft.com/office/drawing/2014/main" id="{3AF67993-EAEA-4FA2-506A-ED87C832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8" name="Rectangle 165">
              <a:extLst>
                <a:ext uri="{FF2B5EF4-FFF2-40B4-BE49-F238E27FC236}">
                  <a16:creationId xmlns:a16="http://schemas.microsoft.com/office/drawing/2014/main" id="{E4AA052D-BB6D-3EB5-36C8-F0DB45BB2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9" name="Rectangle 166">
              <a:extLst>
                <a:ext uri="{FF2B5EF4-FFF2-40B4-BE49-F238E27FC236}">
                  <a16:creationId xmlns:a16="http://schemas.microsoft.com/office/drawing/2014/main" id="{B850AC4B-ADEE-E796-5024-64FEC9D2D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0" name="Rectangle 167">
              <a:extLst>
                <a:ext uri="{FF2B5EF4-FFF2-40B4-BE49-F238E27FC236}">
                  <a16:creationId xmlns:a16="http://schemas.microsoft.com/office/drawing/2014/main" id="{93C1A6B0-B04B-6E39-1146-2C4DBF4F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31" name="Rectangle 168">
              <a:extLst>
                <a:ext uri="{FF2B5EF4-FFF2-40B4-BE49-F238E27FC236}">
                  <a16:creationId xmlns:a16="http://schemas.microsoft.com/office/drawing/2014/main" id="{58DDFAA4-07CF-D28B-B032-2323342D0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2" name="Group 169">
            <a:extLst>
              <a:ext uri="{FF2B5EF4-FFF2-40B4-BE49-F238E27FC236}">
                <a16:creationId xmlns:a16="http://schemas.microsoft.com/office/drawing/2014/main" id="{4FFBFEB9-B37E-2749-491C-25B33F891F8C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1089025"/>
            <a:ext cx="1474788" cy="1463675"/>
            <a:chOff x="262" y="1078"/>
            <a:chExt cx="929" cy="922"/>
          </a:xfrm>
        </p:grpSpPr>
        <p:sp>
          <p:nvSpPr>
            <p:cNvPr id="39214" name="Rectangle 170">
              <a:extLst>
                <a:ext uri="{FF2B5EF4-FFF2-40B4-BE49-F238E27FC236}">
                  <a16:creationId xmlns:a16="http://schemas.microsoft.com/office/drawing/2014/main" id="{28914BDC-9EFE-5E48-6B2A-527D7F350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5" name="Rectangle 171">
              <a:extLst>
                <a:ext uri="{FF2B5EF4-FFF2-40B4-BE49-F238E27FC236}">
                  <a16:creationId xmlns:a16="http://schemas.microsoft.com/office/drawing/2014/main" id="{2230B5C8-C0F5-7894-1B26-852F61091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6" name="Rectangle 172">
              <a:extLst>
                <a:ext uri="{FF2B5EF4-FFF2-40B4-BE49-F238E27FC236}">
                  <a16:creationId xmlns:a16="http://schemas.microsoft.com/office/drawing/2014/main" id="{4B6A4BEF-1F6E-D8E8-C879-05526CED4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7" name="Rectangle 173">
              <a:extLst>
                <a:ext uri="{FF2B5EF4-FFF2-40B4-BE49-F238E27FC236}">
                  <a16:creationId xmlns:a16="http://schemas.microsoft.com/office/drawing/2014/main" id="{5CA5C548-A223-675F-A8B9-5D0862EAD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8" name="Rectangle 174">
              <a:extLst>
                <a:ext uri="{FF2B5EF4-FFF2-40B4-BE49-F238E27FC236}">
                  <a16:creationId xmlns:a16="http://schemas.microsoft.com/office/drawing/2014/main" id="{AEED24CB-D313-B724-F8D9-CFAB1493E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9" name="Rectangle 175">
              <a:extLst>
                <a:ext uri="{FF2B5EF4-FFF2-40B4-BE49-F238E27FC236}">
                  <a16:creationId xmlns:a16="http://schemas.microsoft.com/office/drawing/2014/main" id="{B7AB856F-94DB-B250-5033-8528E0B75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0" name="Rectangle 176">
              <a:extLst>
                <a:ext uri="{FF2B5EF4-FFF2-40B4-BE49-F238E27FC236}">
                  <a16:creationId xmlns:a16="http://schemas.microsoft.com/office/drawing/2014/main" id="{674FA412-090D-9C06-D02F-DC94CCA4B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1" name="Rectangle 177">
              <a:extLst>
                <a:ext uri="{FF2B5EF4-FFF2-40B4-BE49-F238E27FC236}">
                  <a16:creationId xmlns:a16="http://schemas.microsoft.com/office/drawing/2014/main" id="{FA52DF9D-86FA-AB8D-62BE-4BD28F7F8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22" name="Rectangle 178">
              <a:extLst>
                <a:ext uri="{FF2B5EF4-FFF2-40B4-BE49-F238E27FC236}">
                  <a16:creationId xmlns:a16="http://schemas.microsoft.com/office/drawing/2014/main" id="{30ED4BE6-A6C7-DDF8-1E1D-9F538E844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3" name="Group 179">
            <a:extLst>
              <a:ext uri="{FF2B5EF4-FFF2-40B4-BE49-F238E27FC236}">
                <a16:creationId xmlns:a16="http://schemas.microsoft.com/office/drawing/2014/main" id="{44B7C14F-5C5C-80D5-3724-C7C7222051EC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1089025"/>
            <a:ext cx="1474787" cy="1463675"/>
            <a:chOff x="262" y="1078"/>
            <a:chExt cx="929" cy="922"/>
          </a:xfrm>
        </p:grpSpPr>
        <p:sp>
          <p:nvSpPr>
            <p:cNvPr id="39205" name="Rectangle 180">
              <a:extLst>
                <a:ext uri="{FF2B5EF4-FFF2-40B4-BE49-F238E27FC236}">
                  <a16:creationId xmlns:a16="http://schemas.microsoft.com/office/drawing/2014/main" id="{A1A27C29-A748-9FB4-7092-E84516A07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6" name="Rectangle 181">
              <a:extLst>
                <a:ext uri="{FF2B5EF4-FFF2-40B4-BE49-F238E27FC236}">
                  <a16:creationId xmlns:a16="http://schemas.microsoft.com/office/drawing/2014/main" id="{F0B6594A-CA87-534C-4B8D-13F271F1D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7" name="Rectangle 182">
              <a:extLst>
                <a:ext uri="{FF2B5EF4-FFF2-40B4-BE49-F238E27FC236}">
                  <a16:creationId xmlns:a16="http://schemas.microsoft.com/office/drawing/2014/main" id="{EB909F9D-7033-0076-93E4-3625D70DD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8" name="Rectangle 183">
              <a:extLst>
                <a:ext uri="{FF2B5EF4-FFF2-40B4-BE49-F238E27FC236}">
                  <a16:creationId xmlns:a16="http://schemas.microsoft.com/office/drawing/2014/main" id="{76DEAC69-8A21-58FA-25A1-EBBC1EC98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9" name="Rectangle 184">
              <a:extLst>
                <a:ext uri="{FF2B5EF4-FFF2-40B4-BE49-F238E27FC236}">
                  <a16:creationId xmlns:a16="http://schemas.microsoft.com/office/drawing/2014/main" id="{DFA01055-F605-1570-E258-D989DB602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0" name="Rectangle 185">
              <a:extLst>
                <a:ext uri="{FF2B5EF4-FFF2-40B4-BE49-F238E27FC236}">
                  <a16:creationId xmlns:a16="http://schemas.microsoft.com/office/drawing/2014/main" id="{D08D760F-13BE-030D-590F-5F21A7EFC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1" name="Rectangle 186">
              <a:extLst>
                <a:ext uri="{FF2B5EF4-FFF2-40B4-BE49-F238E27FC236}">
                  <a16:creationId xmlns:a16="http://schemas.microsoft.com/office/drawing/2014/main" id="{DC334918-8808-AD95-DEC2-6F6EA5362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2" name="Rectangle 187">
              <a:extLst>
                <a:ext uri="{FF2B5EF4-FFF2-40B4-BE49-F238E27FC236}">
                  <a16:creationId xmlns:a16="http://schemas.microsoft.com/office/drawing/2014/main" id="{6A1DC8AE-AC45-5163-981C-642EB681C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13" name="Rectangle 188">
              <a:extLst>
                <a:ext uri="{FF2B5EF4-FFF2-40B4-BE49-F238E27FC236}">
                  <a16:creationId xmlns:a16="http://schemas.microsoft.com/office/drawing/2014/main" id="{5588AEA6-9F1E-ED2A-037B-F2D990C56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4" name="Group 189">
            <a:extLst>
              <a:ext uri="{FF2B5EF4-FFF2-40B4-BE49-F238E27FC236}">
                <a16:creationId xmlns:a16="http://schemas.microsoft.com/office/drawing/2014/main" id="{FA1A45C3-888F-4556-244A-3EC1FD5D63EA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1089025"/>
            <a:ext cx="1474787" cy="1463675"/>
            <a:chOff x="262" y="1078"/>
            <a:chExt cx="929" cy="922"/>
          </a:xfrm>
        </p:grpSpPr>
        <p:sp>
          <p:nvSpPr>
            <p:cNvPr id="39196" name="Rectangle 190">
              <a:extLst>
                <a:ext uri="{FF2B5EF4-FFF2-40B4-BE49-F238E27FC236}">
                  <a16:creationId xmlns:a16="http://schemas.microsoft.com/office/drawing/2014/main" id="{6B5C4979-8378-D159-E7D7-BDAD0CF8E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7" name="Rectangle 191">
              <a:extLst>
                <a:ext uri="{FF2B5EF4-FFF2-40B4-BE49-F238E27FC236}">
                  <a16:creationId xmlns:a16="http://schemas.microsoft.com/office/drawing/2014/main" id="{3D19864F-79D1-717E-63BF-08FB4CD77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8" name="Rectangle 192">
              <a:extLst>
                <a:ext uri="{FF2B5EF4-FFF2-40B4-BE49-F238E27FC236}">
                  <a16:creationId xmlns:a16="http://schemas.microsoft.com/office/drawing/2014/main" id="{6468668E-90D2-323D-E9F6-B2AE8E675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9" name="Rectangle 193">
              <a:extLst>
                <a:ext uri="{FF2B5EF4-FFF2-40B4-BE49-F238E27FC236}">
                  <a16:creationId xmlns:a16="http://schemas.microsoft.com/office/drawing/2014/main" id="{16422830-5FB3-EC2B-EBC0-CDB3FDE13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0" name="Rectangle 194">
              <a:extLst>
                <a:ext uri="{FF2B5EF4-FFF2-40B4-BE49-F238E27FC236}">
                  <a16:creationId xmlns:a16="http://schemas.microsoft.com/office/drawing/2014/main" id="{55774256-7623-551C-44EE-2A2D43285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1" name="Rectangle 195">
              <a:extLst>
                <a:ext uri="{FF2B5EF4-FFF2-40B4-BE49-F238E27FC236}">
                  <a16:creationId xmlns:a16="http://schemas.microsoft.com/office/drawing/2014/main" id="{7FDE52BF-CE80-F1C8-76C1-8B1FEA31A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2" name="Rectangle 196">
              <a:extLst>
                <a:ext uri="{FF2B5EF4-FFF2-40B4-BE49-F238E27FC236}">
                  <a16:creationId xmlns:a16="http://schemas.microsoft.com/office/drawing/2014/main" id="{EDFD4D0D-DE5D-3CFA-BEB2-DA362FF61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3" name="Rectangle 197">
              <a:extLst>
                <a:ext uri="{FF2B5EF4-FFF2-40B4-BE49-F238E27FC236}">
                  <a16:creationId xmlns:a16="http://schemas.microsoft.com/office/drawing/2014/main" id="{071977EB-8501-2E59-4B13-A8EFE9F79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04" name="Rectangle 198">
              <a:extLst>
                <a:ext uri="{FF2B5EF4-FFF2-40B4-BE49-F238E27FC236}">
                  <a16:creationId xmlns:a16="http://schemas.microsoft.com/office/drawing/2014/main" id="{5406065F-AC3B-647C-1BFA-666D3E2A4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" name="Group 199">
            <a:extLst>
              <a:ext uri="{FF2B5EF4-FFF2-40B4-BE49-F238E27FC236}">
                <a16:creationId xmlns:a16="http://schemas.microsoft.com/office/drawing/2014/main" id="{F91C22B3-B331-B360-AFB9-6EC886E77990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1089025"/>
            <a:ext cx="1474787" cy="1463675"/>
            <a:chOff x="262" y="1078"/>
            <a:chExt cx="929" cy="922"/>
          </a:xfrm>
        </p:grpSpPr>
        <p:sp>
          <p:nvSpPr>
            <p:cNvPr id="39187" name="Rectangle 200">
              <a:extLst>
                <a:ext uri="{FF2B5EF4-FFF2-40B4-BE49-F238E27FC236}">
                  <a16:creationId xmlns:a16="http://schemas.microsoft.com/office/drawing/2014/main" id="{4EB7ECF4-03B5-000C-52AA-99F7932AC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8" name="Rectangle 201">
              <a:extLst>
                <a:ext uri="{FF2B5EF4-FFF2-40B4-BE49-F238E27FC236}">
                  <a16:creationId xmlns:a16="http://schemas.microsoft.com/office/drawing/2014/main" id="{69300508-60D9-2871-69FC-66668855A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9" name="Rectangle 202">
              <a:extLst>
                <a:ext uri="{FF2B5EF4-FFF2-40B4-BE49-F238E27FC236}">
                  <a16:creationId xmlns:a16="http://schemas.microsoft.com/office/drawing/2014/main" id="{4167DBB8-D780-BF15-2B4C-04E50A7AC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0" name="Rectangle 203">
              <a:extLst>
                <a:ext uri="{FF2B5EF4-FFF2-40B4-BE49-F238E27FC236}">
                  <a16:creationId xmlns:a16="http://schemas.microsoft.com/office/drawing/2014/main" id="{A44F80CA-590F-3801-10A0-E094A6B1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1" name="Rectangle 204">
              <a:extLst>
                <a:ext uri="{FF2B5EF4-FFF2-40B4-BE49-F238E27FC236}">
                  <a16:creationId xmlns:a16="http://schemas.microsoft.com/office/drawing/2014/main" id="{A82843BC-F0B2-27FB-D52D-6650A6851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2" name="Rectangle 205">
              <a:extLst>
                <a:ext uri="{FF2B5EF4-FFF2-40B4-BE49-F238E27FC236}">
                  <a16:creationId xmlns:a16="http://schemas.microsoft.com/office/drawing/2014/main" id="{12DBC386-15A8-B9E7-DCBD-9BD481A03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3" name="Rectangle 206">
              <a:extLst>
                <a:ext uri="{FF2B5EF4-FFF2-40B4-BE49-F238E27FC236}">
                  <a16:creationId xmlns:a16="http://schemas.microsoft.com/office/drawing/2014/main" id="{4E25C314-B85C-CA43-DBDF-60B066F8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4" name="Rectangle 207">
              <a:extLst>
                <a:ext uri="{FF2B5EF4-FFF2-40B4-BE49-F238E27FC236}">
                  <a16:creationId xmlns:a16="http://schemas.microsoft.com/office/drawing/2014/main" id="{2AAC39A5-871B-53E3-91B4-F136637E6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95" name="Rectangle 208">
              <a:extLst>
                <a:ext uri="{FF2B5EF4-FFF2-40B4-BE49-F238E27FC236}">
                  <a16:creationId xmlns:a16="http://schemas.microsoft.com/office/drawing/2014/main" id="{D97E6634-1120-92DF-FDED-AAD9839AA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6" name="Group 209">
            <a:extLst>
              <a:ext uri="{FF2B5EF4-FFF2-40B4-BE49-F238E27FC236}">
                <a16:creationId xmlns:a16="http://schemas.microsoft.com/office/drawing/2014/main" id="{3FA0EFB9-D9AC-A287-40B9-7924C7D5D36C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1089025"/>
            <a:ext cx="1474788" cy="1463675"/>
            <a:chOff x="262" y="1078"/>
            <a:chExt cx="929" cy="922"/>
          </a:xfrm>
        </p:grpSpPr>
        <p:sp>
          <p:nvSpPr>
            <p:cNvPr id="39178" name="Rectangle 210">
              <a:extLst>
                <a:ext uri="{FF2B5EF4-FFF2-40B4-BE49-F238E27FC236}">
                  <a16:creationId xmlns:a16="http://schemas.microsoft.com/office/drawing/2014/main" id="{EDF6C7BB-D539-EE96-8EA1-7B367B07C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9" name="Rectangle 211">
              <a:extLst>
                <a:ext uri="{FF2B5EF4-FFF2-40B4-BE49-F238E27FC236}">
                  <a16:creationId xmlns:a16="http://schemas.microsoft.com/office/drawing/2014/main" id="{DD1DA9FD-2DB3-DE37-B4BB-530EEB950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0" name="Rectangle 212">
              <a:extLst>
                <a:ext uri="{FF2B5EF4-FFF2-40B4-BE49-F238E27FC236}">
                  <a16:creationId xmlns:a16="http://schemas.microsoft.com/office/drawing/2014/main" id="{5E2C7E8D-1A31-2B73-5F70-AF60E903B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1" name="Rectangle 213">
              <a:extLst>
                <a:ext uri="{FF2B5EF4-FFF2-40B4-BE49-F238E27FC236}">
                  <a16:creationId xmlns:a16="http://schemas.microsoft.com/office/drawing/2014/main" id="{3EAB96FB-F666-2561-3F52-F2D0AF32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2" name="Rectangle 214">
              <a:extLst>
                <a:ext uri="{FF2B5EF4-FFF2-40B4-BE49-F238E27FC236}">
                  <a16:creationId xmlns:a16="http://schemas.microsoft.com/office/drawing/2014/main" id="{3B0E2CE8-69CC-5428-7E87-72B8FA39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3" name="Rectangle 215">
              <a:extLst>
                <a:ext uri="{FF2B5EF4-FFF2-40B4-BE49-F238E27FC236}">
                  <a16:creationId xmlns:a16="http://schemas.microsoft.com/office/drawing/2014/main" id="{00104BE2-4EB6-9DF2-FC69-B67F4E7F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4" name="Rectangle 216">
              <a:extLst>
                <a:ext uri="{FF2B5EF4-FFF2-40B4-BE49-F238E27FC236}">
                  <a16:creationId xmlns:a16="http://schemas.microsoft.com/office/drawing/2014/main" id="{0725A8B1-2D1F-6F7B-F7EC-7A60BEBBF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5" name="Rectangle 217">
              <a:extLst>
                <a:ext uri="{FF2B5EF4-FFF2-40B4-BE49-F238E27FC236}">
                  <a16:creationId xmlns:a16="http://schemas.microsoft.com/office/drawing/2014/main" id="{5F63DB2A-9217-3D76-2CF8-5D5166E91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86" name="Rectangle 218">
              <a:extLst>
                <a:ext uri="{FF2B5EF4-FFF2-40B4-BE49-F238E27FC236}">
                  <a16:creationId xmlns:a16="http://schemas.microsoft.com/office/drawing/2014/main" id="{215F75C4-16B6-442A-D9A6-583C9616E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" name="Group 219">
            <a:extLst>
              <a:ext uri="{FF2B5EF4-FFF2-40B4-BE49-F238E27FC236}">
                <a16:creationId xmlns:a16="http://schemas.microsoft.com/office/drawing/2014/main" id="{1A8D8B75-B453-8D54-EB7B-3416879EB422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1089025"/>
            <a:ext cx="1474788" cy="1463675"/>
            <a:chOff x="262" y="1078"/>
            <a:chExt cx="929" cy="922"/>
          </a:xfrm>
        </p:grpSpPr>
        <p:sp>
          <p:nvSpPr>
            <p:cNvPr id="39169" name="Rectangle 220">
              <a:extLst>
                <a:ext uri="{FF2B5EF4-FFF2-40B4-BE49-F238E27FC236}">
                  <a16:creationId xmlns:a16="http://schemas.microsoft.com/office/drawing/2014/main" id="{42EF4A43-690B-12B1-B0C5-6EF012731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0" name="Rectangle 221">
              <a:extLst>
                <a:ext uri="{FF2B5EF4-FFF2-40B4-BE49-F238E27FC236}">
                  <a16:creationId xmlns:a16="http://schemas.microsoft.com/office/drawing/2014/main" id="{3C3C649D-9F1F-32DE-0A85-3FBEF0035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1" name="Rectangle 222">
              <a:extLst>
                <a:ext uri="{FF2B5EF4-FFF2-40B4-BE49-F238E27FC236}">
                  <a16:creationId xmlns:a16="http://schemas.microsoft.com/office/drawing/2014/main" id="{3E6B7331-EB74-B34D-A92D-795061571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2" name="Rectangle 223">
              <a:extLst>
                <a:ext uri="{FF2B5EF4-FFF2-40B4-BE49-F238E27FC236}">
                  <a16:creationId xmlns:a16="http://schemas.microsoft.com/office/drawing/2014/main" id="{AC78F1E9-4384-2160-ECA5-B02ED7D1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3" name="Rectangle 224">
              <a:extLst>
                <a:ext uri="{FF2B5EF4-FFF2-40B4-BE49-F238E27FC236}">
                  <a16:creationId xmlns:a16="http://schemas.microsoft.com/office/drawing/2014/main" id="{049BB2D6-825D-37D1-1931-B7A8F9441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4" name="Rectangle 225">
              <a:extLst>
                <a:ext uri="{FF2B5EF4-FFF2-40B4-BE49-F238E27FC236}">
                  <a16:creationId xmlns:a16="http://schemas.microsoft.com/office/drawing/2014/main" id="{41189ED1-6CF5-7915-ABFD-2E31EBC5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5" name="Rectangle 226">
              <a:extLst>
                <a:ext uri="{FF2B5EF4-FFF2-40B4-BE49-F238E27FC236}">
                  <a16:creationId xmlns:a16="http://schemas.microsoft.com/office/drawing/2014/main" id="{0097AA93-E256-0D8E-1F7A-42A0A1D6C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6" name="Rectangle 227">
              <a:extLst>
                <a:ext uri="{FF2B5EF4-FFF2-40B4-BE49-F238E27FC236}">
                  <a16:creationId xmlns:a16="http://schemas.microsoft.com/office/drawing/2014/main" id="{CC96AA0B-87B5-99CC-B76C-CBBA99C9B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77" name="Rectangle 228">
              <a:extLst>
                <a:ext uri="{FF2B5EF4-FFF2-40B4-BE49-F238E27FC236}">
                  <a16:creationId xmlns:a16="http://schemas.microsoft.com/office/drawing/2014/main" id="{26FFAC19-819B-4B16-A2F2-FCE4324F1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" name="Group 229">
            <a:extLst>
              <a:ext uri="{FF2B5EF4-FFF2-40B4-BE49-F238E27FC236}">
                <a16:creationId xmlns:a16="http://schemas.microsoft.com/office/drawing/2014/main" id="{22D490D3-0FA9-3EB0-E376-0BC6723AD72E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1089025"/>
            <a:ext cx="1474788" cy="1463675"/>
            <a:chOff x="262" y="1078"/>
            <a:chExt cx="929" cy="922"/>
          </a:xfrm>
        </p:grpSpPr>
        <p:sp>
          <p:nvSpPr>
            <p:cNvPr id="39160" name="Rectangle 230">
              <a:extLst>
                <a:ext uri="{FF2B5EF4-FFF2-40B4-BE49-F238E27FC236}">
                  <a16:creationId xmlns:a16="http://schemas.microsoft.com/office/drawing/2014/main" id="{380BA716-8099-3959-9DC2-96B44BDF1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1" name="Rectangle 231">
              <a:extLst>
                <a:ext uri="{FF2B5EF4-FFF2-40B4-BE49-F238E27FC236}">
                  <a16:creationId xmlns:a16="http://schemas.microsoft.com/office/drawing/2014/main" id="{2EB369DD-5113-7694-51C4-625D7776F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2" name="Rectangle 232">
              <a:extLst>
                <a:ext uri="{FF2B5EF4-FFF2-40B4-BE49-F238E27FC236}">
                  <a16:creationId xmlns:a16="http://schemas.microsoft.com/office/drawing/2014/main" id="{02FB6028-76D3-981D-871E-4607D6F9A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3" name="Rectangle 233">
              <a:extLst>
                <a:ext uri="{FF2B5EF4-FFF2-40B4-BE49-F238E27FC236}">
                  <a16:creationId xmlns:a16="http://schemas.microsoft.com/office/drawing/2014/main" id="{5870A6D2-27A8-5318-E0E6-CBD7F96B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4" name="Rectangle 234">
              <a:extLst>
                <a:ext uri="{FF2B5EF4-FFF2-40B4-BE49-F238E27FC236}">
                  <a16:creationId xmlns:a16="http://schemas.microsoft.com/office/drawing/2014/main" id="{3A446B3C-C8DA-CF86-7EF0-80E710287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5" name="Rectangle 235">
              <a:extLst>
                <a:ext uri="{FF2B5EF4-FFF2-40B4-BE49-F238E27FC236}">
                  <a16:creationId xmlns:a16="http://schemas.microsoft.com/office/drawing/2014/main" id="{C26B7498-C2F7-D899-08E7-D894268EA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6" name="Rectangle 236">
              <a:extLst>
                <a:ext uri="{FF2B5EF4-FFF2-40B4-BE49-F238E27FC236}">
                  <a16:creationId xmlns:a16="http://schemas.microsoft.com/office/drawing/2014/main" id="{C05C75BE-E69C-989B-0CAB-7B568B58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7" name="Rectangle 237">
              <a:extLst>
                <a:ext uri="{FF2B5EF4-FFF2-40B4-BE49-F238E27FC236}">
                  <a16:creationId xmlns:a16="http://schemas.microsoft.com/office/drawing/2014/main" id="{C632FB51-B501-B529-EE5F-DE70DD704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68" name="Rectangle 238">
              <a:extLst>
                <a:ext uri="{FF2B5EF4-FFF2-40B4-BE49-F238E27FC236}">
                  <a16:creationId xmlns:a16="http://schemas.microsoft.com/office/drawing/2014/main" id="{69DF390F-712B-9090-C72B-21541D82C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" name="Group 239">
            <a:extLst>
              <a:ext uri="{FF2B5EF4-FFF2-40B4-BE49-F238E27FC236}">
                <a16:creationId xmlns:a16="http://schemas.microsoft.com/office/drawing/2014/main" id="{7CA2EBE5-D968-41BC-FBF6-E31FE1643E93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2082800"/>
            <a:ext cx="1474788" cy="1463675"/>
            <a:chOff x="262" y="1078"/>
            <a:chExt cx="929" cy="922"/>
          </a:xfrm>
        </p:grpSpPr>
        <p:sp>
          <p:nvSpPr>
            <p:cNvPr id="39151" name="Rectangle 240">
              <a:extLst>
                <a:ext uri="{FF2B5EF4-FFF2-40B4-BE49-F238E27FC236}">
                  <a16:creationId xmlns:a16="http://schemas.microsoft.com/office/drawing/2014/main" id="{675819BC-3718-D816-71EE-44FC905DF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2" name="Rectangle 241">
              <a:extLst>
                <a:ext uri="{FF2B5EF4-FFF2-40B4-BE49-F238E27FC236}">
                  <a16:creationId xmlns:a16="http://schemas.microsoft.com/office/drawing/2014/main" id="{EBA29FD3-9460-4295-C852-ECE48BF11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3" name="Rectangle 242">
              <a:extLst>
                <a:ext uri="{FF2B5EF4-FFF2-40B4-BE49-F238E27FC236}">
                  <a16:creationId xmlns:a16="http://schemas.microsoft.com/office/drawing/2014/main" id="{9224AA4A-9AF8-DDEB-CF9E-60EC42022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4" name="Rectangle 243">
              <a:extLst>
                <a:ext uri="{FF2B5EF4-FFF2-40B4-BE49-F238E27FC236}">
                  <a16:creationId xmlns:a16="http://schemas.microsoft.com/office/drawing/2014/main" id="{E5710B81-50DC-C0AD-8025-CDAD18C92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5" name="Rectangle 244">
              <a:extLst>
                <a:ext uri="{FF2B5EF4-FFF2-40B4-BE49-F238E27FC236}">
                  <a16:creationId xmlns:a16="http://schemas.microsoft.com/office/drawing/2014/main" id="{E9FC1742-1132-FF3A-C8B1-D7422C59D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6" name="Rectangle 245">
              <a:extLst>
                <a:ext uri="{FF2B5EF4-FFF2-40B4-BE49-F238E27FC236}">
                  <a16:creationId xmlns:a16="http://schemas.microsoft.com/office/drawing/2014/main" id="{6F8F90C6-1625-B7DC-E589-CC1BB7024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7" name="Rectangle 246">
              <a:extLst>
                <a:ext uri="{FF2B5EF4-FFF2-40B4-BE49-F238E27FC236}">
                  <a16:creationId xmlns:a16="http://schemas.microsoft.com/office/drawing/2014/main" id="{85581B47-DCBD-5D79-7A07-960AC44E3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8" name="Rectangle 247">
              <a:extLst>
                <a:ext uri="{FF2B5EF4-FFF2-40B4-BE49-F238E27FC236}">
                  <a16:creationId xmlns:a16="http://schemas.microsoft.com/office/drawing/2014/main" id="{7628426B-48B2-99ED-9EEF-62EF11A99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9" name="Rectangle 248">
              <a:extLst>
                <a:ext uri="{FF2B5EF4-FFF2-40B4-BE49-F238E27FC236}">
                  <a16:creationId xmlns:a16="http://schemas.microsoft.com/office/drawing/2014/main" id="{F8134DAD-F585-D0FD-1707-7218CE07B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" name="Group 249">
            <a:extLst>
              <a:ext uri="{FF2B5EF4-FFF2-40B4-BE49-F238E27FC236}">
                <a16:creationId xmlns:a16="http://schemas.microsoft.com/office/drawing/2014/main" id="{CC453D9E-F667-63A9-3E43-D0E03255B5AE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2082800"/>
            <a:ext cx="1474788" cy="1463675"/>
            <a:chOff x="262" y="1078"/>
            <a:chExt cx="929" cy="922"/>
          </a:xfrm>
        </p:grpSpPr>
        <p:sp>
          <p:nvSpPr>
            <p:cNvPr id="39142" name="Rectangle 250">
              <a:extLst>
                <a:ext uri="{FF2B5EF4-FFF2-40B4-BE49-F238E27FC236}">
                  <a16:creationId xmlns:a16="http://schemas.microsoft.com/office/drawing/2014/main" id="{93915B48-09F6-9010-A464-788A7BC05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3" name="Rectangle 251">
              <a:extLst>
                <a:ext uri="{FF2B5EF4-FFF2-40B4-BE49-F238E27FC236}">
                  <a16:creationId xmlns:a16="http://schemas.microsoft.com/office/drawing/2014/main" id="{35781D09-47DE-70A5-8F45-7F153D0D9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4" name="Rectangle 252">
              <a:extLst>
                <a:ext uri="{FF2B5EF4-FFF2-40B4-BE49-F238E27FC236}">
                  <a16:creationId xmlns:a16="http://schemas.microsoft.com/office/drawing/2014/main" id="{F08B772A-309A-FF90-F57F-6D862E9E9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5" name="Rectangle 253">
              <a:extLst>
                <a:ext uri="{FF2B5EF4-FFF2-40B4-BE49-F238E27FC236}">
                  <a16:creationId xmlns:a16="http://schemas.microsoft.com/office/drawing/2014/main" id="{AB890B0D-1FA4-1FB1-3E93-995CE45E0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6" name="Rectangle 254">
              <a:extLst>
                <a:ext uri="{FF2B5EF4-FFF2-40B4-BE49-F238E27FC236}">
                  <a16:creationId xmlns:a16="http://schemas.microsoft.com/office/drawing/2014/main" id="{199D8D73-CC21-31E9-B515-521188F59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7" name="Rectangle 255">
              <a:extLst>
                <a:ext uri="{FF2B5EF4-FFF2-40B4-BE49-F238E27FC236}">
                  <a16:creationId xmlns:a16="http://schemas.microsoft.com/office/drawing/2014/main" id="{7D91ABC3-0AB0-7CDA-C619-7854E50AE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8" name="Rectangle 256">
              <a:extLst>
                <a:ext uri="{FF2B5EF4-FFF2-40B4-BE49-F238E27FC236}">
                  <a16:creationId xmlns:a16="http://schemas.microsoft.com/office/drawing/2014/main" id="{A03D879D-56A9-210E-BC26-DE82980E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9" name="Rectangle 257">
              <a:extLst>
                <a:ext uri="{FF2B5EF4-FFF2-40B4-BE49-F238E27FC236}">
                  <a16:creationId xmlns:a16="http://schemas.microsoft.com/office/drawing/2014/main" id="{9A785D8A-A7F9-75C3-50D1-0E90C3258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50" name="Rectangle 258">
              <a:extLst>
                <a:ext uri="{FF2B5EF4-FFF2-40B4-BE49-F238E27FC236}">
                  <a16:creationId xmlns:a16="http://schemas.microsoft.com/office/drawing/2014/main" id="{3EC77F8F-C816-404B-8E00-AF6BECF33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" name="Group 259">
            <a:extLst>
              <a:ext uri="{FF2B5EF4-FFF2-40B4-BE49-F238E27FC236}">
                <a16:creationId xmlns:a16="http://schemas.microsoft.com/office/drawing/2014/main" id="{52DE044F-907B-3BE7-F5C1-B580A55363DE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2082800"/>
            <a:ext cx="1474787" cy="1463675"/>
            <a:chOff x="262" y="1078"/>
            <a:chExt cx="929" cy="922"/>
          </a:xfrm>
        </p:grpSpPr>
        <p:sp>
          <p:nvSpPr>
            <p:cNvPr id="39133" name="Rectangle 260">
              <a:extLst>
                <a:ext uri="{FF2B5EF4-FFF2-40B4-BE49-F238E27FC236}">
                  <a16:creationId xmlns:a16="http://schemas.microsoft.com/office/drawing/2014/main" id="{7CFE8D4B-2AAC-C9E7-1C8D-34A5C5ADF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4" name="Rectangle 261">
              <a:extLst>
                <a:ext uri="{FF2B5EF4-FFF2-40B4-BE49-F238E27FC236}">
                  <a16:creationId xmlns:a16="http://schemas.microsoft.com/office/drawing/2014/main" id="{F80C5C48-0B4C-5EFF-9C1A-FDCAD2B0B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5" name="Rectangle 262">
              <a:extLst>
                <a:ext uri="{FF2B5EF4-FFF2-40B4-BE49-F238E27FC236}">
                  <a16:creationId xmlns:a16="http://schemas.microsoft.com/office/drawing/2014/main" id="{C7B09183-BE1F-211F-E464-336DAD856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6" name="Rectangle 263">
              <a:extLst>
                <a:ext uri="{FF2B5EF4-FFF2-40B4-BE49-F238E27FC236}">
                  <a16:creationId xmlns:a16="http://schemas.microsoft.com/office/drawing/2014/main" id="{BC39EE92-B5FB-F0BE-435A-D6177B1D1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7" name="Rectangle 264">
              <a:extLst>
                <a:ext uri="{FF2B5EF4-FFF2-40B4-BE49-F238E27FC236}">
                  <a16:creationId xmlns:a16="http://schemas.microsoft.com/office/drawing/2014/main" id="{BFEA3BB1-ED8E-05F0-4D89-D4FDBB37B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8" name="Rectangle 265">
              <a:extLst>
                <a:ext uri="{FF2B5EF4-FFF2-40B4-BE49-F238E27FC236}">
                  <a16:creationId xmlns:a16="http://schemas.microsoft.com/office/drawing/2014/main" id="{170FC6DA-65EF-E90B-1572-1479A743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9" name="Rectangle 266">
              <a:extLst>
                <a:ext uri="{FF2B5EF4-FFF2-40B4-BE49-F238E27FC236}">
                  <a16:creationId xmlns:a16="http://schemas.microsoft.com/office/drawing/2014/main" id="{76731BD3-B9F1-9587-07D7-69E4991C8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0" name="Rectangle 267">
              <a:extLst>
                <a:ext uri="{FF2B5EF4-FFF2-40B4-BE49-F238E27FC236}">
                  <a16:creationId xmlns:a16="http://schemas.microsoft.com/office/drawing/2014/main" id="{8DA00343-7B54-5B3B-08EA-2A9BD649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41" name="Rectangle 268">
              <a:extLst>
                <a:ext uri="{FF2B5EF4-FFF2-40B4-BE49-F238E27FC236}">
                  <a16:creationId xmlns:a16="http://schemas.microsoft.com/office/drawing/2014/main" id="{FF98D4FC-9642-D0F7-5E2F-C8C86E580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" name="Group 269">
            <a:extLst>
              <a:ext uri="{FF2B5EF4-FFF2-40B4-BE49-F238E27FC236}">
                <a16:creationId xmlns:a16="http://schemas.microsoft.com/office/drawing/2014/main" id="{A8981B24-D3A5-E9E6-6841-70562E82B48D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2082800"/>
            <a:ext cx="1474787" cy="1463675"/>
            <a:chOff x="262" y="1078"/>
            <a:chExt cx="929" cy="922"/>
          </a:xfrm>
        </p:grpSpPr>
        <p:sp>
          <p:nvSpPr>
            <p:cNvPr id="39124" name="Rectangle 270">
              <a:extLst>
                <a:ext uri="{FF2B5EF4-FFF2-40B4-BE49-F238E27FC236}">
                  <a16:creationId xmlns:a16="http://schemas.microsoft.com/office/drawing/2014/main" id="{2D290471-3838-62F6-8416-5DC579F95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5" name="Rectangle 271">
              <a:extLst>
                <a:ext uri="{FF2B5EF4-FFF2-40B4-BE49-F238E27FC236}">
                  <a16:creationId xmlns:a16="http://schemas.microsoft.com/office/drawing/2014/main" id="{D56EE7B0-2671-B493-8D68-FDD868D2E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6" name="Rectangle 272">
              <a:extLst>
                <a:ext uri="{FF2B5EF4-FFF2-40B4-BE49-F238E27FC236}">
                  <a16:creationId xmlns:a16="http://schemas.microsoft.com/office/drawing/2014/main" id="{32D9ACD1-966E-6FA9-3BD6-5929785B6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7" name="Rectangle 273">
              <a:extLst>
                <a:ext uri="{FF2B5EF4-FFF2-40B4-BE49-F238E27FC236}">
                  <a16:creationId xmlns:a16="http://schemas.microsoft.com/office/drawing/2014/main" id="{4EBA1E2A-368F-8F9F-DA95-181977A1D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8" name="Rectangle 274">
              <a:extLst>
                <a:ext uri="{FF2B5EF4-FFF2-40B4-BE49-F238E27FC236}">
                  <a16:creationId xmlns:a16="http://schemas.microsoft.com/office/drawing/2014/main" id="{38E29C9B-56EC-F783-CFCE-ED38097E3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9" name="Rectangle 275">
              <a:extLst>
                <a:ext uri="{FF2B5EF4-FFF2-40B4-BE49-F238E27FC236}">
                  <a16:creationId xmlns:a16="http://schemas.microsoft.com/office/drawing/2014/main" id="{2CA50341-1A98-FA6D-C8BF-5E4533CA6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0" name="Rectangle 276">
              <a:extLst>
                <a:ext uri="{FF2B5EF4-FFF2-40B4-BE49-F238E27FC236}">
                  <a16:creationId xmlns:a16="http://schemas.microsoft.com/office/drawing/2014/main" id="{0EC5A65F-E598-BAF4-27F0-E896BF168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1" name="Rectangle 277">
              <a:extLst>
                <a:ext uri="{FF2B5EF4-FFF2-40B4-BE49-F238E27FC236}">
                  <a16:creationId xmlns:a16="http://schemas.microsoft.com/office/drawing/2014/main" id="{7CB2636A-4F9B-460F-A0FD-1DB484B25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32" name="Rectangle 278">
              <a:extLst>
                <a:ext uri="{FF2B5EF4-FFF2-40B4-BE49-F238E27FC236}">
                  <a16:creationId xmlns:a16="http://schemas.microsoft.com/office/drawing/2014/main" id="{AFD96C1D-5C8E-F145-1A43-7CADF9F0F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" name="Group 279">
            <a:extLst>
              <a:ext uri="{FF2B5EF4-FFF2-40B4-BE49-F238E27FC236}">
                <a16:creationId xmlns:a16="http://schemas.microsoft.com/office/drawing/2014/main" id="{36FAAE88-2777-8AD7-2C72-CD892DCB57FA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2082800"/>
            <a:ext cx="1474787" cy="1463675"/>
            <a:chOff x="262" y="1078"/>
            <a:chExt cx="929" cy="922"/>
          </a:xfrm>
        </p:grpSpPr>
        <p:sp>
          <p:nvSpPr>
            <p:cNvPr id="39115" name="Rectangle 280">
              <a:extLst>
                <a:ext uri="{FF2B5EF4-FFF2-40B4-BE49-F238E27FC236}">
                  <a16:creationId xmlns:a16="http://schemas.microsoft.com/office/drawing/2014/main" id="{701015F4-E875-A24A-A37A-ED2EC4921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6" name="Rectangle 281">
              <a:extLst>
                <a:ext uri="{FF2B5EF4-FFF2-40B4-BE49-F238E27FC236}">
                  <a16:creationId xmlns:a16="http://schemas.microsoft.com/office/drawing/2014/main" id="{15B0CB95-D3F7-D12C-3BC8-E5F7C0B3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7" name="Rectangle 282">
              <a:extLst>
                <a:ext uri="{FF2B5EF4-FFF2-40B4-BE49-F238E27FC236}">
                  <a16:creationId xmlns:a16="http://schemas.microsoft.com/office/drawing/2014/main" id="{D4068561-FB5F-26EF-F08A-764281696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8" name="Rectangle 283">
              <a:extLst>
                <a:ext uri="{FF2B5EF4-FFF2-40B4-BE49-F238E27FC236}">
                  <a16:creationId xmlns:a16="http://schemas.microsoft.com/office/drawing/2014/main" id="{447C20B6-093B-091A-FEEB-2A226DE54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9" name="Rectangle 284">
              <a:extLst>
                <a:ext uri="{FF2B5EF4-FFF2-40B4-BE49-F238E27FC236}">
                  <a16:creationId xmlns:a16="http://schemas.microsoft.com/office/drawing/2014/main" id="{B645C28E-BF06-C798-CCD6-D7B7E5402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0" name="Rectangle 285">
              <a:extLst>
                <a:ext uri="{FF2B5EF4-FFF2-40B4-BE49-F238E27FC236}">
                  <a16:creationId xmlns:a16="http://schemas.microsoft.com/office/drawing/2014/main" id="{5EE2EB09-7F99-52F5-6E67-3814A60CA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1" name="Rectangle 286">
              <a:extLst>
                <a:ext uri="{FF2B5EF4-FFF2-40B4-BE49-F238E27FC236}">
                  <a16:creationId xmlns:a16="http://schemas.microsoft.com/office/drawing/2014/main" id="{7308960C-036F-9A5A-1203-A1431F2C8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2" name="Rectangle 287">
              <a:extLst>
                <a:ext uri="{FF2B5EF4-FFF2-40B4-BE49-F238E27FC236}">
                  <a16:creationId xmlns:a16="http://schemas.microsoft.com/office/drawing/2014/main" id="{8AE696DF-871E-2DA9-F8D2-ABD3A4C03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23" name="Rectangle 288">
              <a:extLst>
                <a:ext uri="{FF2B5EF4-FFF2-40B4-BE49-F238E27FC236}">
                  <a16:creationId xmlns:a16="http://schemas.microsoft.com/office/drawing/2014/main" id="{D1C2F548-5F1B-658B-94FB-16808F23B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4" name="Group 289">
            <a:extLst>
              <a:ext uri="{FF2B5EF4-FFF2-40B4-BE49-F238E27FC236}">
                <a16:creationId xmlns:a16="http://schemas.microsoft.com/office/drawing/2014/main" id="{5FB5459F-BB11-7DD5-95EB-286D6D268370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2082800"/>
            <a:ext cx="1474788" cy="1463675"/>
            <a:chOff x="262" y="1078"/>
            <a:chExt cx="929" cy="922"/>
          </a:xfrm>
        </p:grpSpPr>
        <p:sp>
          <p:nvSpPr>
            <p:cNvPr id="39106" name="Rectangle 290">
              <a:extLst>
                <a:ext uri="{FF2B5EF4-FFF2-40B4-BE49-F238E27FC236}">
                  <a16:creationId xmlns:a16="http://schemas.microsoft.com/office/drawing/2014/main" id="{F1711AFC-1A07-3517-18C4-6E252BA9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7" name="Rectangle 291">
              <a:extLst>
                <a:ext uri="{FF2B5EF4-FFF2-40B4-BE49-F238E27FC236}">
                  <a16:creationId xmlns:a16="http://schemas.microsoft.com/office/drawing/2014/main" id="{C94DF408-F2E3-7BAF-E37E-3841BD51A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8" name="Rectangle 292">
              <a:extLst>
                <a:ext uri="{FF2B5EF4-FFF2-40B4-BE49-F238E27FC236}">
                  <a16:creationId xmlns:a16="http://schemas.microsoft.com/office/drawing/2014/main" id="{1169930F-5AD5-B724-FE46-C0C6C5653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9" name="Rectangle 293">
              <a:extLst>
                <a:ext uri="{FF2B5EF4-FFF2-40B4-BE49-F238E27FC236}">
                  <a16:creationId xmlns:a16="http://schemas.microsoft.com/office/drawing/2014/main" id="{E194570A-D18B-D126-9684-4E46BDCF8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0" name="Rectangle 294">
              <a:extLst>
                <a:ext uri="{FF2B5EF4-FFF2-40B4-BE49-F238E27FC236}">
                  <a16:creationId xmlns:a16="http://schemas.microsoft.com/office/drawing/2014/main" id="{034C387A-42B2-9449-AB6B-CDE14AB62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1" name="Rectangle 295">
              <a:extLst>
                <a:ext uri="{FF2B5EF4-FFF2-40B4-BE49-F238E27FC236}">
                  <a16:creationId xmlns:a16="http://schemas.microsoft.com/office/drawing/2014/main" id="{38B438AB-6E2C-2FE0-C325-3C77443D2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2" name="Rectangle 296">
              <a:extLst>
                <a:ext uri="{FF2B5EF4-FFF2-40B4-BE49-F238E27FC236}">
                  <a16:creationId xmlns:a16="http://schemas.microsoft.com/office/drawing/2014/main" id="{8268E6EF-EAEB-BC19-00D6-419E8ACE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3" name="Rectangle 297">
              <a:extLst>
                <a:ext uri="{FF2B5EF4-FFF2-40B4-BE49-F238E27FC236}">
                  <a16:creationId xmlns:a16="http://schemas.microsoft.com/office/drawing/2014/main" id="{87124E69-1353-796E-06EF-E42827CE5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14" name="Rectangle 298">
              <a:extLst>
                <a:ext uri="{FF2B5EF4-FFF2-40B4-BE49-F238E27FC236}">
                  <a16:creationId xmlns:a16="http://schemas.microsoft.com/office/drawing/2014/main" id="{1370EA41-C238-45E5-F248-9FAE5A717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5" name="Group 299">
            <a:extLst>
              <a:ext uri="{FF2B5EF4-FFF2-40B4-BE49-F238E27FC236}">
                <a16:creationId xmlns:a16="http://schemas.microsoft.com/office/drawing/2014/main" id="{80439680-1ED7-CE66-9DA8-B9A3855E5D3D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2082800"/>
            <a:ext cx="1474788" cy="1463675"/>
            <a:chOff x="262" y="1078"/>
            <a:chExt cx="929" cy="922"/>
          </a:xfrm>
        </p:grpSpPr>
        <p:sp>
          <p:nvSpPr>
            <p:cNvPr id="39097" name="Rectangle 300">
              <a:extLst>
                <a:ext uri="{FF2B5EF4-FFF2-40B4-BE49-F238E27FC236}">
                  <a16:creationId xmlns:a16="http://schemas.microsoft.com/office/drawing/2014/main" id="{A2C471B3-6CC9-1488-2216-C988D6EBA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8" name="Rectangle 301">
              <a:extLst>
                <a:ext uri="{FF2B5EF4-FFF2-40B4-BE49-F238E27FC236}">
                  <a16:creationId xmlns:a16="http://schemas.microsoft.com/office/drawing/2014/main" id="{F231325C-B8DE-3207-E810-F4AD2D911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9" name="Rectangle 302">
              <a:extLst>
                <a:ext uri="{FF2B5EF4-FFF2-40B4-BE49-F238E27FC236}">
                  <a16:creationId xmlns:a16="http://schemas.microsoft.com/office/drawing/2014/main" id="{D8A0EFD1-EE3E-7E00-7050-A0530EA5F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0" name="Rectangle 303">
              <a:extLst>
                <a:ext uri="{FF2B5EF4-FFF2-40B4-BE49-F238E27FC236}">
                  <a16:creationId xmlns:a16="http://schemas.microsoft.com/office/drawing/2014/main" id="{E700C0F2-1BE2-A67C-23DB-4782225AB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1" name="Rectangle 304">
              <a:extLst>
                <a:ext uri="{FF2B5EF4-FFF2-40B4-BE49-F238E27FC236}">
                  <a16:creationId xmlns:a16="http://schemas.microsoft.com/office/drawing/2014/main" id="{A05775FB-D6D9-ADC9-3285-D1A350FD5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2" name="Rectangle 305">
              <a:extLst>
                <a:ext uri="{FF2B5EF4-FFF2-40B4-BE49-F238E27FC236}">
                  <a16:creationId xmlns:a16="http://schemas.microsoft.com/office/drawing/2014/main" id="{844274C7-9BA9-CDCA-B855-CABC67B11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3" name="Rectangle 306">
              <a:extLst>
                <a:ext uri="{FF2B5EF4-FFF2-40B4-BE49-F238E27FC236}">
                  <a16:creationId xmlns:a16="http://schemas.microsoft.com/office/drawing/2014/main" id="{EA8DE6DB-11A7-62ED-956A-38BB3F819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4" name="Rectangle 307">
              <a:extLst>
                <a:ext uri="{FF2B5EF4-FFF2-40B4-BE49-F238E27FC236}">
                  <a16:creationId xmlns:a16="http://schemas.microsoft.com/office/drawing/2014/main" id="{20013647-D73A-99E5-AFC5-E1A74B84A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05" name="Rectangle 308">
              <a:extLst>
                <a:ext uri="{FF2B5EF4-FFF2-40B4-BE49-F238E27FC236}">
                  <a16:creationId xmlns:a16="http://schemas.microsoft.com/office/drawing/2014/main" id="{2240894D-86BE-A26F-5837-D38105C32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" name="Group 309">
            <a:extLst>
              <a:ext uri="{FF2B5EF4-FFF2-40B4-BE49-F238E27FC236}">
                <a16:creationId xmlns:a16="http://schemas.microsoft.com/office/drawing/2014/main" id="{F35EE2FA-FD33-01D5-2D05-F3258E9F6874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2082800"/>
            <a:ext cx="1474788" cy="1463675"/>
            <a:chOff x="262" y="1078"/>
            <a:chExt cx="929" cy="922"/>
          </a:xfrm>
        </p:grpSpPr>
        <p:sp>
          <p:nvSpPr>
            <p:cNvPr id="39088" name="Rectangle 310">
              <a:extLst>
                <a:ext uri="{FF2B5EF4-FFF2-40B4-BE49-F238E27FC236}">
                  <a16:creationId xmlns:a16="http://schemas.microsoft.com/office/drawing/2014/main" id="{325DB63C-3C3E-9727-F29A-31BE5086A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9" name="Rectangle 311">
              <a:extLst>
                <a:ext uri="{FF2B5EF4-FFF2-40B4-BE49-F238E27FC236}">
                  <a16:creationId xmlns:a16="http://schemas.microsoft.com/office/drawing/2014/main" id="{66CA9BED-565E-812F-2AFA-1851E8C8B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0" name="Rectangle 312">
              <a:extLst>
                <a:ext uri="{FF2B5EF4-FFF2-40B4-BE49-F238E27FC236}">
                  <a16:creationId xmlns:a16="http://schemas.microsoft.com/office/drawing/2014/main" id="{81572FDC-FD40-43BF-CE44-52DDCB605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1" name="Rectangle 313">
              <a:extLst>
                <a:ext uri="{FF2B5EF4-FFF2-40B4-BE49-F238E27FC236}">
                  <a16:creationId xmlns:a16="http://schemas.microsoft.com/office/drawing/2014/main" id="{7394837E-C63E-EB62-4091-0054FC05C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2" name="Rectangle 314">
              <a:extLst>
                <a:ext uri="{FF2B5EF4-FFF2-40B4-BE49-F238E27FC236}">
                  <a16:creationId xmlns:a16="http://schemas.microsoft.com/office/drawing/2014/main" id="{4C80A2F1-8702-8278-1970-A24C6B19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3" name="Rectangle 315">
              <a:extLst>
                <a:ext uri="{FF2B5EF4-FFF2-40B4-BE49-F238E27FC236}">
                  <a16:creationId xmlns:a16="http://schemas.microsoft.com/office/drawing/2014/main" id="{B7F9571F-6E5C-F8FF-DCFF-1E8478DC5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4" name="Rectangle 316">
              <a:extLst>
                <a:ext uri="{FF2B5EF4-FFF2-40B4-BE49-F238E27FC236}">
                  <a16:creationId xmlns:a16="http://schemas.microsoft.com/office/drawing/2014/main" id="{A2133501-B62E-618D-6661-98D3FCDC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5" name="Rectangle 317">
              <a:extLst>
                <a:ext uri="{FF2B5EF4-FFF2-40B4-BE49-F238E27FC236}">
                  <a16:creationId xmlns:a16="http://schemas.microsoft.com/office/drawing/2014/main" id="{3583D1C9-48DF-F4FA-71CD-9E764FF89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96" name="Rectangle 318">
              <a:extLst>
                <a:ext uri="{FF2B5EF4-FFF2-40B4-BE49-F238E27FC236}">
                  <a16:creationId xmlns:a16="http://schemas.microsoft.com/office/drawing/2014/main" id="{0795642F-81AF-7BF1-45F8-5698F7254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7" name="Group 319">
            <a:extLst>
              <a:ext uri="{FF2B5EF4-FFF2-40B4-BE49-F238E27FC236}">
                <a16:creationId xmlns:a16="http://schemas.microsoft.com/office/drawing/2014/main" id="{5A4D80F0-1CD9-9500-9752-36FDC7F97CEE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2565400"/>
            <a:ext cx="1474788" cy="1463675"/>
            <a:chOff x="262" y="1078"/>
            <a:chExt cx="929" cy="922"/>
          </a:xfrm>
        </p:grpSpPr>
        <p:sp>
          <p:nvSpPr>
            <p:cNvPr id="39079" name="Rectangle 320">
              <a:extLst>
                <a:ext uri="{FF2B5EF4-FFF2-40B4-BE49-F238E27FC236}">
                  <a16:creationId xmlns:a16="http://schemas.microsoft.com/office/drawing/2014/main" id="{B80DD346-478D-C531-768D-6D1C399BE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0" name="Rectangle 321">
              <a:extLst>
                <a:ext uri="{FF2B5EF4-FFF2-40B4-BE49-F238E27FC236}">
                  <a16:creationId xmlns:a16="http://schemas.microsoft.com/office/drawing/2014/main" id="{3EBF2EE6-4C91-74AC-7D94-CD78FD68C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1" name="Rectangle 322">
              <a:extLst>
                <a:ext uri="{FF2B5EF4-FFF2-40B4-BE49-F238E27FC236}">
                  <a16:creationId xmlns:a16="http://schemas.microsoft.com/office/drawing/2014/main" id="{AB3A20D5-D614-2E12-EEAD-78D5391A3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2" name="Rectangle 323">
              <a:extLst>
                <a:ext uri="{FF2B5EF4-FFF2-40B4-BE49-F238E27FC236}">
                  <a16:creationId xmlns:a16="http://schemas.microsoft.com/office/drawing/2014/main" id="{9C9741DB-F342-C33B-783F-25134B7F4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3" name="Rectangle 324">
              <a:extLst>
                <a:ext uri="{FF2B5EF4-FFF2-40B4-BE49-F238E27FC236}">
                  <a16:creationId xmlns:a16="http://schemas.microsoft.com/office/drawing/2014/main" id="{3BCA449B-622B-01E5-96CD-3515E73CF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4" name="Rectangle 325">
              <a:extLst>
                <a:ext uri="{FF2B5EF4-FFF2-40B4-BE49-F238E27FC236}">
                  <a16:creationId xmlns:a16="http://schemas.microsoft.com/office/drawing/2014/main" id="{5B04DB64-7F88-7320-AF2A-74CC110AB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5" name="Rectangle 326">
              <a:extLst>
                <a:ext uri="{FF2B5EF4-FFF2-40B4-BE49-F238E27FC236}">
                  <a16:creationId xmlns:a16="http://schemas.microsoft.com/office/drawing/2014/main" id="{5E5F44D5-FFF0-B23D-565C-FA5C65624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6" name="Rectangle 327">
              <a:extLst>
                <a:ext uri="{FF2B5EF4-FFF2-40B4-BE49-F238E27FC236}">
                  <a16:creationId xmlns:a16="http://schemas.microsoft.com/office/drawing/2014/main" id="{B59BCDC6-5F33-FC0D-98B7-87FD72D3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87" name="Rectangle 328">
              <a:extLst>
                <a:ext uri="{FF2B5EF4-FFF2-40B4-BE49-F238E27FC236}">
                  <a16:creationId xmlns:a16="http://schemas.microsoft.com/office/drawing/2014/main" id="{7249781C-126F-D806-AEE4-DDBFC7D05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8" name="Group 329">
            <a:extLst>
              <a:ext uri="{FF2B5EF4-FFF2-40B4-BE49-F238E27FC236}">
                <a16:creationId xmlns:a16="http://schemas.microsoft.com/office/drawing/2014/main" id="{9B3F04B6-153A-6673-D3A2-3E4B803E5C7B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2565400"/>
            <a:ext cx="1474788" cy="1463675"/>
            <a:chOff x="262" y="1078"/>
            <a:chExt cx="929" cy="922"/>
          </a:xfrm>
        </p:grpSpPr>
        <p:sp>
          <p:nvSpPr>
            <p:cNvPr id="39070" name="Rectangle 330">
              <a:extLst>
                <a:ext uri="{FF2B5EF4-FFF2-40B4-BE49-F238E27FC236}">
                  <a16:creationId xmlns:a16="http://schemas.microsoft.com/office/drawing/2014/main" id="{DBE3CF47-BA5A-75F9-91C6-27D32D50F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1" name="Rectangle 331">
              <a:extLst>
                <a:ext uri="{FF2B5EF4-FFF2-40B4-BE49-F238E27FC236}">
                  <a16:creationId xmlns:a16="http://schemas.microsoft.com/office/drawing/2014/main" id="{7105DB5A-996D-FE2C-13C4-D70335885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2" name="Rectangle 332">
              <a:extLst>
                <a:ext uri="{FF2B5EF4-FFF2-40B4-BE49-F238E27FC236}">
                  <a16:creationId xmlns:a16="http://schemas.microsoft.com/office/drawing/2014/main" id="{7E9C08AF-4405-49FB-2337-B5266F81C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3" name="Rectangle 333">
              <a:extLst>
                <a:ext uri="{FF2B5EF4-FFF2-40B4-BE49-F238E27FC236}">
                  <a16:creationId xmlns:a16="http://schemas.microsoft.com/office/drawing/2014/main" id="{3B24503B-2F01-BEE1-7AE8-7EF24CFE6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4" name="Rectangle 334">
              <a:extLst>
                <a:ext uri="{FF2B5EF4-FFF2-40B4-BE49-F238E27FC236}">
                  <a16:creationId xmlns:a16="http://schemas.microsoft.com/office/drawing/2014/main" id="{2DD2CF7D-356F-974B-39F4-2B6D2EF5E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5" name="Rectangle 335">
              <a:extLst>
                <a:ext uri="{FF2B5EF4-FFF2-40B4-BE49-F238E27FC236}">
                  <a16:creationId xmlns:a16="http://schemas.microsoft.com/office/drawing/2014/main" id="{0F1F63B1-397D-1FF5-2B97-362608FDF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6" name="Rectangle 336">
              <a:extLst>
                <a:ext uri="{FF2B5EF4-FFF2-40B4-BE49-F238E27FC236}">
                  <a16:creationId xmlns:a16="http://schemas.microsoft.com/office/drawing/2014/main" id="{EEA30B84-E741-8230-2DE6-F48F4364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7" name="Rectangle 337">
              <a:extLst>
                <a:ext uri="{FF2B5EF4-FFF2-40B4-BE49-F238E27FC236}">
                  <a16:creationId xmlns:a16="http://schemas.microsoft.com/office/drawing/2014/main" id="{5DEFF9BC-9966-9BED-37FB-97FA9F83F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78" name="Rectangle 338">
              <a:extLst>
                <a:ext uri="{FF2B5EF4-FFF2-40B4-BE49-F238E27FC236}">
                  <a16:creationId xmlns:a16="http://schemas.microsoft.com/office/drawing/2014/main" id="{5FA85C2F-A074-7EB7-7B57-9398FF5E9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" name="Group 339">
            <a:extLst>
              <a:ext uri="{FF2B5EF4-FFF2-40B4-BE49-F238E27FC236}">
                <a16:creationId xmlns:a16="http://schemas.microsoft.com/office/drawing/2014/main" id="{D4AA36DE-CCFF-EF3B-45AA-45E1788460BB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2565400"/>
            <a:ext cx="1474787" cy="1463675"/>
            <a:chOff x="262" y="1078"/>
            <a:chExt cx="929" cy="922"/>
          </a:xfrm>
        </p:grpSpPr>
        <p:sp>
          <p:nvSpPr>
            <p:cNvPr id="39061" name="Rectangle 340">
              <a:extLst>
                <a:ext uri="{FF2B5EF4-FFF2-40B4-BE49-F238E27FC236}">
                  <a16:creationId xmlns:a16="http://schemas.microsoft.com/office/drawing/2014/main" id="{01EF50BA-D505-D8A0-B71A-FF43AC7F1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2" name="Rectangle 341">
              <a:extLst>
                <a:ext uri="{FF2B5EF4-FFF2-40B4-BE49-F238E27FC236}">
                  <a16:creationId xmlns:a16="http://schemas.microsoft.com/office/drawing/2014/main" id="{23F8A6DC-4C09-4DCC-4A01-6569BF1F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3" name="Rectangle 342">
              <a:extLst>
                <a:ext uri="{FF2B5EF4-FFF2-40B4-BE49-F238E27FC236}">
                  <a16:creationId xmlns:a16="http://schemas.microsoft.com/office/drawing/2014/main" id="{DA717B6C-49BC-DB21-7D23-89B8B2519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4" name="Rectangle 343">
              <a:extLst>
                <a:ext uri="{FF2B5EF4-FFF2-40B4-BE49-F238E27FC236}">
                  <a16:creationId xmlns:a16="http://schemas.microsoft.com/office/drawing/2014/main" id="{17D29389-74D4-C80F-44BF-212E509FE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5" name="Rectangle 344">
              <a:extLst>
                <a:ext uri="{FF2B5EF4-FFF2-40B4-BE49-F238E27FC236}">
                  <a16:creationId xmlns:a16="http://schemas.microsoft.com/office/drawing/2014/main" id="{6C08B417-FFC7-247C-B576-A7F3236C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6" name="Rectangle 345">
              <a:extLst>
                <a:ext uri="{FF2B5EF4-FFF2-40B4-BE49-F238E27FC236}">
                  <a16:creationId xmlns:a16="http://schemas.microsoft.com/office/drawing/2014/main" id="{E629FE2D-F588-307C-FB8C-68B0BB2E5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7" name="Rectangle 346">
              <a:extLst>
                <a:ext uri="{FF2B5EF4-FFF2-40B4-BE49-F238E27FC236}">
                  <a16:creationId xmlns:a16="http://schemas.microsoft.com/office/drawing/2014/main" id="{E961DEAB-758C-224E-996F-85A054B67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8" name="Rectangle 347">
              <a:extLst>
                <a:ext uri="{FF2B5EF4-FFF2-40B4-BE49-F238E27FC236}">
                  <a16:creationId xmlns:a16="http://schemas.microsoft.com/office/drawing/2014/main" id="{70EF78F7-C806-00DD-D07B-62B67E524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9" name="Rectangle 348">
              <a:extLst>
                <a:ext uri="{FF2B5EF4-FFF2-40B4-BE49-F238E27FC236}">
                  <a16:creationId xmlns:a16="http://schemas.microsoft.com/office/drawing/2014/main" id="{830B654A-2B07-585A-83DB-564D8C57B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0" name="Group 349">
            <a:extLst>
              <a:ext uri="{FF2B5EF4-FFF2-40B4-BE49-F238E27FC236}">
                <a16:creationId xmlns:a16="http://schemas.microsoft.com/office/drawing/2014/main" id="{321B61FF-3187-8308-9ACB-99A6721589DA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2565400"/>
            <a:ext cx="1474787" cy="1463675"/>
            <a:chOff x="262" y="1078"/>
            <a:chExt cx="929" cy="922"/>
          </a:xfrm>
        </p:grpSpPr>
        <p:sp>
          <p:nvSpPr>
            <p:cNvPr id="39052" name="Rectangle 350">
              <a:extLst>
                <a:ext uri="{FF2B5EF4-FFF2-40B4-BE49-F238E27FC236}">
                  <a16:creationId xmlns:a16="http://schemas.microsoft.com/office/drawing/2014/main" id="{2A31E859-8039-18E2-5110-5491C977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3" name="Rectangle 351">
              <a:extLst>
                <a:ext uri="{FF2B5EF4-FFF2-40B4-BE49-F238E27FC236}">
                  <a16:creationId xmlns:a16="http://schemas.microsoft.com/office/drawing/2014/main" id="{4067BE5E-E219-04CD-C49D-26EE321F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4" name="Rectangle 352">
              <a:extLst>
                <a:ext uri="{FF2B5EF4-FFF2-40B4-BE49-F238E27FC236}">
                  <a16:creationId xmlns:a16="http://schemas.microsoft.com/office/drawing/2014/main" id="{F513183B-69BA-9D35-0EE5-5F386FEAA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5" name="Rectangle 353">
              <a:extLst>
                <a:ext uri="{FF2B5EF4-FFF2-40B4-BE49-F238E27FC236}">
                  <a16:creationId xmlns:a16="http://schemas.microsoft.com/office/drawing/2014/main" id="{BA6F17D0-8A7C-C6FE-939E-2ED42F0CF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6" name="Rectangle 354">
              <a:extLst>
                <a:ext uri="{FF2B5EF4-FFF2-40B4-BE49-F238E27FC236}">
                  <a16:creationId xmlns:a16="http://schemas.microsoft.com/office/drawing/2014/main" id="{6D795056-2055-397E-DAB5-4480B2742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7" name="Rectangle 355">
              <a:extLst>
                <a:ext uri="{FF2B5EF4-FFF2-40B4-BE49-F238E27FC236}">
                  <a16:creationId xmlns:a16="http://schemas.microsoft.com/office/drawing/2014/main" id="{7ED19FD7-CC4F-DEA2-AB7A-4D81F8BAC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8" name="Rectangle 356">
              <a:extLst>
                <a:ext uri="{FF2B5EF4-FFF2-40B4-BE49-F238E27FC236}">
                  <a16:creationId xmlns:a16="http://schemas.microsoft.com/office/drawing/2014/main" id="{696AC25A-5783-9993-FA94-1225AD6C8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9" name="Rectangle 357">
              <a:extLst>
                <a:ext uri="{FF2B5EF4-FFF2-40B4-BE49-F238E27FC236}">
                  <a16:creationId xmlns:a16="http://schemas.microsoft.com/office/drawing/2014/main" id="{FEDE448C-9F9A-D449-9D57-39B13C242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60" name="Rectangle 358">
              <a:extLst>
                <a:ext uri="{FF2B5EF4-FFF2-40B4-BE49-F238E27FC236}">
                  <a16:creationId xmlns:a16="http://schemas.microsoft.com/office/drawing/2014/main" id="{8D2F0BA9-E42A-4A3B-0061-DBE3A53C1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1" name="Group 359">
            <a:extLst>
              <a:ext uri="{FF2B5EF4-FFF2-40B4-BE49-F238E27FC236}">
                <a16:creationId xmlns:a16="http://schemas.microsoft.com/office/drawing/2014/main" id="{812D2C2B-1B2A-5C96-FEF5-66E2D8D81794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2565400"/>
            <a:ext cx="1474787" cy="1463675"/>
            <a:chOff x="262" y="1078"/>
            <a:chExt cx="929" cy="922"/>
          </a:xfrm>
        </p:grpSpPr>
        <p:sp>
          <p:nvSpPr>
            <p:cNvPr id="39043" name="Rectangle 360">
              <a:extLst>
                <a:ext uri="{FF2B5EF4-FFF2-40B4-BE49-F238E27FC236}">
                  <a16:creationId xmlns:a16="http://schemas.microsoft.com/office/drawing/2014/main" id="{E853C95D-1951-C646-FE4C-6881A8B0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4" name="Rectangle 361">
              <a:extLst>
                <a:ext uri="{FF2B5EF4-FFF2-40B4-BE49-F238E27FC236}">
                  <a16:creationId xmlns:a16="http://schemas.microsoft.com/office/drawing/2014/main" id="{D9C5ACF3-2E9A-FF6A-E4D5-2CA3CE976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5" name="Rectangle 362">
              <a:extLst>
                <a:ext uri="{FF2B5EF4-FFF2-40B4-BE49-F238E27FC236}">
                  <a16:creationId xmlns:a16="http://schemas.microsoft.com/office/drawing/2014/main" id="{E44FB102-41FA-4D5A-6967-35F0EBFE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6" name="Rectangle 363">
              <a:extLst>
                <a:ext uri="{FF2B5EF4-FFF2-40B4-BE49-F238E27FC236}">
                  <a16:creationId xmlns:a16="http://schemas.microsoft.com/office/drawing/2014/main" id="{776E0796-2C9E-17A7-9446-5FD9AD793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7" name="Rectangle 364">
              <a:extLst>
                <a:ext uri="{FF2B5EF4-FFF2-40B4-BE49-F238E27FC236}">
                  <a16:creationId xmlns:a16="http://schemas.microsoft.com/office/drawing/2014/main" id="{1A4D223F-B272-EAC6-A7AF-B4DE38D7E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8" name="Rectangle 365">
              <a:extLst>
                <a:ext uri="{FF2B5EF4-FFF2-40B4-BE49-F238E27FC236}">
                  <a16:creationId xmlns:a16="http://schemas.microsoft.com/office/drawing/2014/main" id="{0571FB2A-C269-1B0B-EC36-2522647C2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9" name="Rectangle 366">
              <a:extLst>
                <a:ext uri="{FF2B5EF4-FFF2-40B4-BE49-F238E27FC236}">
                  <a16:creationId xmlns:a16="http://schemas.microsoft.com/office/drawing/2014/main" id="{FC4E3735-F228-1A07-A3B5-6307E195C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0" name="Rectangle 367">
              <a:extLst>
                <a:ext uri="{FF2B5EF4-FFF2-40B4-BE49-F238E27FC236}">
                  <a16:creationId xmlns:a16="http://schemas.microsoft.com/office/drawing/2014/main" id="{E5538884-5732-AF11-B5D4-446B594E7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1" name="Rectangle 368">
              <a:extLst>
                <a:ext uri="{FF2B5EF4-FFF2-40B4-BE49-F238E27FC236}">
                  <a16:creationId xmlns:a16="http://schemas.microsoft.com/office/drawing/2014/main" id="{9C0BE7F3-B08F-3CDD-F774-8B016EB1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0960" name="Group 369">
            <a:extLst>
              <a:ext uri="{FF2B5EF4-FFF2-40B4-BE49-F238E27FC236}">
                <a16:creationId xmlns:a16="http://schemas.microsoft.com/office/drawing/2014/main" id="{EE7FDBDE-04B2-1613-FC5B-847DB86B3E9A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2565400"/>
            <a:ext cx="1474788" cy="1463675"/>
            <a:chOff x="262" y="1078"/>
            <a:chExt cx="929" cy="922"/>
          </a:xfrm>
        </p:grpSpPr>
        <p:sp>
          <p:nvSpPr>
            <p:cNvPr id="39034" name="Rectangle 370">
              <a:extLst>
                <a:ext uri="{FF2B5EF4-FFF2-40B4-BE49-F238E27FC236}">
                  <a16:creationId xmlns:a16="http://schemas.microsoft.com/office/drawing/2014/main" id="{D1B86E47-2CB0-C9F7-6EA5-12232616B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5" name="Rectangle 371">
              <a:extLst>
                <a:ext uri="{FF2B5EF4-FFF2-40B4-BE49-F238E27FC236}">
                  <a16:creationId xmlns:a16="http://schemas.microsoft.com/office/drawing/2014/main" id="{6385ED65-9B61-E696-8011-E22A0AC57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6" name="Rectangle 372">
              <a:extLst>
                <a:ext uri="{FF2B5EF4-FFF2-40B4-BE49-F238E27FC236}">
                  <a16:creationId xmlns:a16="http://schemas.microsoft.com/office/drawing/2014/main" id="{37F43BC4-6413-9493-24B5-2B2500E10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7" name="Rectangle 373">
              <a:extLst>
                <a:ext uri="{FF2B5EF4-FFF2-40B4-BE49-F238E27FC236}">
                  <a16:creationId xmlns:a16="http://schemas.microsoft.com/office/drawing/2014/main" id="{9A73B53E-57B1-5748-BF3B-AF97BB4C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8" name="Rectangle 374">
              <a:extLst>
                <a:ext uri="{FF2B5EF4-FFF2-40B4-BE49-F238E27FC236}">
                  <a16:creationId xmlns:a16="http://schemas.microsoft.com/office/drawing/2014/main" id="{742474E8-2A84-04FE-4025-A79A69F85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9" name="Rectangle 375">
              <a:extLst>
                <a:ext uri="{FF2B5EF4-FFF2-40B4-BE49-F238E27FC236}">
                  <a16:creationId xmlns:a16="http://schemas.microsoft.com/office/drawing/2014/main" id="{C7E72E4E-AD62-B6AD-804F-441B78175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0" name="Rectangle 376">
              <a:extLst>
                <a:ext uri="{FF2B5EF4-FFF2-40B4-BE49-F238E27FC236}">
                  <a16:creationId xmlns:a16="http://schemas.microsoft.com/office/drawing/2014/main" id="{D8394E77-58C4-3514-1AE2-6B8481C0D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1" name="Rectangle 377">
              <a:extLst>
                <a:ext uri="{FF2B5EF4-FFF2-40B4-BE49-F238E27FC236}">
                  <a16:creationId xmlns:a16="http://schemas.microsoft.com/office/drawing/2014/main" id="{AA7F1400-C5B0-076B-A06B-A5428A867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2" name="Rectangle 378">
              <a:extLst>
                <a:ext uri="{FF2B5EF4-FFF2-40B4-BE49-F238E27FC236}">
                  <a16:creationId xmlns:a16="http://schemas.microsoft.com/office/drawing/2014/main" id="{0199202C-4D0A-C9A3-517C-EC24FF81A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0961" name="Group 379">
            <a:extLst>
              <a:ext uri="{FF2B5EF4-FFF2-40B4-BE49-F238E27FC236}">
                <a16:creationId xmlns:a16="http://schemas.microsoft.com/office/drawing/2014/main" id="{2E5EA24D-4BCA-B408-8DE1-523B9A339D5E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2565400"/>
            <a:ext cx="1474788" cy="1463675"/>
            <a:chOff x="262" y="1078"/>
            <a:chExt cx="929" cy="922"/>
          </a:xfrm>
        </p:grpSpPr>
        <p:sp>
          <p:nvSpPr>
            <p:cNvPr id="39025" name="Rectangle 380">
              <a:extLst>
                <a:ext uri="{FF2B5EF4-FFF2-40B4-BE49-F238E27FC236}">
                  <a16:creationId xmlns:a16="http://schemas.microsoft.com/office/drawing/2014/main" id="{5E29D90C-1D26-FEE8-3983-725B71A11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6" name="Rectangle 381">
              <a:extLst>
                <a:ext uri="{FF2B5EF4-FFF2-40B4-BE49-F238E27FC236}">
                  <a16:creationId xmlns:a16="http://schemas.microsoft.com/office/drawing/2014/main" id="{103E8402-7315-7227-B79C-54256E62D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7" name="Rectangle 382">
              <a:extLst>
                <a:ext uri="{FF2B5EF4-FFF2-40B4-BE49-F238E27FC236}">
                  <a16:creationId xmlns:a16="http://schemas.microsoft.com/office/drawing/2014/main" id="{810EEBEA-41E8-A682-C93D-1165050F4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8" name="Rectangle 383">
              <a:extLst>
                <a:ext uri="{FF2B5EF4-FFF2-40B4-BE49-F238E27FC236}">
                  <a16:creationId xmlns:a16="http://schemas.microsoft.com/office/drawing/2014/main" id="{5F5A2051-F75C-D6FA-A8DE-F3BA548A8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9" name="Rectangle 384">
              <a:extLst>
                <a:ext uri="{FF2B5EF4-FFF2-40B4-BE49-F238E27FC236}">
                  <a16:creationId xmlns:a16="http://schemas.microsoft.com/office/drawing/2014/main" id="{C64AF8C4-622E-423A-6939-E11BF495C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0" name="Rectangle 385">
              <a:extLst>
                <a:ext uri="{FF2B5EF4-FFF2-40B4-BE49-F238E27FC236}">
                  <a16:creationId xmlns:a16="http://schemas.microsoft.com/office/drawing/2014/main" id="{296AB76B-3D11-C736-5471-9011F6FD5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1" name="Rectangle 386">
              <a:extLst>
                <a:ext uri="{FF2B5EF4-FFF2-40B4-BE49-F238E27FC236}">
                  <a16:creationId xmlns:a16="http://schemas.microsoft.com/office/drawing/2014/main" id="{5DEA6C8E-7BF1-7BCC-94BE-F30789173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2" name="Rectangle 387">
              <a:extLst>
                <a:ext uri="{FF2B5EF4-FFF2-40B4-BE49-F238E27FC236}">
                  <a16:creationId xmlns:a16="http://schemas.microsoft.com/office/drawing/2014/main" id="{A9447EE3-DD63-F766-5939-248C9B9F3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3" name="Rectangle 388">
              <a:extLst>
                <a:ext uri="{FF2B5EF4-FFF2-40B4-BE49-F238E27FC236}">
                  <a16:creationId xmlns:a16="http://schemas.microsoft.com/office/drawing/2014/main" id="{C0638411-40B8-EDEB-68CB-EEFE20FF0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27" name="Group 389">
            <a:extLst>
              <a:ext uri="{FF2B5EF4-FFF2-40B4-BE49-F238E27FC236}">
                <a16:creationId xmlns:a16="http://schemas.microsoft.com/office/drawing/2014/main" id="{6A3D2934-DB6D-60DB-C5C4-F88AB5B21613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2565400"/>
            <a:ext cx="1474788" cy="1463675"/>
            <a:chOff x="262" y="1078"/>
            <a:chExt cx="929" cy="922"/>
          </a:xfrm>
        </p:grpSpPr>
        <p:sp>
          <p:nvSpPr>
            <p:cNvPr id="39016" name="Rectangle 390">
              <a:extLst>
                <a:ext uri="{FF2B5EF4-FFF2-40B4-BE49-F238E27FC236}">
                  <a16:creationId xmlns:a16="http://schemas.microsoft.com/office/drawing/2014/main" id="{1F073DA8-99A2-63E1-D7C4-7696A176E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7" name="Rectangle 391">
              <a:extLst>
                <a:ext uri="{FF2B5EF4-FFF2-40B4-BE49-F238E27FC236}">
                  <a16:creationId xmlns:a16="http://schemas.microsoft.com/office/drawing/2014/main" id="{131C5857-E638-5A2C-6C80-DF04192AF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8" name="Rectangle 392">
              <a:extLst>
                <a:ext uri="{FF2B5EF4-FFF2-40B4-BE49-F238E27FC236}">
                  <a16:creationId xmlns:a16="http://schemas.microsoft.com/office/drawing/2014/main" id="{17D2D163-EA18-1FCA-BCAD-56C7A80B6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9" name="Rectangle 393">
              <a:extLst>
                <a:ext uri="{FF2B5EF4-FFF2-40B4-BE49-F238E27FC236}">
                  <a16:creationId xmlns:a16="http://schemas.microsoft.com/office/drawing/2014/main" id="{42B0D432-C8F9-507B-713C-5254B395D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0" name="Rectangle 394">
              <a:extLst>
                <a:ext uri="{FF2B5EF4-FFF2-40B4-BE49-F238E27FC236}">
                  <a16:creationId xmlns:a16="http://schemas.microsoft.com/office/drawing/2014/main" id="{3C146855-5327-E345-36F5-40A4771B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1" name="Rectangle 395">
              <a:extLst>
                <a:ext uri="{FF2B5EF4-FFF2-40B4-BE49-F238E27FC236}">
                  <a16:creationId xmlns:a16="http://schemas.microsoft.com/office/drawing/2014/main" id="{83A0F437-0F5F-14C1-B554-9620C604B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2" name="Rectangle 396">
              <a:extLst>
                <a:ext uri="{FF2B5EF4-FFF2-40B4-BE49-F238E27FC236}">
                  <a16:creationId xmlns:a16="http://schemas.microsoft.com/office/drawing/2014/main" id="{AEB9DD36-3089-1E87-13CE-AD0B4ECD9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3" name="Rectangle 397">
              <a:extLst>
                <a:ext uri="{FF2B5EF4-FFF2-40B4-BE49-F238E27FC236}">
                  <a16:creationId xmlns:a16="http://schemas.microsoft.com/office/drawing/2014/main" id="{E95D8D9F-8053-4E07-FC41-33DE46BFD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4" name="Rectangle 398">
              <a:extLst>
                <a:ext uri="{FF2B5EF4-FFF2-40B4-BE49-F238E27FC236}">
                  <a16:creationId xmlns:a16="http://schemas.microsoft.com/office/drawing/2014/main" id="{2AE11EB0-26CB-2E78-C703-1399B2FBC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7989" name="Group 399">
            <a:extLst>
              <a:ext uri="{FF2B5EF4-FFF2-40B4-BE49-F238E27FC236}">
                <a16:creationId xmlns:a16="http://schemas.microsoft.com/office/drawing/2014/main" id="{F364D24F-B497-88F9-05D1-6D20E3367A3A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38952" name="Rectangle 400">
              <a:extLst>
                <a:ext uri="{FF2B5EF4-FFF2-40B4-BE49-F238E27FC236}">
                  <a16:creationId xmlns:a16="http://schemas.microsoft.com/office/drawing/2014/main" id="{61A68950-71C8-FCF5-4F68-6706F06AA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3" name="Rectangle 401">
              <a:extLst>
                <a:ext uri="{FF2B5EF4-FFF2-40B4-BE49-F238E27FC236}">
                  <a16:creationId xmlns:a16="http://schemas.microsoft.com/office/drawing/2014/main" id="{8A38C8D5-3146-75FA-78FB-61C2C4335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4" name="Rectangle 402">
              <a:extLst>
                <a:ext uri="{FF2B5EF4-FFF2-40B4-BE49-F238E27FC236}">
                  <a16:creationId xmlns:a16="http://schemas.microsoft.com/office/drawing/2014/main" id="{17F7E2D4-CFE2-9230-658A-876B0C619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5" name="Rectangle 403">
              <a:extLst>
                <a:ext uri="{FF2B5EF4-FFF2-40B4-BE49-F238E27FC236}">
                  <a16:creationId xmlns:a16="http://schemas.microsoft.com/office/drawing/2014/main" id="{BE876DB0-62F9-1D4B-5E9B-0C889C485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6" name="Rectangle 404">
              <a:extLst>
                <a:ext uri="{FF2B5EF4-FFF2-40B4-BE49-F238E27FC236}">
                  <a16:creationId xmlns:a16="http://schemas.microsoft.com/office/drawing/2014/main" id="{6CA6F3F7-EA41-25E1-604B-B3268A873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7" name="Rectangle 405">
              <a:extLst>
                <a:ext uri="{FF2B5EF4-FFF2-40B4-BE49-F238E27FC236}">
                  <a16:creationId xmlns:a16="http://schemas.microsoft.com/office/drawing/2014/main" id="{BD77362B-802C-4E7E-DA77-8FD687D9D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8" name="Rectangle 406">
              <a:extLst>
                <a:ext uri="{FF2B5EF4-FFF2-40B4-BE49-F238E27FC236}">
                  <a16:creationId xmlns:a16="http://schemas.microsoft.com/office/drawing/2014/main" id="{996AB406-837F-B731-9DC3-127760AD1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9" name="Rectangle 407">
              <a:extLst>
                <a:ext uri="{FF2B5EF4-FFF2-40B4-BE49-F238E27FC236}">
                  <a16:creationId xmlns:a16="http://schemas.microsoft.com/office/drawing/2014/main" id="{30895CD5-AF2F-1FDA-B180-6147183E5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0" name="Rectangle 408">
              <a:extLst>
                <a:ext uri="{FF2B5EF4-FFF2-40B4-BE49-F238E27FC236}">
                  <a16:creationId xmlns:a16="http://schemas.microsoft.com/office/drawing/2014/main" id="{90BCCD7E-9753-A185-3246-5137BD879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1" name="Rectangle 409">
              <a:extLst>
                <a:ext uri="{FF2B5EF4-FFF2-40B4-BE49-F238E27FC236}">
                  <a16:creationId xmlns:a16="http://schemas.microsoft.com/office/drawing/2014/main" id="{B8EA3A55-A810-FE2E-6F50-0939BDF5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2" name="Rectangle 410">
              <a:extLst>
                <a:ext uri="{FF2B5EF4-FFF2-40B4-BE49-F238E27FC236}">
                  <a16:creationId xmlns:a16="http://schemas.microsoft.com/office/drawing/2014/main" id="{E44087CC-77CC-6039-76FE-3D12E63C4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3" name="Rectangle 411">
              <a:extLst>
                <a:ext uri="{FF2B5EF4-FFF2-40B4-BE49-F238E27FC236}">
                  <a16:creationId xmlns:a16="http://schemas.microsoft.com/office/drawing/2014/main" id="{36DDC24A-F9CD-79F2-51AA-AC4AE345E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4" name="Rectangle 412">
              <a:extLst>
                <a:ext uri="{FF2B5EF4-FFF2-40B4-BE49-F238E27FC236}">
                  <a16:creationId xmlns:a16="http://schemas.microsoft.com/office/drawing/2014/main" id="{5B0B1F53-37ED-C454-08B6-156C5497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5" name="Rectangle 413">
              <a:extLst>
                <a:ext uri="{FF2B5EF4-FFF2-40B4-BE49-F238E27FC236}">
                  <a16:creationId xmlns:a16="http://schemas.microsoft.com/office/drawing/2014/main" id="{9EFCB18D-7F9A-EABE-ECA7-359389001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6" name="Rectangle 414">
              <a:extLst>
                <a:ext uri="{FF2B5EF4-FFF2-40B4-BE49-F238E27FC236}">
                  <a16:creationId xmlns:a16="http://schemas.microsoft.com/office/drawing/2014/main" id="{52E354C4-C6EE-4E35-138A-0CB99ED10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7" name="Rectangle 415">
              <a:extLst>
                <a:ext uri="{FF2B5EF4-FFF2-40B4-BE49-F238E27FC236}">
                  <a16:creationId xmlns:a16="http://schemas.microsoft.com/office/drawing/2014/main" id="{858E97FB-741F-6DDB-1CEF-042C4D6BE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8" name="Rectangle 416">
              <a:extLst>
                <a:ext uri="{FF2B5EF4-FFF2-40B4-BE49-F238E27FC236}">
                  <a16:creationId xmlns:a16="http://schemas.microsoft.com/office/drawing/2014/main" id="{8095424F-952D-FE4C-CA35-597C707F5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9" name="Rectangle 417">
              <a:extLst>
                <a:ext uri="{FF2B5EF4-FFF2-40B4-BE49-F238E27FC236}">
                  <a16:creationId xmlns:a16="http://schemas.microsoft.com/office/drawing/2014/main" id="{C6DB9A1E-9BAC-8900-670F-94DDD2110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0" name="Rectangle 418">
              <a:extLst>
                <a:ext uri="{FF2B5EF4-FFF2-40B4-BE49-F238E27FC236}">
                  <a16:creationId xmlns:a16="http://schemas.microsoft.com/office/drawing/2014/main" id="{56B40C79-868A-47B8-70F6-E2029BDD4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1" name="Rectangle 419">
              <a:extLst>
                <a:ext uri="{FF2B5EF4-FFF2-40B4-BE49-F238E27FC236}">
                  <a16:creationId xmlns:a16="http://schemas.microsoft.com/office/drawing/2014/main" id="{33B09319-1C0E-23C8-F5E3-8D860803E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2" name="Rectangle 420">
              <a:extLst>
                <a:ext uri="{FF2B5EF4-FFF2-40B4-BE49-F238E27FC236}">
                  <a16:creationId xmlns:a16="http://schemas.microsoft.com/office/drawing/2014/main" id="{7A3B2D93-F35A-F090-2ABE-67BEE606B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3" name="Rectangle 421">
              <a:extLst>
                <a:ext uri="{FF2B5EF4-FFF2-40B4-BE49-F238E27FC236}">
                  <a16:creationId xmlns:a16="http://schemas.microsoft.com/office/drawing/2014/main" id="{DC5180D2-C7EC-12CB-ECE4-0D0D1202D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4" name="Rectangle 422">
              <a:extLst>
                <a:ext uri="{FF2B5EF4-FFF2-40B4-BE49-F238E27FC236}">
                  <a16:creationId xmlns:a16="http://schemas.microsoft.com/office/drawing/2014/main" id="{549BD60E-11B7-E1CA-979E-94DF5274F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5" name="Rectangle 423">
              <a:extLst>
                <a:ext uri="{FF2B5EF4-FFF2-40B4-BE49-F238E27FC236}">
                  <a16:creationId xmlns:a16="http://schemas.microsoft.com/office/drawing/2014/main" id="{C8CE2D53-2B9D-DEFD-3810-DE490F62D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6" name="Rectangle 424">
              <a:extLst>
                <a:ext uri="{FF2B5EF4-FFF2-40B4-BE49-F238E27FC236}">
                  <a16:creationId xmlns:a16="http://schemas.microsoft.com/office/drawing/2014/main" id="{C8592185-3BB4-9F27-6503-C0AAF222F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7" name="Rectangle 425">
              <a:extLst>
                <a:ext uri="{FF2B5EF4-FFF2-40B4-BE49-F238E27FC236}">
                  <a16:creationId xmlns:a16="http://schemas.microsoft.com/office/drawing/2014/main" id="{492CDECE-0872-EA08-CB59-4D0E26B10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8" name="Rectangle 426">
              <a:extLst>
                <a:ext uri="{FF2B5EF4-FFF2-40B4-BE49-F238E27FC236}">
                  <a16:creationId xmlns:a16="http://schemas.microsoft.com/office/drawing/2014/main" id="{42FBFCD0-C7FB-6CEF-C960-43CA36EE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79" name="Rectangle 427">
              <a:extLst>
                <a:ext uri="{FF2B5EF4-FFF2-40B4-BE49-F238E27FC236}">
                  <a16:creationId xmlns:a16="http://schemas.microsoft.com/office/drawing/2014/main" id="{C726D49B-7694-90CC-0472-A0E32C456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0" name="Rectangle 428">
              <a:extLst>
                <a:ext uri="{FF2B5EF4-FFF2-40B4-BE49-F238E27FC236}">
                  <a16:creationId xmlns:a16="http://schemas.microsoft.com/office/drawing/2014/main" id="{2E48830D-432C-2F72-8BD4-FACF5BFAE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1" name="Rectangle 429">
              <a:extLst>
                <a:ext uri="{FF2B5EF4-FFF2-40B4-BE49-F238E27FC236}">
                  <a16:creationId xmlns:a16="http://schemas.microsoft.com/office/drawing/2014/main" id="{064CCF5B-30D3-FF07-610A-B1E2F5245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2" name="Rectangle 430">
              <a:extLst>
                <a:ext uri="{FF2B5EF4-FFF2-40B4-BE49-F238E27FC236}">
                  <a16:creationId xmlns:a16="http://schemas.microsoft.com/office/drawing/2014/main" id="{2737FE7C-A4C4-C7A8-36ED-885EB5206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3" name="Rectangle 431">
              <a:extLst>
                <a:ext uri="{FF2B5EF4-FFF2-40B4-BE49-F238E27FC236}">
                  <a16:creationId xmlns:a16="http://schemas.microsoft.com/office/drawing/2014/main" id="{7A2CC035-7E1E-3F10-0463-6236F0C47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4" name="Rectangle 432">
              <a:extLst>
                <a:ext uri="{FF2B5EF4-FFF2-40B4-BE49-F238E27FC236}">
                  <a16:creationId xmlns:a16="http://schemas.microsoft.com/office/drawing/2014/main" id="{C4444062-9B1D-E335-F2A3-C758B497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5" name="Rectangle 433">
              <a:extLst>
                <a:ext uri="{FF2B5EF4-FFF2-40B4-BE49-F238E27FC236}">
                  <a16:creationId xmlns:a16="http://schemas.microsoft.com/office/drawing/2014/main" id="{2765A288-FD3C-13F7-2E99-05B1F2EEF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6" name="Rectangle 434">
              <a:extLst>
                <a:ext uri="{FF2B5EF4-FFF2-40B4-BE49-F238E27FC236}">
                  <a16:creationId xmlns:a16="http://schemas.microsoft.com/office/drawing/2014/main" id="{BFC4EAE0-FA16-6686-31BC-CEF7E2732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7" name="Rectangle 435">
              <a:extLst>
                <a:ext uri="{FF2B5EF4-FFF2-40B4-BE49-F238E27FC236}">
                  <a16:creationId xmlns:a16="http://schemas.microsoft.com/office/drawing/2014/main" id="{EE387DD3-1699-648F-FAAB-FCAD99C25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8" name="Rectangle 436">
              <a:extLst>
                <a:ext uri="{FF2B5EF4-FFF2-40B4-BE49-F238E27FC236}">
                  <a16:creationId xmlns:a16="http://schemas.microsoft.com/office/drawing/2014/main" id="{E6369A5E-CF50-A49E-FF5B-71516E1E6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89" name="Rectangle 437">
              <a:extLst>
                <a:ext uri="{FF2B5EF4-FFF2-40B4-BE49-F238E27FC236}">
                  <a16:creationId xmlns:a16="http://schemas.microsoft.com/office/drawing/2014/main" id="{4F810151-05A6-9D17-BB4D-D3EE4F091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0" name="Rectangle 438">
              <a:extLst>
                <a:ext uri="{FF2B5EF4-FFF2-40B4-BE49-F238E27FC236}">
                  <a16:creationId xmlns:a16="http://schemas.microsoft.com/office/drawing/2014/main" id="{A33D3DB2-20CC-1BFF-8D9C-D4AADF05D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1" name="Rectangle 439">
              <a:extLst>
                <a:ext uri="{FF2B5EF4-FFF2-40B4-BE49-F238E27FC236}">
                  <a16:creationId xmlns:a16="http://schemas.microsoft.com/office/drawing/2014/main" id="{8E77313B-B394-DBDF-E8D4-D3EB4DD0B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2" name="Rectangle 440">
              <a:extLst>
                <a:ext uri="{FF2B5EF4-FFF2-40B4-BE49-F238E27FC236}">
                  <a16:creationId xmlns:a16="http://schemas.microsoft.com/office/drawing/2014/main" id="{6684FDF2-CB21-03FF-1834-D70E15914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3" name="Rectangle 441">
              <a:extLst>
                <a:ext uri="{FF2B5EF4-FFF2-40B4-BE49-F238E27FC236}">
                  <a16:creationId xmlns:a16="http://schemas.microsoft.com/office/drawing/2014/main" id="{78088AC1-E21B-5CCF-9548-F0D0E6804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4" name="Rectangle 442">
              <a:extLst>
                <a:ext uri="{FF2B5EF4-FFF2-40B4-BE49-F238E27FC236}">
                  <a16:creationId xmlns:a16="http://schemas.microsoft.com/office/drawing/2014/main" id="{8D38FFBD-D807-CF98-DAC5-C718DDF3E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5" name="Rectangle 443">
              <a:extLst>
                <a:ext uri="{FF2B5EF4-FFF2-40B4-BE49-F238E27FC236}">
                  <a16:creationId xmlns:a16="http://schemas.microsoft.com/office/drawing/2014/main" id="{CC653A49-34CA-3DD1-7214-F5B826F8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6" name="Rectangle 444">
              <a:extLst>
                <a:ext uri="{FF2B5EF4-FFF2-40B4-BE49-F238E27FC236}">
                  <a16:creationId xmlns:a16="http://schemas.microsoft.com/office/drawing/2014/main" id="{D43C6227-FE27-9CC7-E714-43B36BC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7" name="Rectangle 445">
              <a:extLst>
                <a:ext uri="{FF2B5EF4-FFF2-40B4-BE49-F238E27FC236}">
                  <a16:creationId xmlns:a16="http://schemas.microsoft.com/office/drawing/2014/main" id="{54AC618D-17E0-8F1D-0AA2-888D27D7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8" name="Rectangle 446">
              <a:extLst>
                <a:ext uri="{FF2B5EF4-FFF2-40B4-BE49-F238E27FC236}">
                  <a16:creationId xmlns:a16="http://schemas.microsoft.com/office/drawing/2014/main" id="{5D23081E-8BEF-1E7A-1CFB-85374F4EE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99" name="Rectangle 447">
              <a:extLst>
                <a:ext uri="{FF2B5EF4-FFF2-40B4-BE49-F238E27FC236}">
                  <a16:creationId xmlns:a16="http://schemas.microsoft.com/office/drawing/2014/main" id="{98C8F30D-D74E-C5CC-D79B-2DD3D88D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0" name="Rectangle 448">
              <a:extLst>
                <a:ext uri="{FF2B5EF4-FFF2-40B4-BE49-F238E27FC236}">
                  <a16:creationId xmlns:a16="http://schemas.microsoft.com/office/drawing/2014/main" id="{8694BEA6-513F-8BB2-7F0D-47EDAE3B7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1" name="Rectangle 449">
              <a:extLst>
                <a:ext uri="{FF2B5EF4-FFF2-40B4-BE49-F238E27FC236}">
                  <a16:creationId xmlns:a16="http://schemas.microsoft.com/office/drawing/2014/main" id="{1CB61500-42D8-D865-5C2C-D985F840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2" name="Rectangle 450">
              <a:extLst>
                <a:ext uri="{FF2B5EF4-FFF2-40B4-BE49-F238E27FC236}">
                  <a16:creationId xmlns:a16="http://schemas.microsoft.com/office/drawing/2014/main" id="{3617A1F8-5CDF-DBCE-D3B3-4C3508D0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3" name="Rectangle 451">
              <a:extLst>
                <a:ext uri="{FF2B5EF4-FFF2-40B4-BE49-F238E27FC236}">
                  <a16:creationId xmlns:a16="http://schemas.microsoft.com/office/drawing/2014/main" id="{36B4A871-9191-6AD7-F34E-88A553614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4" name="Rectangle 452">
              <a:extLst>
                <a:ext uri="{FF2B5EF4-FFF2-40B4-BE49-F238E27FC236}">
                  <a16:creationId xmlns:a16="http://schemas.microsoft.com/office/drawing/2014/main" id="{B3C0EBED-55C3-D182-8490-11FC1616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5" name="Rectangle 453">
              <a:extLst>
                <a:ext uri="{FF2B5EF4-FFF2-40B4-BE49-F238E27FC236}">
                  <a16:creationId xmlns:a16="http://schemas.microsoft.com/office/drawing/2014/main" id="{99B5E73D-1A33-CA37-ABAB-2D72D956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6" name="Rectangle 454">
              <a:extLst>
                <a:ext uri="{FF2B5EF4-FFF2-40B4-BE49-F238E27FC236}">
                  <a16:creationId xmlns:a16="http://schemas.microsoft.com/office/drawing/2014/main" id="{B6124202-E3D4-32D3-4D86-AFEA392C0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7" name="Rectangle 455">
              <a:extLst>
                <a:ext uri="{FF2B5EF4-FFF2-40B4-BE49-F238E27FC236}">
                  <a16:creationId xmlns:a16="http://schemas.microsoft.com/office/drawing/2014/main" id="{32BD4A11-5AD8-1CF6-F339-6975C98B6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8" name="Rectangle 456">
              <a:extLst>
                <a:ext uri="{FF2B5EF4-FFF2-40B4-BE49-F238E27FC236}">
                  <a16:creationId xmlns:a16="http://schemas.microsoft.com/office/drawing/2014/main" id="{839AB9F8-E49A-4C6F-5542-058DBB3D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09" name="Rectangle 457">
              <a:extLst>
                <a:ext uri="{FF2B5EF4-FFF2-40B4-BE49-F238E27FC236}">
                  <a16:creationId xmlns:a16="http://schemas.microsoft.com/office/drawing/2014/main" id="{ABA39F38-3E48-6A72-7792-F378EFEE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0" name="Rectangle 458">
              <a:extLst>
                <a:ext uri="{FF2B5EF4-FFF2-40B4-BE49-F238E27FC236}">
                  <a16:creationId xmlns:a16="http://schemas.microsoft.com/office/drawing/2014/main" id="{C2513FC5-ED75-FF92-8951-457191EE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1" name="Rectangle 459">
              <a:extLst>
                <a:ext uri="{FF2B5EF4-FFF2-40B4-BE49-F238E27FC236}">
                  <a16:creationId xmlns:a16="http://schemas.microsoft.com/office/drawing/2014/main" id="{BD5DDD86-283C-272E-BCD3-11588F98C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2" name="Rectangle 460">
              <a:extLst>
                <a:ext uri="{FF2B5EF4-FFF2-40B4-BE49-F238E27FC236}">
                  <a16:creationId xmlns:a16="http://schemas.microsoft.com/office/drawing/2014/main" id="{CE1DB463-58D4-AD45-9EA9-35014E3D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3" name="Rectangle 461">
              <a:extLst>
                <a:ext uri="{FF2B5EF4-FFF2-40B4-BE49-F238E27FC236}">
                  <a16:creationId xmlns:a16="http://schemas.microsoft.com/office/drawing/2014/main" id="{7087F3A9-CC84-E8D3-BA86-CC3AA2B47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4" name="Rectangle 462">
              <a:extLst>
                <a:ext uri="{FF2B5EF4-FFF2-40B4-BE49-F238E27FC236}">
                  <a16:creationId xmlns:a16="http://schemas.microsoft.com/office/drawing/2014/main" id="{5A04D033-095B-3732-30F6-21533B505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5" name="Rectangle 463">
              <a:extLst>
                <a:ext uri="{FF2B5EF4-FFF2-40B4-BE49-F238E27FC236}">
                  <a16:creationId xmlns:a16="http://schemas.microsoft.com/office/drawing/2014/main" id="{4D6B0F19-A738-07E1-AED7-755433ACD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0" name="Group 464">
            <a:extLst>
              <a:ext uri="{FF2B5EF4-FFF2-40B4-BE49-F238E27FC236}">
                <a16:creationId xmlns:a16="http://schemas.microsoft.com/office/drawing/2014/main" id="{9FF4BD1C-9966-9767-4A9F-CCAD185DECF0}"/>
              </a:ext>
            </a:extLst>
          </p:cNvPr>
          <p:cNvGrpSpPr>
            <a:grpSpLocks/>
          </p:cNvGrpSpPr>
          <p:nvPr/>
        </p:nvGrpSpPr>
        <p:grpSpPr bwMode="auto">
          <a:xfrm>
            <a:off x="-85725" y="3052763"/>
            <a:ext cx="1474788" cy="1463675"/>
            <a:chOff x="262" y="1078"/>
            <a:chExt cx="929" cy="922"/>
          </a:xfrm>
        </p:grpSpPr>
        <p:sp>
          <p:nvSpPr>
            <p:cNvPr id="38943" name="Rectangle 465">
              <a:extLst>
                <a:ext uri="{FF2B5EF4-FFF2-40B4-BE49-F238E27FC236}">
                  <a16:creationId xmlns:a16="http://schemas.microsoft.com/office/drawing/2014/main" id="{A14A973A-72F0-F0A6-3B77-992CE479A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4" name="Rectangle 466">
              <a:extLst>
                <a:ext uri="{FF2B5EF4-FFF2-40B4-BE49-F238E27FC236}">
                  <a16:creationId xmlns:a16="http://schemas.microsoft.com/office/drawing/2014/main" id="{B031B049-3BF9-E7C0-5D1D-3301E092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5" name="Rectangle 467">
              <a:extLst>
                <a:ext uri="{FF2B5EF4-FFF2-40B4-BE49-F238E27FC236}">
                  <a16:creationId xmlns:a16="http://schemas.microsoft.com/office/drawing/2014/main" id="{51C9431E-DB29-7B2F-09A2-BAD01D992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6" name="Rectangle 468">
              <a:extLst>
                <a:ext uri="{FF2B5EF4-FFF2-40B4-BE49-F238E27FC236}">
                  <a16:creationId xmlns:a16="http://schemas.microsoft.com/office/drawing/2014/main" id="{274F62A3-246F-5C18-5F5F-FA37B5823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7" name="Rectangle 469">
              <a:extLst>
                <a:ext uri="{FF2B5EF4-FFF2-40B4-BE49-F238E27FC236}">
                  <a16:creationId xmlns:a16="http://schemas.microsoft.com/office/drawing/2014/main" id="{785DCB54-92E0-0F8B-7DBE-CECEE7B4C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8" name="Rectangle 470">
              <a:extLst>
                <a:ext uri="{FF2B5EF4-FFF2-40B4-BE49-F238E27FC236}">
                  <a16:creationId xmlns:a16="http://schemas.microsoft.com/office/drawing/2014/main" id="{499D4B38-EFC4-27DC-523E-E4AEA3C30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9" name="Rectangle 471">
              <a:extLst>
                <a:ext uri="{FF2B5EF4-FFF2-40B4-BE49-F238E27FC236}">
                  <a16:creationId xmlns:a16="http://schemas.microsoft.com/office/drawing/2014/main" id="{68D86D1A-72BA-D9CD-270B-4FD0CB4F9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0" name="Rectangle 472">
              <a:extLst>
                <a:ext uri="{FF2B5EF4-FFF2-40B4-BE49-F238E27FC236}">
                  <a16:creationId xmlns:a16="http://schemas.microsoft.com/office/drawing/2014/main" id="{DAB42F33-28BD-7147-B314-70F782467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1" name="Rectangle 473">
              <a:extLst>
                <a:ext uri="{FF2B5EF4-FFF2-40B4-BE49-F238E27FC236}">
                  <a16:creationId xmlns:a16="http://schemas.microsoft.com/office/drawing/2014/main" id="{49A15433-8280-C6E9-7B04-4CDB4268A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1" name="Group 474">
            <a:extLst>
              <a:ext uri="{FF2B5EF4-FFF2-40B4-BE49-F238E27FC236}">
                <a16:creationId xmlns:a16="http://schemas.microsoft.com/office/drawing/2014/main" id="{E0EBE75E-1073-C5EE-472A-5264E732C5D5}"/>
              </a:ext>
            </a:extLst>
          </p:cNvPr>
          <p:cNvGrpSpPr>
            <a:grpSpLocks/>
          </p:cNvGrpSpPr>
          <p:nvPr/>
        </p:nvGrpSpPr>
        <p:grpSpPr bwMode="auto">
          <a:xfrm>
            <a:off x="401638" y="3052763"/>
            <a:ext cx="1474787" cy="1463675"/>
            <a:chOff x="262" y="1078"/>
            <a:chExt cx="929" cy="922"/>
          </a:xfrm>
        </p:grpSpPr>
        <p:sp>
          <p:nvSpPr>
            <p:cNvPr id="38934" name="Rectangle 475">
              <a:extLst>
                <a:ext uri="{FF2B5EF4-FFF2-40B4-BE49-F238E27FC236}">
                  <a16:creationId xmlns:a16="http://schemas.microsoft.com/office/drawing/2014/main" id="{10F14211-47D9-5655-4F5E-FBD142167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5" name="Rectangle 476">
              <a:extLst>
                <a:ext uri="{FF2B5EF4-FFF2-40B4-BE49-F238E27FC236}">
                  <a16:creationId xmlns:a16="http://schemas.microsoft.com/office/drawing/2014/main" id="{5CE93F4D-0100-9CDF-FD39-DA5FEAB23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6" name="Rectangle 477">
              <a:extLst>
                <a:ext uri="{FF2B5EF4-FFF2-40B4-BE49-F238E27FC236}">
                  <a16:creationId xmlns:a16="http://schemas.microsoft.com/office/drawing/2014/main" id="{8B4B1E64-9E4C-E442-600A-67ED3FA41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7" name="Rectangle 478">
              <a:extLst>
                <a:ext uri="{FF2B5EF4-FFF2-40B4-BE49-F238E27FC236}">
                  <a16:creationId xmlns:a16="http://schemas.microsoft.com/office/drawing/2014/main" id="{83BEA1AE-3564-DA90-9EEA-0F031E5A0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8" name="Rectangle 479">
              <a:extLst>
                <a:ext uri="{FF2B5EF4-FFF2-40B4-BE49-F238E27FC236}">
                  <a16:creationId xmlns:a16="http://schemas.microsoft.com/office/drawing/2014/main" id="{F0BB33EA-1B89-87EB-D7EC-3106310E5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9" name="Rectangle 480">
              <a:extLst>
                <a:ext uri="{FF2B5EF4-FFF2-40B4-BE49-F238E27FC236}">
                  <a16:creationId xmlns:a16="http://schemas.microsoft.com/office/drawing/2014/main" id="{0E260DA7-0D54-7F78-9C7D-DBFD22B55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0" name="Rectangle 481">
              <a:extLst>
                <a:ext uri="{FF2B5EF4-FFF2-40B4-BE49-F238E27FC236}">
                  <a16:creationId xmlns:a16="http://schemas.microsoft.com/office/drawing/2014/main" id="{794149BA-F9B5-0790-87E2-93CAF5D4D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1" name="Rectangle 482">
              <a:extLst>
                <a:ext uri="{FF2B5EF4-FFF2-40B4-BE49-F238E27FC236}">
                  <a16:creationId xmlns:a16="http://schemas.microsoft.com/office/drawing/2014/main" id="{A7E74D88-F092-32BB-F7FA-5050ADAB5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2" name="Rectangle 483">
              <a:extLst>
                <a:ext uri="{FF2B5EF4-FFF2-40B4-BE49-F238E27FC236}">
                  <a16:creationId xmlns:a16="http://schemas.microsoft.com/office/drawing/2014/main" id="{E1D0C7DA-3B8A-1CC5-4FCD-B045EB41D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2" name="Group 484">
            <a:extLst>
              <a:ext uri="{FF2B5EF4-FFF2-40B4-BE49-F238E27FC236}">
                <a16:creationId xmlns:a16="http://schemas.microsoft.com/office/drawing/2014/main" id="{D1D1771E-5A19-DA94-B94A-EFB1FAFF2E53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3052763"/>
            <a:ext cx="1474788" cy="1463675"/>
            <a:chOff x="262" y="1078"/>
            <a:chExt cx="929" cy="922"/>
          </a:xfrm>
        </p:grpSpPr>
        <p:sp>
          <p:nvSpPr>
            <p:cNvPr id="38925" name="Rectangle 485">
              <a:extLst>
                <a:ext uri="{FF2B5EF4-FFF2-40B4-BE49-F238E27FC236}">
                  <a16:creationId xmlns:a16="http://schemas.microsoft.com/office/drawing/2014/main" id="{225464B0-A21A-4B16-A42D-71363C8DF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6" name="Rectangle 486">
              <a:extLst>
                <a:ext uri="{FF2B5EF4-FFF2-40B4-BE49-F238E27FC236}">
                  <a16:creationId xmlns:a16="http://schemas.microsoft.com/office/drawing/2014/main" id="{060322A0-ECB1-F400-A065-06FF5A2F3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7" name="Rectangle 487">
              <a:extLst>
                <a:ext uri="{FF2B5EF4-FFF2-40B4-BE49-F238E27FC236}">
                  <a16:creationId xmlns:a16="http://schemas.microsoft.com/office/drawing/2014/main" id="{66D59B63-6F47-99B4-72AD-A93C7AFF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8" name="Rectangle 488">
              <a:extLst>
                <a:ext uri="{FF2B5EF4-FFF2-40B4-BE49-F238E27FC236}">
                  <a16:creationId xmlns:a16="http://schemas.microsoft.com/office/drawing/2014/main" id="{C9BB61BF-751A-C66B-5D8A-5C388EF4D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9" name="Rectangle 489">
              <a:extLst>
                <a:ext uri="{FF2B5EF4-FFF2-40B4-BE49-F238E27FC236}">
                  <a16:creationId xmlns:a16="http://schemas.microsoft.com/office/drawing/2014/main" id="{EA71986B-92AE-77C3-DDD5-4C956F3D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0" name="Rectangle 490">
              <a:extLst>
                <a:ext uri="{FF2B5EF4-FFF2-40B4-BE49-F238E27FC236}">
                  <a16:creationId xmlns:a16="http://schemas.microsoft.com/office/drawing/2014/main" id="{F394FF25-F0AF-0A8A-7CBA-7191F65C1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1" name="Rectangle 491">
              <a:extLst>
                <a:ext uri="{FF2B5EF4-FFF2-40B4-BE49-F238E27FC236}">
                  <a16:creationId xmlns:a16="http://schemas.microsoft.com/office/drawing/2014/main" id="{C1FF6BEA-D0D5-FBB6-E806-A28AB0171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2" name="Rectangle 492">
              <a:extLst>
                <a:ext uri="{FF2B5EF4-FFF2-40B4-BE49-F238E27FC236}">
                  <a16:creationId xmlns:a16="http://schemas.microsoft.com/office/drawing/2014/main" id="{5B8140AD-7295-54DD-B73A-BCCF73421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3" name="Rectangle 493">
              <a:extLst>
                <a:ext uri="{FF2B5EF4-FFF2-40B4-BE49-F238E27FC236}">
                  <a16:creationId xmlns:a16="http://schemas.microsoft.com/office/drawing/2014/main" id="{ACEB1DD7-761F-73D2-A127-67CB2FC65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3" name="Group 494">
            <a:extLst>
              <a:ext uri="{FF2B5EF4-FFF2-40B4-BE49-F238E27FC236}">
                <a16:creationId xmlns:a16="http://schemas.microsoft.com/office/drawing/2014/main" id="{721841B3-586A-7A40-DA1E-E0D299FDD991}"/>
              </a:ext>
            </a:extLst>
          </p:cNvPr>
          <p:cNvGrpSpPr>
            <a:grpSpLocks/>
          </p:cNvGrpSpPr>
          <p:nvPr/>
        </p:nvGrpSpPr>
        <p:grpSpPr bwMode="auto">
          <a:xfrm>
            <a:off x="1870075" y="3052763"/>
            <a:ext cx="1474788" cy="1463675"/>
            <a:chOff x="262" y="1078"/>
            <a:chExt cx="929" cy="922"/>
          </a:xfrm>
        </p:grpSpPr>
        <p:sp>
          <p:nvSpPr>
            <p:cNvPr id="38916" name="Rectangle 495">
              <a:extLst>
                <a:ext uri="{FF2B5EF4-FFF2-40B4-BE49-F238E27FC236}">
                  <a16:creationId xmlns:a16="http://schemas.microsoft.com/office/drawing/2014/main" id="{07EB724B-B7F4-49A4-ED73-BAF695A9E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7" name="Rectangle 496">
              <a:extLst>
                <a:ext uri="{FF2B5EF4-FFF2-40B4-BE49-F238E27FC236}">
                  <a16:creationId xmlns:a16="http://schemas.microsoft.com/office/drawing/2014/main" id="{B8401C96-DC94-9A92-561C-59BFD69BE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8" name="Rectangle 497">
              <a:extLst>
                <a:ext uri="{FF2B5EF4-FFF2-40B4-BE49-F238E27FC236}">
                  <a16:creationId xmlns:a16="http://schemas.microsoft.com/office/drawing/2014/main" id="{340D449C-48B7-2641-1B2A-8918F6F2B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9" name="Rectangle 498">
              <a:extLst>
                <a:ext uri="{FF2B5EF4-FFF2-40B4-BE49-F238E27FC236}">
                  <a16:creationId xmlns:a16="http://schemas.microsoft.com/office/drawing/2014/main" id="{1FF9B9E1-3578-4353-018B-72AFA61F0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0" name="Rectangle 499">
              <a:extLst>
                <a:ext uri="{FF2B5EF4-FFF2-40B4-BE49-F238E27FC236}">
                  <a16:creationId xmlns:a16="http://schemas.microsoft.com/office/drawing/2014/main" id="{A2C33F1F-15DC-2F36-1819-8984D6F89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1" name="Rectangle 500">
              <a:extLst>
                <a:ext uri="{FF2B5EF4-FFF2-40B4-BE49-F238E27FC236}">
                  <a16:creationId xmlns:a16="http://schemas.microsoft.com/office/drawing/2014/main" id="{F15C24B5-BC9D-C346-4E24-A3BC2353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2" name="Rectangle 501">
              <a:extLst>
                <a:ext uri="{FF2B5EF4-FFF2-40B4-BE49-F238E27FC236}">
                  <a16:creationId xmlns:a16="http://schemas.microsoft.com/office/drawing/2014/main" id="{AB1F422E-9960-6799-C302-BE40725F1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3" name="Rectangle 502">
              <a:extLst>
                <a:ext uri="{FF2B5EF4-FFF2-40B4-BE49-F238E27FC236}">
                  <a16:creationId xmlns:a16="http://schemas.microsoft.com/office/drawing/2014/main" id="{33A40DDA-6C00-365B-638B-EEAAA3850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4" name="Rectangle 503">
              <a:extLst>
                <a:ext uri="{FF2B5EF4-FFF2-40B4-BE49-F238E27FC236}">
                  <a16:creationId xmlns:a16="http://schemas.microsoft.com/office/drawing/2014/main" id="{1C2D83F9-AEAF-89B0-94F5-816C050A6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4" name="Group 504">
            <a:extLst>
              <a:ext uri="{FF2B5EF4-FFF2-40B4-BE49-F238E27FC236}">
                <a16:creationId xmlns:a16="http://schemas.microsoft.com/office/drawing/2014/main" id="{6A625FEE-A2F5-ACFB-A4F1-FAFF59E8D7E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3052763"/>
            <a:ext cx="1474788" cy="1463675"/>
            <a:chOff x="262" y="1078"/>
            <a:chExt cx="929" cy="922"/>
          </a:xfrm>
        </p:grpSpPr>
        <p:sp>
          <p:nvSpPr>
            <p:cNvPr id="38907" name="Rectangle 505">
              <a:extLst>
                <a:ext uri="{FF2B5EF4-FFF2-40B4-BE49-F238E27FC236}">
                  <a16:creationId xmlns:a16="http://schemas.microsoft.com/office/drawing/2014/main" id="{6BAA255A-C261-F466-8822-6FCA0C48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8" name="Rectangle 506">
              <a:extLst>
                <a:ext uri="{FF2B5EF4-FFF2-40B4-BE49-F238E27FC236}">
                  <a16:creationId xmlns:a16="http://schemas.microsoft.com/office/drawing/2014/main" id="{0570BBAF-7E51-45DC-A064-1FCFDAAA1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9" name="Rectangle 507">
              <a:extLst>
                <a:ext uri="{FF2B5EF4-FFF2-40B4-BE49-F238E27FC236}">
                  <a16:creationId xmlns:a16="http://schemas.microsoft.com/office/drawing/2014/main" id="{CF40F0CD-2B28-5665-C30C-C7AA16385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0" name="Rectangle 508">
              <a:extLst>
                <a:ext uri="{FF2B5EF4-FFF2-40B4-BE49-F238E27FC236}">
                  <a16:creationId xmlns:a16="http://schemas.microsoft.com/office/drawing/2014/main" id="{6ABF8DEB-9155-66A3-92B7-BCF83FA8F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1" name="Rectangle 509">
              <a:extLst>
                <a:ext uri="{FF2B5EF4-FFF2-40B4-BE49-F238E27FC236}">
                  <a16:creationId xmlns:a16="http://schemas.microsoft.com/office/drawing/2014/main" id="{FACA8D3E-4CAC-E5EF-E44D-65A3663F2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2" name="Rectangle 510">
              <a:extLst>
                <a:ext uri="{FF2B5EF4-FFF2-40B4-BE49-F238E27FC236}">
                  <a16:creationId xmlns:a16="http://schemas.microsoft.com/office/drawing/2014/main" id="{679F1AEA-7CB1-FE79-B3D3-75C676683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3" name="Rectangle 511">
              <a:extLst>
                <a:ext uri="{FF2B5EF4-FFF2-40B4-BE49-F238E27FC236}">
                  <a16:creationId xmlns:a16="http://schemas.microsoft.com/office/drawing/2014/main" id="{3B8FA910-4CA0-F368-BBEE-8F65191AD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4" name="Rectangle 512">
              <a:extLst>
                <a:ext uri="{FF2B5EF4-FFF2-40B4-BE49-F238E27FC236}">
                  <a16:creationId xmlns:a16="http://schemas.microsoft.com/office/drawing/2014/main" id="{DF799A8A-B7BA-A6D9-657D-F21096CEE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15" name="Rectangle 513">
              <a:extLst>
                <a:ext uri="{FF2B5EF4-FFF2-40B4-BE49-F238E27FC236}">
                  <a16:creationId xmlns:a16="http://schemas.microsoft.com/office/drawing/2014/main" id="{EFAD27C7-D494-9A1D-3489-494E920AE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5" name="Group 514">
            <a:extLst>
              <a:ext uri="{FF2B5EF4-FFF2-40B4-BE49-F238E27FC236}">
                <a16:creationId xmlns:a16="http://schemas.microsoft.com/office/drawing/2014/main" id="{3DAA111A-F20B-2E84-A72E-281077AE9B02}"/>
              </a:ext>
            </a:extLst>
          </p:cNvPr>
          <p:cNvGrpSpPr>
            <a:grpSpLocks/>
          </p:cNvGrpSpPr>
          <p:nvPr/>
        </p:nvGrpSpPr>
        <p:grpSpPr bwMode="auto">
          <a:xfrm>
            <a:off x="2840038" y="3052763"/>
            <a:ext cx="1474787" cy="1463675"/>
            <a:chOff x="262" y="1078"/>
            <a:chExt cx="929" cy="922"/>
          </a:xfrm>
        </p:grpSpPr>
        <p:sp>
          <p:nvSpPr>
            <p:cNvPr id="38898" name="Rectangle 515">
              <a:extLst>
                <a:ext uri="{FF2B5EF4-FFF2-40B4-BE49-F238E27FC236}">
                  <a16:creationId xmlns:a16="http://schemas.microsoft.com/office/drawing/2014/main" id="{BAF38DB3-B079-4FD1-580E-32C75745D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9" name="Rectangle 516">
              <a:extLst>
                <a:ext uri="{FF2B5EF4-FFF2-40B4-BE49-F238E27FC236}">
                  <a16:creationId xmlns:a16="http://schemas.microsoft.com/office/drawing/2014/main" id="{1CEB1866-BD83-0955-2F97-B4051CB34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0" name="Rectangle 517">
              <a:extLst>
                <a:ext uri="{FF2B5EF4-FFF2-40B4-BE49-F238E27FC236}">
                  <a16:creationId xmlns:a16="http://schemas.microsoft.com/office/drawing/2014/main" id="{6EE11661-C0CC-2FA8-58D0-74BFEDEC7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1" name="Rectangle 518">
              <a:extLst>
                <a:ext uri="{FF2B5EF4-FFF2-40B4-BE49-F238E27FC236}">
                  <a16:creationId xmlns:a16="http://schemas.microsoft.com/office/drawing/2014/main" id="{D1EFB2E6-9C5A-35ED-DD1D-2C7CE189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2" name="Rectangle 519">
              <a:extLst>
                <a:ext uri="{FF2B5EF4-FFF2-40B4-BE49-F238E27FC236}">
                  <a16:creationId xmlns:a16="http://schemas.microsoft.com/office/drawing/2014/main" id="{E98FD511-FB09-6F98-4F6E-222042D82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3" name="Rectangle 520">
              <a:extLst>
                <a:ext uri="{FF2B5EF4-FFF2-40B4-BE49-F238E27FC236}">
                  <a16:creationId xmlns:a16="http://schemas.microsoft.com/office/drawing/2014/main" id="{05EBD0B2-25F2-35C0-6B9E-523DBB19A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4" name="Rectangle 521">
              <a:extLst>
                <a:ext uri="{FF2B5EF4-FFF2-40B4-BE49-F238E27FC236}">
                  <a16:creationId xmlns:a16="http://schemas.microsoft.com/office/drawing/2014/main" id="{47A0F812-89A4-8D9A-5546-AFBBAD6D3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5" name="Rectangle 522">
              <a:extLst>
                <a:ext uri="{FF2B5EF4-FFF2-40B4-BE49-F238E27FC236}">
                  <a16:creationId xmlns:a16="http://schemas.microsoft.com/office/drawing/2014/main" id="{E092E81D-EE8A-E7D3-B7B9-FB0E5F56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06" name="Rectangle 523">
              <a:extLst>
                <a:ext uri="{FF2B5EF4-FFF2-40B4-BE49-F238E27FC236}">
                  <a16:creationId xmlns:a16="http://schemas.microsoft.com/office/drawing/2014/main" id="{8712682B-DC8D-81DA-BBCE-B26BC0D92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6" name="Group 524">
            <a:extLst>
              <a:ext uri="{FF2B5EF4-FFF2-40B4-BE49-F238E27FC236}">
                <a16:creationId xmlns:a16="http://schemas.microsoft.com/office/drawing/2014/main" id="{1646481C-23F9-9815-8EB6-4D7497D30D39}"/>
              </a:ext>
            </a:extLst>
          </p:cNvPr>
          <p:cNvGrpSpPr>
            <a:grpSpLocks/>
          </p:cNvGrpSpPr>
          <p:nvPr/>
        </p:nvGrpSpPr>
        <p:grpSpPr bwMode="auto">
          <a:xfrm>
            <a:off x="3332163" y="3052763"/>
            <a:ext cx="1474787" cy="1463675"/>
            <a:chOff x="262" y="1078"/>
            <a:chExt cx="929" cy="922"/>
          </a:xfrm>
        </p:grpSpPr>
        <p:sp>
          <p:nvSpPr>
            <p:cNvPr id="38889" name="Rectangle 525">
              <a:extLst>
                <a:ext uri="{FF2B5EF4-FFF2-40B4-BE49-F238E27FC236}">
                  <a16:creationId xmlns:a16="http://schemas.microsoft.com/office/drawing/2014/main" id="{219B09C1-3B6D-7702-5D59-D975EE671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0" name="Rectangle 526">
              <a:extLst>
                <a:ext uri="{FF2B5EF4-FFF2-40B4-BE49-F238E27FC236}">
                  <a16:creationId xmlns:a16="http://schemas.microsoft.com/office/drawing/2014/main" id="{16A1B3F4-1C91-8F4F-3C39-BA1BF2662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1" name="Rectangle 527">
              <a:extLst>
                <a:ext uri="{FF2B5EF4-FFF2-40B4-BE49-F238E27FC236}">
                  <a16:creationId xmlns:a16="http://schemas.microsoft.com/office/drawing/2014/main" id="{DB40AFC8-5B31-80C4-426B-DFEB4BC84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2" name="Rectangle 528">
              <a:extLst>
                <a:ext uri="{FF2B5EF4-FFF2-40B4-BE49-F238E27FC236}">
                  <a16:creationId xmlns:a16="http://schemas.microsoft.com/office/drawing/2014/main" id="{A6F9D942-0A51-E525-33E3-230E3ED29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3" name="Rectangle 529">
              <a:extLst>
                <a:ext uri="{FF2B5EF4-FFF2-40B4-BE49-F238E27FC236}">
                  <a16:creationId xmlns:a16="http://schemas.microsoft.com/office/drawing/2014/main" id="{21B27A49-F74D-7E22-A07A-52943182A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4" name="Rectangle 530">
              <a:extLst>
                <a:ext uri="{FF2B5EF4-FFF2-40B4-BE49-F238E27FC236}">
                  <a16:creationId xmlns:a16="http://schemas.microsoft.com/office/drawing/2014/main" id="{030865E7-B134-E21E-BB38-3739A6E8E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5" name="Rectangle 531">
              <a:extLst>
                <a:ext uri="{FF2B5EF4-FFF2-40B4-BE49-F238E27FC236}">
                  <a16:creationId xmlns:a16="http://schemas.microsoft.com/office/drawing/2014/main" id="{C5B19C91-DD45-048B-D843-02BFA4E6B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6" name="Rectangle 532">
              <a:extLst>
                <a:ext uri="{FF2B5EF4-FFF2-40B4-BE49-F238E27FC236}">
                  <a16:creationId xmlns:a16="http://schemas.microsoft.com/office/drawing/2014/main" id="{B9C9FC42-4A8A-5DC8-AB4C-DA99FC307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97" name="Rectangle 533">
              <a:extLst>
                <a:ext uri="{FF2B5EF4-FFF2-40B4-BE49-F238E27FC236}">
                  <a16:creationId xmlns:a16="http://schemas.microsoft.com/office/drawing/2014/main" id="{5C65E98E-1EB3-834A-26C3-76130837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7" name="Group 534">
            <a:extLst>
              <a:ext uri="{FF2B5EF4-FFF2-40B4-BE49-F238E27FC236}">
                <a16:creationId xmlns:a16="http://schemas.microsoft.com/office/drawing/2014/main" id="{8D396259-D60C-7E56-17EB-E0D5388815AA}"/>
              </a:ext>
            </a:extLst>
          </p:cNvPr>
          <p:cNvGrpSpPr>
            <a:grpSpLocks/>
          </p:cNvGrpSpPr>
          <p:nvPr/>
        </p:nvGrpSpPr>
        <p:grpSpPr bwMode="auto">
          <a:xfrm>
            <a:off x="1395413" y="3052763"/>
            <a:ext cx="1474787" cy="1463675"/>
            <a:chOff x="262" y="1078"/>
            <a:chExt cx="929" cy="922"/>
          </a:xfrm>
        </p:grpSpPr>
        <p:sp>
          <p:nvSpPr>
            <p:cNvPr id="38880" name="Rectangle 535">
              <a:extLst>
                <a:ext uri="{FF2B5EF4-FFF2-40B4-BE49-F238E27FC236}">
                  <a16:creationId xmlns:a16="http://schemas.microsoft.com/office/drawing/2014/main" id="{5793595B-7440-8525-D3AD-9C5B823BD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1" name="Rectangle 536">
              <a:extLst>
                <a:ext uri="{FF2B5EF4-FFF2-40B4-BE49-F238E27FC236}">
                  <a16:creationId xmlns:a16="http://schemas.microsoft.com/office/drawing/2014/main" id="{06039A60-2C40-B0EC-BF52-22CEC7235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2" name="Rectangle 537">
              <a:extLst>
                <a:ext uri="{FF2B5EF4-FFF2-40B4-BE49-F238E27FC236}">
                  <a16:creationId xmlns:a16="http://schemas.microsoft.com/office/drawing/2014/main" id="{A61C128B-092A-A47F-EA00-E6F681CE3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3" name="Rectangle 538">
              <a:extLst>
                <a:ext uri="{FF2B5EF4-FFF2-40B4-BE49-F238E27FC236}">
                  <a16:creationId xmlns:a16="http://schemas.microsoft.com/office/drawing/2014/main" id="{3DFD70EB-897E-1E93-E251-9C63CDF1E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4" name="Rectangle 539">
              <a:extLst>
                <a:ext uri="{FF2B5EF4-FFF2-40B4-BE49-F238E27FC236}">
                  <a16:creationId xmlns:a16="http://schemas.microsoft.com/office/drawing/2014/main" id="{76D6F886-0E1A-680F-04C6-5A6D70BA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5" name="Rectangle 540">
              <a:extLst>
                <a:ext uri="{FF2B5EF4-FFF2-40B4-BE49-F238E27FC236}">
                  <a16:creationId xmlns:a16="http://schemas.microsoft.com/office/drawing/2014/main" id="{202D3C48-50C0-21B5-EFDB-64E9F592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6" name="Rectangle 541">
              <a:extLst>
                <a:ext uri="{FF2B5EF4-FFF2-40B4-BE49-F238E27FC236}">
                  <a16:creationId xmlns:a16="http://schemas.microsoft.com/office/drawing/2014/main" id="{BE6D9074-136C-FE73-F9B0-7A05D1D49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7" name="Rectangle 542">
              <a:extLst>
                <a:ext uri="{FF2B5EF4-FFF2-40B4-BE49-F238E27FC236}">
                  <a16:creationId xmlns:a16="http://schemas.microsoft.com/office/drawing/2014/main" id="{8868993F-CF20-4C45-27B3-2FD324DAA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88" name="Rectangle 543">
              <a:extLst>
                <a:ext uri="{FF2B5EF4-FFF2-40B4-BE49-F238E27FC236}">
                  <a16:creationId xmlns:a16="http://schemas.microsoft.com/office/drawing/2014/main" id="{F633874E-1886-5CF5-4957-F6FCCEBF6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8" name="Group 544">
            <a:extLst>
              <a:ext uri="{FF2B5EF4-FFF2-40B4-BE49-F238E27FC236}">
                <a16:creationId xmlns:a16="http://schemas.microsoft.com/office/drawing/2014/main" id="{69807855-008E-5B16-82A3-CC42B94434CE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3549650"/>
            <a:ext cx="1474788" cy="1463675"/>
            <a:chOff x="262" y="1078"/>
            <a:chExt cx="929" cy="922"/>
          </a:xfrm>
        </p:grpSpPr>
        <p:sp>
          <p:nvSpPr>
            <p:cNvPr id="38871" name="Rectangle 545">
              <a:extLst>
                <a:ext uri="{FF2B5EF4-FFF2-40B4-BE49-F238E27FC236}">
                  <a16:creationId xmlns:a16="http://schemas.microsoft.com/office/drawing/2014/main" id="{22CE402A-FB5D-0EF3-1AD1-7CD9A1AA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2" name="Rectangle 546">
              <a:extLst>
                <a:ext uri="{FF2B5EF4-FFF2-40B4-BE49-F238E27FC236}">
                  <a16:creationId xmlns:a16="http://schemas.microsoft.com/office/drawing/2014/main" id="{ED14E586-28A5-1553-62A8-ACDAD8C5B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3" name="Rectangle 547">
              <a:extLst>
                <a:ext uri="{FF2B5EF4-FFF2-40B4-BE49-F238E27FC236}">
                  <a16:creationId xmlns:a16="http://schemas.microsoft.com/office/drawing/2014/main" id="{5E8932C4-43BD-9CE2-B40A-2EB9AAAB1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4" name="Rectangle 548">
              <a:extLst>
                <a:ext uri="{FF2B5EF4-FFF2-40B4-BE49-F238E27FC236}">
                  <a16:creationId xmlns:a16="http://schemas.microsoft.com/office/drawing/2014/main" id="{5FE29B56-B32E-6478-5386-06354B2C0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5" name="Rectangle 549">
              <a:extLst>
                <a:ext uri="{FF2B5EF4-FFF2-40B4-BE49-F238E27FC236}">
                  <a16:creationId xmlns:a16="http://schemas.microsoft.com/office/drawing/2014/main" id="{A2171A0D-BCB9-582C-1DE2-7DA4C77F0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6" name="Rectangle 550">
              <a:extLst>
                <a:ext uri="{FF2B5EF4-FFF2-40B4-BE49-F238E27FC236}">
                  <a16:creationId xmlns:a16="http://schemas.microsoft.com/office/drawing/2014/main" id="{1DE862D2-834A-B0F1-B4A0-61BD5DB2F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7" name="Rectangle 551">
              <a:extLst>
                <a:ext uri="{FF2B5EF4-FFF2-40B4-BE49-F238E27FC236}">
                  <a16:creationId xmlns:a16="http://schemas.microsoft.com/office/drawing/2014/main" id="{313409B9-0CA7-351F-7663-62607843C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8" name="Rectangle 552">
              <a:extLst>
                <a:ext uri="{FF2B5EF4-FFF2-40B4-BE49-F238E27FC236}">
                  <a16:creationId xmlns:a16="http://schemas.microsoft.com/office/drawing/2014/main" id="{39A5D873-CD5F-EF7A-4C7E-AF11316E4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9" name="Rectangle 553">
              <a:extLst>
                <a:ext uri="{FF2B5EF4-FFF2-40B4-BE49-F238E27FC236}">
                  <a16:creationId xmlns:a16="http://schemas.microsoft.com/office/drawing/2014/main" id="{8262C358-FD0F-BB82-9249-2F4FC220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39" name="Group 554">
            <a:extLst>
              <a:ext uri="{FF2B5EF4-FFF2-40B4-BE49-F238E27FC236}">
                <a16:creationId xmlns:a16="http://schemas.microsoft.com/office/drawing/2014/main" id="{E729C4F7-28B8-33A6-F42D-6EE8CE404340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3549650"/>
            <a:ext cx="1474788" cy="1463675"/>
            <a:chOff x="262" y="1078"/>
            <a:chExt cx="929" cy="922"/>
          </a:xfrm>
        </p:grpSpPr>
        <p:sp>
          <p:nvSpPr>
            <p:cNvPr id="38862" name="Rectangle 555">
              <a:extLst>
                <a:ext uri="{FF2B5EF4-FFF2-40B4-BE49-F238E27FC236}">
                  <a16:creationId xmlns:a16="http://schemas.microsoft.com/office/drawing/2014/main" id="{B7752D89-40D3-2783-6996-BE8FF37AC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3" name="Rectangle 556">
              <a:extLst>
                <a:ext uri="{FF2B5EF4-FFF2-40B4-BE49-F238E27FC236}">
                  <a16:creationId xmlns:a16="http://schemas.microsoft.com/office/drawing/2014/main" id="{892D0B1F-4D3E-CBF4-AA77-9E9BA1C5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4" name="Rectangle 557">
              <a:extLst>
                <a:ext uri="{FF2B5EF4-FFF2-40B4-BE49-F238E27FC236}">
                  <a16:creationId xmlns:a16="http://schemas.microsoft.com/office/drawing/2014/main" id="{AD79E5B6-6F44-A7BA-A049-F0AFB17F3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5" name="Rectangle 558">
              <a:extLst>
                <a:ext uri="{FF2B5EF4-FFF2-40B4-BE49-F238E27FC236}">
                  <a16:creationId xmlns:a16="http://schemas.microsoft.com/office/drawing/2014/main" id="{246E710E-03E2-AC76-5111-C69A9B18D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6" name="Rectangle 559">
              <a:extLst>
                <a:ext uri="{FF2B5EF4-FFF2-40B4-BE49-F238E27FC236}">
                  <a16:creationId xmlns:a16="http://schemas.microsoft.com/office/drawing/2014/main" id="{C1478897-6912-7EFE-E171-D78BF1C50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7" name="Rectangle 560">
              <a:extLst>
                <a:ext uri="{FF2B5EF4-FFF2-40B4-BE49-F238E27FC236}">
                  <a16:creationId xmlns:a16="http://schemas.microsoft.com/office/drawing/2014/main" id="{235CBB03-43A9-7DC9-5949-1BCB782BD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8" name="Rectangle 561">
              <a:extLst>
                <a:ext uri="{FF2B5EF4-FFF2-40B4-BE49-F238E27FC236}">
                  <a16:creationId xmlns:a16="http://schemas.microsoft.com/office/drawing/2014/main" id="{4E68E1C4-C0B2-C9DE-8AAE-C9F4BFF8D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9" name="Rectangle 562">
              <a:extLst>
                <a:ext uri="{FF2B5EF4-FFF2-40B4-BE49-F238E27FC236}">
                  <a16:creationId xmlns:a16="http://schemas.microsoft.com/office/drawing/2014/main" id="{CE714871-969E-DBAC-9D83-EFA5AA33D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70" name="Rectangle 563">
              <a:extLst>
                <a:ext uri="{FF2B5EF4-FFF2-40B4-BE49-F238E27FC236}">
                  <a16:creationId xmlns:a16="http://schemas.microsoft.com/office/drawing/2014/main" id="{481387E9-4EBF-EF1F-E538-735C60315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0" name="Group 564">
            <a:extLst>
              <a:ext uri="{FF2B5EF4-FFF2-40B4-BE49-F238E27FC236}">
                <a16:creationId xmlns:a16="http://schemas.microsoft.com/office/drawing/2014/main" id="{E3820194-2641-95CE-F38A-7EF288CCF36E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3549650"/>
            <a:ext cx="1474787" cy="1463675"/>
            <a:chOff x="262" y="1078"/>
            <a:chExt cx="929" cy="922"/>
          </a:xfrm>
        </p:grpSpPr>
        <p:sp>
          <p:nvSpPr>
            <p:cNvPr id="38853" name="Rectangle 565">
              <a:extLst>
                <a:ext uri="{FF2B5EF4-FFF2-40B4-BE49-F238E27FC236}">
                  <a16:creationId xmlns:a16="http://schemas.microsoft.com/office/drawing/2014/main" id="{EDAA32F7-3441-9C87-B3ED-B4AC91605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4" name="Rectangle 566">
              <a:extLst>
                <a:ext uri="{FF2B5EF4-FFF2-40B4-BE49-F238E27FC236}">
                  <a16:creationId xmlns:a16="http://schemas.microsoft.com/office/drawing/2014/main" id="{84C87725-CEFA-D0E0-A1CC-2B08D229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5" name="Rectangle 567">
              <a:extLst>
                <a:ext uri="{FF2B5EF4-FFF2-40B4-BE49-F238E27FC236}">
                  <a16:creationId xmlns:a16="http://schemas.microsoft.com/office/drawing/2014/main" id="{12037EBE-7850-5355-2DB7-95297A4A8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6" name="Rectangle 568">
              <a:extLst>
                <a:ext uri="{FF2B5EF4-FFF2-40B4-BE49-F238E27FC236}">
                  <a16:creationId xmlns:a16="http://schemas.microsoft.com/office/drawing/2014/main" id="{9223AB43-BEE2-6C35-B03D-CB84407B9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7" name="Rectangle 569">
              <a:extLst>
                <a:ext uri="{FF2B5EF4-FFF2-40B4-BE49-F238E27FC236}">
                  <a16:creationId xmlns:a16="http://schemas.microsoft.com/office/drawing/2014/main" id="{77ADF9E6-2708-40D9-2CA1-06A45B10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8" name="Rectangle 570">
              <a:extLst>
                <a:ext uri="{FF2B5EF4-FFF2-40B4-BE49-F238E27FC236}">
                  <a16:creationId xmlns:a16="http://schemas.microsoft.com/office/drawing/2014/main" id="{4AED3D31-B379-1E22-4ECE-DB5AD36EA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9" name="Rectangle 571">
              <a:extLst>
                <a:ext uri="{FF2B5EF4-FFF2-40B4-BE49-F238E27FC236}">
                  <a16:creationId xmlns:a16="http://schemas.microsoft.com/office/drawing/2014/main" id="{1D3C1AD0-F3E7-7E29-8963-4F9E24C74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0" name="Rectangle 572">
              <a:extLst>
                <a:ext uri="{FF2B5EF4-FFF2-40B4-BE49-F238E27FC236}">
                  <a16:creationId xmlns:a16="http://schemas.microsoft.com/office/drawing/2014/main" id="{B1CE1EDC-C4EF-80C3-35CE-26250B39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61" name="Rectangle 573">
              <a:extLst>
                <a:ext uri="{FF2B5EF4-FFF2-40B4-BE49-F238E27FC236}">
                  <a16:creationId xmlns:a16="http://schemas.microsoft.com/office/drawing/2014/main" id="{D2F987B1-D314-DFB6-057D-7591C453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1" name="Group 574">
            <a:extLst>
              <a:ext uri="{FF2B5EF4-FFF2-40B4-BE49-F238E27FC236}">
                <a16:creationId xmlns:a16="http://schemas.microsoft.com/office/drawing/2014/main" id="{B7B3899B-2333-5009-D00A-F027BFBA55CF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3549650"/>
            <a:ext cx="1474787" cy="1463675"/>
            <a:chOff x="262" y="1078"/>
            <a:chExt cx="929" cy="922"/>
          </a:xfrm>
        </p:grpSpPr>
        <p:sp>
          <p:nvSpPr>
            <p:cNvPr id="38844" name="Rectangle 575">
              <a:extLst>
                <a:ext uri="{FF2B5EF4-FFF2-40B4-BE49-F238E27FC236}">
                  <a16:creationId xmlns:a16="http://schemas.microsoft.com/office/drawing/2014/main" id="{E2515EB4-FCA2-A877-C836-2E3F26473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5" name="Rectangle 576">
              <a:extLst>
                <a:ext uri="{FF2B5EF4-FFF2-40B4-BE49-F238E27FC236}">
                  <a16:creationId xmlns:a16="http://schemas.microsoft.com/office/drawing/2014/main" id="{EABB4B24-6241-D1C4-C577-7637A606C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6" name="Rectangle 577">
              <a:extLst>
                <a:ext uri="{FF2B5EF4-FFF2-40B4-BE49-F238E27FC236}">
                  <a16:creationId xmlns:a16="http://schemas.microsoft.com/office/drawing/2014/main" id="{6C4F2E28-650A-9879-7962-97F0CAD02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7" name="Rectangle 578">
              <a:extLst>
                <a:ext uri="{FF2B5EF4-FFF2-40B4-BE49-F238E27FC236}">
                  <a16:creationId xmlns:a16="http://schemas.microsoft.com/office/drawing/2014/main" id="{90E72C9D-863F-08D9-B934-A25FE5321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8" name="Rectangle 579">
              <a:extLst>
                <a:ext uri="{FF2B5EF4-FFF2-40B4-BE49-F238E27FC236}">
                  <a16:creationId xmlns:a16="http://schemas.microsoft.com/office/drawing/2014/main" id="{43E92F26-CDE2-B098-160D-BA50B1C83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9" name="Rectangle 580">
              <a:extLst>
                <a:ext uri="{FF2B5EF4-FFF2-40B4-BE49-F238E27FC236}">
                  <a16:creationId xmlns:a16="http://schemas.microsoft.com/office/drawing/2014/main" id="{FD127749-2785-4EEE-6CFF-EC078622F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0" name="Rectangle 581">
              <a:extLst>
                <a:ext uri="{FF2B5EF4-FFF2-40B4-BE49-F238E27FC236}">
                  <a16:creationId xmlns:a16="http://schemas.microsoft.com/office/drawing/2014/main" id="{DA552F82-C1C1-E7E2-AF58-3DE17922C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1" name="Rectangle 582">
              <a:extLst>
                <a:ext uri="{FF2B5EF4-FFF2-40B4-BE49-F238E27FC236}">
                  <a16:creationId xmlns:a16="http://schemas.microsoft.com/office/drawing/2014/main" id="{B71E7E79-4714-5691-BBD9-CB3CDB04D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52" name="Rectangle 583">
              <a:extLst>
                <a:ext uri="{FF2B5EF4-FFF2-40B4-BE49-F238E27FC236}">
                  <a16:creationId xmlns:a16="http://schemas.microsoft.com/office/drawing/2014/main" id="{58A57513-7420-1539-D164-A870EB07D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2" name="Group 584">
            <a:extLst>
              <a:ext uri="{FF2B5EF4-FFF2-40B4-BE49-F238E27FC236}">
                <a16:creationId xmlns:a16="http://schemas.microsoft.com/office/drawing/2014/main" id="{DEBD1866-29BD-8154-4493-C64CD469EF95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3549650"/>
            <a:ext cx="1474787" cy="1463675"/>
            <a:chOff x="262" y="1078"/>
            <a:chExt cx="929" cy="922"/>
          </a:xfrm>
        </p:grpSpPr>
        <p:sp>
          <p:nvSpPr>
            <p:cNvPr id="38835" name="Rectangle 585">
              <a:extLst>
                <a:ext uri="{FF2B5EF4-FFF2-40B4-BE49-F238E27FC236}">
                  <a16:creationId xmlns:a16="http://schemas.microsoft.com/office/drawing/2014/main" id="{1034B305-5A41-C405-4100-4ADF4CC96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6" name="Rectangle 586">
              <a:extLst>
                <a:ext uri="{FF2B5EF4-FFF2-40B4-BE49-F238E27FC236}">
                  <a16:creationId xmlns:a16="http://schemas.microsoft.com/office/drawing/2014/main" id="{F2F964F0-EE8F-21BB-C95D-57A9158BF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7" name="Rectangle 587">
              <a:extLst>
                <a:ext uri="{FF2B5EF4-FFF2-40B4-BE49-F238E27FC236}">
                  <a16:creationId xmlns:a16="http://schemas.microsoft.com/office/drawing/2014/main" id="{9171A79E-4BE9-C3C9-9819-195F51E19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8" name="Rectangle 588">
              <a:extLst>
                <a:ext uri="{FF2B5EF4-FFF2-40B4-BE49-F238E27FC236}">
                  <a16:creationId xmlns:a16="http://schemas.microsoft.com/office/drawing/2014/main" id="{985668DC-38E4-322E-E6CE-FC14EC101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9" name="Rectangle 589">
              <a:extLst>
                <a:ext uri="{FF2B5EF4-FFF2-40B4-BE49-F238E27FC236}">
                  <a16:creationId xmlns:a16="http://schemas.microsoft.com/office/drawing/2014/main" id="{C8418357-E9EC-9697-FDDC-D66AEFD78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0" name="Rectangle 590">
              <a:extLst>
                <a:ext uri="{FF2B5EF4-FFF2-40B4-BE49-F238E27FC236}">
                  <a16:creationId xmlns:a16="http://schemas.microsoft.com/office/drawing/2014/main" id="{606B2DB4-77DC-B33D-5A21-358C0269C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1" name="Rectangle 591">
              <a:extLst>
                <a:ext uri="{FF2B5EF4-FFF2-40B4-BE49-F238E27FC236}">
                  <a16:creationId xmlns:a16="http://schemas.microsoft.com/office/drawing/2014/main" id="{8C8739FC-7702-FC2C-CA8E-70920E2A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2" name="Rectangle 592">
              <a:extLst>
                <a:ext uri="{FF2B5EF4-FFF2-40B4-BE49-F238E27FC236}">
                  <a16:creationId xmlns:a16="http://schemas.microsoft.com/office/drawing/2014/main" id="{CB403C5D-A01F-61C2-FE92-C44AF5F8B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43" name="Rectangle 593">
              <a:extLst>
                <a:ext uri="{FF2B5EF4-FFF2-40B4-BE49-F238E27FC236}">
                  <a16:creationId xmlns:a16="http://schemas.microsoft.com/office/drawing/2014/main" id="{DEEEEF6D-5EF6-1440-46CE-A76008F61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3" name="Group 594">
            <a:extLst>
              <a:ext uri="{FF2B5EF4-FFF2-40B4-BE49-F238E27FC236}">
                <a16:creationId xmlns:a16="http://schemas.microsoft.com/office/drawing/2014/main" id="{EFB42E51-1E90-B6FB-ACFA-F5388EA6678C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3549650"/>
            <a:ext cx="1474788" cy="1463675"/>
            <a:chOff x="262" y="1078"/>
            <a:chExt cx="929" cy="922"/>
          </a:xfrm>
        </p:grpSpPr>
        <p:sp>
          <p:nvSpPr>
            <p:cNvPr id="38826" name="Rectangle 595">
              <a:extLst>
                <a:ext uri="{FF2B5EF4-FFF2-40B4-BE49-F238E27FC236}">
                  <a16:creationId xmlns:a16="http://schemas.microsoft.com/office/drawing/2014/main" id="{08E33BBB-7B54-4B60-152A-68E32D53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7" name="Rectangle 596">
              <a:extLst>
                <a:ext uri="{FF2B5EF4-FFF2-40B4-BE49-F238E27FC236}">
                  <a16:creationId xmlns:a16="http://schemas.microsoft.com/office/drawing/2014/main" id="{24D5EAB4-B07A-3790-384F-53CB6295C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8" name="Rectangle 597">
              <a:extLst>
                <a:ext uri="{FF2B5EF4-FFF2-40B4-BE49-F238E27FC236}">
                  <a16:creationId xmlns:a16="http://schemas.microsoft.com/office/drawing/2014/main" id="{E26135A9-5E93-A5DF-673A-43CF00F7E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9" name="Rectangle 598">
              <a:extLst>
                <a:ext uri="{FF2B5EF4-FFF2-40B4-BE49-F238E27FC236}">
                  <a16:creationId xmlns:a16="http://schemas.microsoft.com/office/drawing/2014/main" id="{3439C9BD-6A6B-17F3-3EA8-56A431FB6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0" name="Rectangle 599">
              <a:extLst>
                <a:ext uri="{FF2B5EF4-FFF2-40B4-BE49-F238E27FC236}">
                  <a16:creationId xmlns:a16="http://schemas.microsoft.com/office/drawing/2014/main" id="{21F04432-7302-4718-6262-093A760BE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1" name="Rectangle 600">
              <a:extLst>
                <a:ext uri="{FF2B5EF4-FFF2-40B4-BE49-F238E27FC236}">
                  <a16:creationId xmlns:a16="http://schemas.microsoft.com/office/drawing/2014/main" id="{B2F0073B-63B5-2AF4-7390-4D1F83821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2" name="Rectangle 601">
              <a:extLst>
                <a:ext uri="{FF2B5EF4-FFF2-40B4-BE49-F238E27FC236}">
                  <a16:creationId xmlns:a16="http://schemas.microsoft.com/office/drawing/2014/main" id="{8C377982-6D00-033D-0ACE-0266BBE24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3" name="Rectangle 602">
              <a:extLst>
                <a:ext uri="{FF2B5EF4-FFF2-40B4-BE49-F238E27FC236}">
                  <a16:creationId xmlns:a16="http://schemas.microsoft.com/office/drawing/2014/main" id="{90085335-7ABB-5609-F1F7-E18FDF27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34" name="Rectangle 603">
              <a:extLst>
                <a:ext uri="{FF2B5EF4-FFF2-40B4-BE49-F238E27FC236}">
                  <a16:creationId xmlns:a16="http://schemas.microsoft.com/office/drawing/2014/main" id="{AE67128D-CE31-4067-CFAC-C6B97C152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4" name="Group 604">
            <a:extLst>
              <a:ext uri="{FF2B5EF4-FFF2-40B4-BE49-F238E27FC236}">
                <a16:creationId xmlns:a16="http://schemas.microsoft.com/office/drawing/2014/main" id="{61ACC765-3705-72C2-F7DA-3E3FF50BB724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3549650"/>
            <a:ext cx="1474788" cy="1463675"/>
            <a:chOff x="262" y="1078"/>
            <a:chExt cx="929" cy="922"/>
          </a:xfrm>
        </p:grpSpPr>
        <p:sp>
          <p:nvSpPr>
            <p:cNvPr id="38817" name="Rectangle 605">
              <a:extLst>
                <a:ext uri="{FF2B5EF4-FFF2-40B4-BE49-F238E27FC236}">
                  <a16:creationId xmlns:a16="http://schemas.microsoft.com/office/drawing/2014/main" id="{3CD8E0FC-0813-7925-50E9-6BFB0C723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8" name="Rectangle 606">
              <a:extLst>
                <a:ext uri="{FF2B5EF4-FFF2-40B4-BE49-F238E27FC236}">
                  <a16:creationId xmlns:a16="http://schemas.microsoft.com/office/drawing/2014/main" id="{D430BEE0-A520-D81A-59B9-9D7830B7B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9" name="Rectangle 607">
              <a:extLst>
                <a:ext uri="{FF2B5EF4-FFF2-40B4-BE49-F238E27FC236}">
                  <a16:creationId xmlns:a16="http://schemas.microsoft.com/office/drawing/2014/main" id="{E5F801F6-E61A-1C6D-3E36-E76305242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0" name="Rectangle 608">
              <a:extLst>
                <a:ext uri="{FF2B5EF4-FFF2-40B4-BE49-F238E27FC236}">
                  <a16:creationId xmlns:a16="http://schemas.microsoft.com/office/drawing/2014/main" id="{8881D3F6-929F-2114-1BA5-957E34D14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1" name="Rectangle 609">
              <a:extLst>
                <a:ext uri="{FF2B5EF4-FFF2-40B4-BE49-F238E27FC236}">
                  <a16:creationId xmlns:a16="http://schemas.microsoft.com/office/drawing/2014/main" id="{673CB986-B7C5-F8C4-7016-D0C2E333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2" name="Rectangle 610">
              <a:extLst>
                <a:ext uri="{FF2B5EF4-FFF2-40B4-BE49-F238E27FC236}">
                  <a16:creationId xmlns:a16="http://schemas.microsoft.com/office/drawing/2014/main" id="{989C886F-1E6F-045B-C030-44EF2BD64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3" name="Rectangle 611">
              <a:extLst>
                <a:ext uri="{FF2B5EF4-FFF2-40B4-BE49-F238E27FC236}">
                  <a16:creationId xmlns:a16="http://schemas.microsoft.com/office/drawing/2014/main" id="{4B95D1FC-2D36-C2C2-AF57-AE1524137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4" name="Rectangle 612">
              <a:extLst>
                <a:ext uri="{FF2B5EF4-FFF2-40B4-BE49-F238E27FC236}">
                  <a16:creationId xmlns:a16="http://schemas.microsoft.com/office/drawing/2014/main" id="{081580EE-2351-E805-6D8C-9EBE30351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25" name="Rectangle 613">
              <a:extLst>
                <a:ext uri="{FF2B5EF4-FFF2-40B4-BE49-F238E27FC236}">
                  <a16:creationId xmlns:a16="http://schemas.microsoft.com/office/drawing/2014/main" id="{39AD8869-4A38-7F28-7D4C-8182A3EF5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5" name="Group 614">
            <a:extLst>
              <a:ext uri="{FF2B5EF4-FFF2-40B4-BE49-F238E27FC236}">
                <a16:creationId xmlns:a16="http://schemas.microsoft.com/office/drawing/2014/main" id="{CAA0A286-6FD4-113B-9353-1D17064AAE0A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3549650"/>
            <a:ext cx="1474788" cy="1463675"/>
            <a:chOff x="262" y="1078"/>
            <a:chExt cx="929" cy="922"/>
          </a:xfrm>
        </p:grpSpPr>
        <p:sp>
          <p:nvSpPr>
            <p:cNvPr id="38808" name="Rectangle 615">
              <a:extLst>
                <a:ext uri="{FF2B5EF4-FFF2-40B4-BE49-F238E27FC236}">
                  <a16:creationId xmlns:a16="http://schemas.microsoft.com/office/drawing/2014/main" id="{908547BB-4FA5-D8A2-61B6-C0CF5C6C7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9" name="Rectangle 616">
              <a:extLst>
                <a:ext uri="{FF2B5EF4-FFF2-40B4-BE49-F238E27FC236}">
                  <a16:creationId xmlns:a16="http://schemas.microsoft.com/office/drawing/2014/main" id="{E901E233-896F-99F7-55AB-F7524B6BC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0" name="Rectangle 617">
              <a:extLst>
                <a:ext uri="{FF2B5EF4-FFF2-40B4-BE49-F238E27FC236}">
                  <a16:creationId xmlns:a16="http://schemas.microsoft.com/office/drawing/2014/main" id="{2F600784-B977-6604-65C9-22DAD7419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1" name="Rectangle 618">
              <a:extLst>
                <a:ext uri="{FF2B5EF4-FFF2-40B4-BE49-F238E27FC236}">
                  <a16:creationId xmlns:a16="http://schemas.microsoft.com/office/drawing/2014/main" id="{BF5F5A54-796E-9A4C-6103-FD65B92FF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2" name="Rectangle 619">
              <a:extLst>
                <a:ext uri="{FF2B5EF4-FFF2-40B4-BE49-F238E27FC236}">
                  <a16:creationId xmlns:a16="http://schemas.microsoft.com/office/drawing/2014/main" id="{6DADD73A-2CC3-4A48-9C4F-7DBFD2A6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3" name="Rectangle 620">
              <a:extLst>
                <a:ext uri="{FF2B5EF4-FFF2-40B4-BE49-F238E27FC236}">
                  <a16:creationId xmlns:a16="http://schemas.microsoft.com/office/drawing/2014/main" id="{2D2ED982-D84E-0150-552F-35749E51A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4" name="Rectangle 621">
              <a:extLst>
                <a:ext uri="{FF2B5EF4-FFF2-40B4-BE49-F238E27FC236}">
                  <a16:creationId xmlns:a16="http://schemas.microsoft.com/office/drawing/2014/main" id="{992B1179-98BB-383F-5F22-0D55D66E3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5" name="Rectangle 622">
              <a:extLst>
                <a:ext uri="{FF2B5EF4-FFF2-40B4-BE49-F238E27FC236}">
                  <a16:creationId xmlns:a16="http://schemas.microsoft.com/office/drawing/2014/main" id="{0A579AD7-07B5-60DB-99D7-23208997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16" name="Rectangle 623">
              <a:extLst>
                <a:ext uri="{FF2B5EF4-FFF2-40B4-BE49-F238E27FC236}">
                  <a16:creationId xmlns:a16="http://schemas.microsoft.com/office/drawing/2014/main" id="{1ECE9A94-7966-5AE8-F029-D5E8B2D7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6" name="Group 624">
            <a:extLst>
              <a:ext uri="{FF2B5EF4-FFF2-40B4-BE49-F238E27FC236}">
                <a16:creationId xmlns:a16="http://schemas.microsoft.com/office/drawing/2014/main" id="{940CF877-3086-9683-DD0C-E7524B6FA0C6}"/>
              </a:ext>
            </a:extLst>
          </p:cNvPr>
          <p:cNvGrpSpPr>
            <a:grpSpLocks/>
          </p:cNvGrpSpPr>
          <p:nvPr/>
        </p:nvGrpSpPr>
        <p:grpSpPr bwMode="auto">
          <a:xfrm>
            <a:off x="-85725" y="4022725"/>
            <a:ext cx="1474788" cy="1463675"/>
            <a:chOff x="262" y="1078"/>
            <a:chExt cx="929" cy="922"/>
          </a:xfrm>
        </p:grpSpPr>
        <p:sp>
          <p:nvSpPr>
            <p:cNvPr id="38799" name="Rectangle 625">
              <a:extLst>
                <a:ext uri="{FF2B5EF4-FFF2-40B4-BE49-F238E27FC236}">
                  <a16:creationId xmlns:a16="http://schemas.microsoft.com/office/drawing/2014/main" id="{15EEE63E-B01B-E7B5-4E51-3CA5A07F6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0" name="Rectangle 626">
              <a:extLst>
                <a:ext uri="{FF2B5EF4-FFF2-40B4-BE49-F238E27FC236}">
                  <a16:creationId xmlns:a16="http://schemas.microsoft.com/office/drawing/2014/main" id="{1588193C-D584-156E-B084-0D6DE4AD6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1" name="Rectangle 627">
              <a:extLst>
                <a:ext uri="{FF2B5EF4-FFF2-40B4-BE49-F238E27FC236}">
                  <a16:creationId xmlns:a16="http://schemas.microsoft.com/office/drawing/2014/main" id="{AE56C80C-67D3-0F9F-D92C-12ABCE600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2" name="Rectangle 628">
              <a:extLst>
                <a:ext uri="{FF2B5EF4-FFF2-40B4-BE49-F238E27FC236}">
                  <a16:creationId xmlns:a16="http://schemas.microsoft.com/office/drawing/2014/main" id="{11C55392-00E6-C0C6-0741-DE9D4E6AC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3" name="Rectangle 629">
              <a:extLst>
                <a:ext uri="{FF2B5EF4-FFF2-40B4-BE49-F238E27FC236}">
                  <a16:creationId xmlns:a16="http://schemas.microsoft.com/office/drawing/2014/main" id="{7DB7B5A4-32C0-8CAC-CFA0-4593F6B40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4" name="Rectangle 630">
              <a:extLst>
                <a:ext uri="{FF2B5EF4-FFF2-40B4-BE49-F238E27FC236}">
                  <a16:creationId xmlns:a16="http://schemas.microsoft.com/office/drawing/2014/main" id="{233A785F-056B-A50A-F870-3FC935075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5" name="Rectangle 631">
              <a:extLst>
                <a:ext uri="{FF2B5EF4-FFF2-40B4-BE49-F238E27FC236}">
                  <a16:creationId xmlns:a16="http://schemas.microsoft.com/office/drawing/2014/main" id="{09470DB8-0D8A-0434-F4AF-6FF339F2B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6" name="Rectangle 632">
              <a:extLst>
                <a:ext uri="{FF2B5EF4-FFF2-40B4-BE49-F238E27FC236}">
                  <a16:creationId xmlns:a16="http://schemas.microsoft.com/office/drawing/2014/main" id="{DD769546-3EBA-80F5-552F-8444AD9D4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07" name="Rectangle 633">
              <a:extLst>
                <a:ext uri="{FF2B5EF4-FFF2-40B4-BE49-F238E27FC236}">
                  <a16:creationId xmlns:a16="http://schemas.microsoft.com/office/drawing/2014/main" id="{8700C8B0-11F4-2B43-EC9B-682773F0E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7" name="Group 634">
            <a:extLst>
              <a:ext uri="{FF2B5EF4-FFF2-40B4-BE49-F238E27FC236}">
                <a16:creationId xmlns:a16="http://schemas.microsoft.com/office/drawing/2014/main" id="{F316D106-9AE7-FDFE-6EBA-46970BA7F640}"/>
              </a:ext>
            </a:extLst>
          </p:cNvPr>
          <p:cNvGrpSpPr>
            <a:grpSpLocks/>
          </p:cNvGrpSpPr>
          <p:nvPr/>
        </p:nvGrpSpPr>
        <p:grpSpPr bwMode="auto">
          <a:xfrm>
            <a:off x="401638" y="4022725"/>
            <a:ext cx="1474787" cy="1463675"/>
            <a:chOff x="262" y="1078"/>
            <a:chExt cx="929" cy="922"/>
          </a:xfrm>
        </p:grpSpPr>
        <p:sp>
          <p:nvSpPr>
            <p:cNvPr id="38790" name="Rectangle 635">
              <a:extLst>
                <a:ext uri="{FF2B5EF4-FFF2-40B4-BE49-F238E27FC236}">
                  <a16:creationId xmlns:a16="http://schemas.microsoft.com/office/drawing/2014/main" id="{B63A51A6-E1D0-183B-1C2A-A73C2225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1" name="Rectangle 636">
              <a:extLst>
                <a:ext uri="{FF2B5EF4-FFF2-40B4-BE49-F238E27FC236}">
                  <a16:creationId xmlns:a16="http://schemas.microsoft.com/office/drawing/2014/main" id="{DA32D2D8-9C80-29DE-11BE-7393AEEA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2" name="Rectangle 637">
              <a:extLst>
                <a:ext uri="{FF2B5EF4-FFF2-40B4-BE49-F238E27FC236}">
                  <a16:creationId xmlns:a16="http://schemas.microsoft.com/office/drawing/2014/main" id="{DBDB5BFE-97DF-E6BD-1EAF-C6FC4909F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3" name="Rectangle 638">
              <a:extLst>
                <a:ext uri="{FF2B5EF4-FFF2-40B4-BE49-F238E27FC236}">
                  <a16:creationId xmlns:a16="http://schemas.microsoft.com/office/drawing/2014/main" id="{BDEB5CC9-E317-07F1-B3A8-4B2A797DE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4" name="Rectangle 639">
              <a:extLst>
                <a:ext uri="{FF2B5EF4-FFF2-40B4-BE49-F238E27FC236}">
                  <a16:creationId xmlns:a16="http://schemas.microsoft.com/office/drawing/2014/main" id="{D4D7999E-A45C-7A8B-5377-281B18834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5" name="Rectangle 640">
              <a:extLst>
                <a:ext uri="{FF2B5EF4-FFF2-40B4-BE49-F238E27FC236}">
                  <a16:creationId xmlns:a16="http://schemas.microsoft.com/office/drawing/2014/main" id="{EFFE4124-F5AA-1BFA-113D-3DA919479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6" name="Rectangle 641">
              <a:extLst>
                <a:ext uri="{FF2B5EF4-FFF2-40B4-BE49-F238E27FC236}">
                  <a16:creationId xmlns:a16="http://schemas.microsoft.com/office/drawing/2014/main" id="{891E11DB-40AA-D94E-6A08-A09FE231C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7" name="Rectangle 642">
              <a:extLst>
                <a:ext uri="{FF2B5EF4-FFF2-40B4-BE49-F238E27FC236}">
                  <a16:creationId xmlns:a16="http://schemas.microsoft.com/office/drawing/2014/main" id="{5B6F6DB4-B161-6391-4252-639676726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98" name="Rectangle 643">
              <a:extLst>
                <a:ext uri="{FF2B5EF4-FFF2-40B4-BE49-F238E27FC236}">
                  <a16:creationId xmlns:a16="http://schemas.microsoft.com/office/drawing/2014/main" id="{D3753A25-9DCD-5F6A-2886-426CC7BE5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8" name="Group 644">
            <a:extLst>
              <a:ext uri="{FF2B5EF4-FFF2-40B4-BE49-F238E27FC236}">
                <a16:creationId xmlns:a16="http://schemas.microsoft.com/office/drawing/2014/main" id="{3BF5DF2F-B050-7C2D-41DC-24E75AD4C753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4022725"/>
            <a:ext cx="1474788" cy="1463675"/>
            <a:chOff x="262" y="1078"/>
            <a:chExt cx="929" cy="922"/>
          </a:xfrm>
        </p:grpSpPr>
        <p:sp>
          <p:nvSpPr>
            <p:cNvPr id="38781" name="Rectangle 645">
              <a:extLst>
                <a:ext uri="{FF2B5EF4-FFF2-40B4-BE49-F238E27FC236}">
                  <a16:creationId xmlns:a16="http://schemas.microsoft.com/office/drawing/2014/main" id="{AB156794-55B0-FFF1-6E38-31B70313A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2" name="Rectangle 646">
              <a:extLst>
                <a:ext uri="{FF2B5EF4-FFF2-40B4-BE49-F238E27FC236}">
                  <a16:creationId xmlns:a16="http://schemas.microsoft.com/office/drawing/2014/main" id="{A5502A9B-8C61-FA6D-9907-C94ED3224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3" name="Rectangle 647">
              <a:extLst>
                <a:ext uri="{FF2B5EF4-FFF2-40B4-BE49-F238E27FC236}">
                  <a16:creationId xmlns:a16="http://schemas.microsoft.com/office/drawing/2014/main" id="{111D0254-0739-FEC6-508F-F0BF63A9B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4" name="Rectangle 648">
              <a:extLst>
                <a:ext uri="{FF2B5EF4-FFF2-40B4-BE49-F238E27FC236}">
                  <a16:creationId xmlns:a16="http://schemas.microsoft.com/office/drawing/2014/main" id="{221ACE0E-67EB-E2AE-651A-F90228E6B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5" name="Rectangle 649">
              <a:extLst>
                <a:ext uri="{FF2B5EF4-FFF2-40B4-BE49-F238E27FC236}">
                  <a16:creationId xmlns:a16="http://schemas.microsoft.com/office/drawing/2014/main" id="{3611715C-BE9C-753C-6AA4-A5375C65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6" name="Rectangle 650">
              <a:extLst>
                <a:ext uri="{FF2B5EF4-FFF2-40B4-BE49-F238E27FC236}">
                  <a16:creationId xmlns:a16="http://schemas.microsoft.com/office/drawing/2014/main" id="{8E348C79-E82A-4FF9-40EF-B51BE62C0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7" name="Rectangle 651">
              <a:extLst>
                <a:ext uri="{FF2B5EF4-FFF2-40B4-BE49-F238E27FC236}">
                  <a16:creationId xmlns:a16="http://schemas.microsoft.com/office/drawing/2014/main" id="{F3F00738-8E68-7EC2-D500-F0391FC0D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8" name="Rectangle 652">
              <a:extLst>
                <a:ext uri="{FF2B5EF4-FFF2-40B4-BE49-F238E27FC236}">
                  <a16:creationId xmlns:a16="http://schemas.microsoft.com/office/drawing/2014/main" id="{A9A5BFA6-A771-4CB4-4DD9-2141E601E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9" name="Rectangle 653">
              <a:extLst>
                <a:ext uri="{FF2B5EF4-FFF2-40B4-BE49-F238E27FC236}">
                  <a16:creationId xmlns:a16="http://schemas.microsoft.com/office/drawing/2014/main" id="{B51FA060-6A42-80DE-C92D-33B19A7D9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49" name="Group 654">
            <a:extLst>
              <a:ext uri="{FF2B5EF4-FFF2-40B4-BE49-F238E27FC236}">
                <a16:creationId xmlns:a16="http://schemas.microsoft.com/office/drawing/2014/main" id="{34F7DFD9-C37D-545A-6417-59A375FCF8E5}"/>
              </a:ext>
            </a:extLst>
          </p:cNvPr>
          <p:cNvGrpSpPr>
            <a:grpSpLocks/>
          </p:cNvGrpSpPr>
          <p:nvPr/>
        </p:nvGrpSpPr>
        <p:grpSpPr bwMode="auto">
          <a:xfrm>
            <a:off x="1870075" y="4022725"/>
            <a:ext cx="1474788" cy="1463675"/>
            <a:chOff x="262" y="1078"/>
            <a:chExt cx="929" cy="922"/>
          </a:xfrm>
        </p:grpSpPr>
        <p:sp>
          <p:nvSpPr>
            <p:cNvPr id="38772" name="Rectangle 655">
              <a:extLst>
                <a:ext uri="{FF2B5EF4-FFF2-40B4-BE49-F238E27FC236}">
                  <a16:creationId xmlns:a16="http://schemas.microsoft.com/office/drawing/2014/main" id="{9E7998C0-315E-20BF-89ED-F12EF696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3" name="Rectangle 656">
              <a:extLst>
                <a:ext uri="{FF2B5EF4-FFF2-40B4-BE49-F238E27FC236}">
                  <a16:creationId xmlns:a16="http://schemas.microsoft.com/office/drawing/2014/main" id="{EE4E23B4-60B0-8F53-CD5B-52AAE1C11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4" name="Rectangle 657">
              <a:extLst>
                <a:ext uri="{FF2B5EF4-FFF2-40B4-BE49-F238E27FC236}">
                  <a16:creationId xmlns:a16="http://schemas.microsoft.com/office/drawing/2014/main" id="{F0BDE494-6755-18B8-0177-07A1DB1AD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5" name="Rectangle 658">
              <a:extLst>
                <a:ext uri="{FF2B5EF4-FFF2-40B4-BE49-F238E27FC236}">
                  <a16:creationId xmlns:a16="http://schemas.microsoft.com/office/drawing/2014/main" id="{2E2BD7B4-37BC-F7F0-E6D1-E0579EB4F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6" name="Rectangle 659">
              <a:extLst>
                <a:ext uri="{FF2B5EF4-FFF2-40B4-BE49-F238E27FC236}">
                  <a16:creationId xmlns:a16="http://schemas.microsoft.com/office/drawing/2014/main" id="{3FCE81D3-9D9F-5D8C-6C9B-A9B97A1F5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7" name="Rectangle 660">
              <a:extLst>
                <a:ext uri="{FF2B5EF4-FFF2-40B4-BE49-F238E27FC236}">
                  <a16:creationId xmlns:a16="http://schemas.microsoft.com/office/drawing/2014/main" id="{C83ABB35-E8F0-3CD0-755B-F747CE828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8" name="Rectangle 661">
              <a:extLst>
                <a:ext uri="{FF2B5EF4-FFF2-40B4-BE49-F238E27FC236}">
                  <a16:creationId xmlns:a16="http://schemas.microsoft.com/office/drawing/2014/main" id="{F03AB1C1-DE88-9FAA-AB72-1B2FC21EB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9" name="Rectangle 662">
              <a:extLst>
                <a:ext uri="{FF2B5EF4-FFF2-40B4-BE49-F238E27FC236}">
                  <a16:creationId xmlns:a16="http://schemas.microsoft.com/office/drawing/2014/main" id="{00810D2E-73C4-A18A-26FD-769D264AB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80" name="Rectangle 663">
              <a:extLst>
                <a:ext uri="{FF2B5EF4-FFF2-40B4-BE49-F238E27FC236}">
                  <a16:creationId xmlns:a16="http://schemas.microsoft.com/office/drawing/2014/main" id="{1E598967-3845-744D-9FC5-D7E455620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0" name="Group 664">
            <a:extLst>
              <a:ext uri="{FF2B5EF4-FFF2-40B4-BE49-F238E27FC236}">
                <a16:creationId xmlns:a16="http://schemas.microsoft.com/office/drawing/2014/main" id="{7F473BF3-8873-1A6C-60A9-B4538867F119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4022725"/>
            <a:ext cx="1474788" cy="1463675"/>
            <a:chOff x="262" y="1078"/>
            <a:chExt cx="929" cy="922"/>
          </a:xfrm>
        </p:grpSpPr>
        <p:sp>
          <p:nvSpPr>
            <p:cNvPr id="38763" name="Rectangle 665">
              <a:extLst>
                <a:ext uri="{FF2B5EF4-FFF2-40B4-BE49-F238E27FC236}">
                  <a16:creationId xmlns:a16="http://schemas.microsoft.com/office/drawing/2014/main" id="{13B2B944-2694-9A3D-5E85-81300642A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4" name="Rectangle 666">
              <a:extLst>
                <a:ext uri="{FF2B5EF4-FFF2-40B4-BE49-F238E27FC236}">
                  <a16:creationId xmlns:a16="http://schemas.microsoft.com/office/drawing/2014/main" id="{303FFBC2-F9F9-FC75-A468-C21AC4007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5" name="Rectangle 667">
              <a:extLst>
                <a:ext uri="{FF2B5EF4-FFF2-40B4-BE49-F238E27FC236}">
                  <a16:creationId xmlns:a16="http://schemas.microsoft.com/office/drawing/2014/main" id="{D04391E7-E88A-E1D6-33B5-E6E9D7797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6" name="Rectangle 668">
              <a:extLst>
                <a:ext uri="{FF2B5EF4-FFF2-40B4-BE49-F238E27FC236}">
                  <a16:creationId xmlns:a16="http://schemas.microsoft.com/office/drawing/2014/main" id="{010BB792-5072-D5AB-FDA5-AE5B4DEE0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7" name="Rectangle 669">
              <a:extLst>
                <a:ext uri="{FF2B5EF4-FFF2-40B4-BE49-F238E27FC236}">
                  <a16:creationId xmlns:a16="http://schemas.microsoft.com/office/drawing/2014/main" id="{07E411C8-CE42-C754-8A70-7CC324B9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8" name="Rectangle 670">
              <a:extLst>
                <a:ext uri="{FF2B5EF4-FFF2-40B4-BE49-F238E27FC236}">
                  <a16:creationId xmlns:a16="http://schemas.microsoft.com/office/drawing/2014/main" id="{E78A94BE-02AB-90E2-C2AC-C98CFEBBC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9" name="Rectangle 671">
              <a:extLst>
                <a:ext uri="{FF2B5EF4-FFF2-40B4-BE49-F238E27FC236}">
                  <a16:creationId xmlns:a16="http://schemas.microsoft.com/office/drawing/2014/main" id="{9C3207C4-A45B-6A26-D051-523608560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0" name="Rectangle 672">
              <a:extLst>
                <a:ext uri="{FF2B5EF4-FFF2-40B4-BE49-F238E27FC236}">
                  <a16:creationId xmlns:a16="http://schemas.microsoft.com/office/drawing/2014/main" id="{09192C01-4427-4FDD-3BCD-A0310204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71" name="Rectangle 673">
              <a:extLst>
                <a:ext uri="{FF2B5EF4-FFF2-40B4-BE49-F238E27FC236}">
                  <a16:creationId xmlns:a16="http://schemas.microsoft.com/office/drawing/2014/main" id="{540B33EF-9F86-D6B8-BD84-53B4B010E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1" name="Group 674">
            <a:extLst>
              <a:ext uri="{FF2B5EF4-FFF2-40B4-BE49-F238E27FC236}">
                <a16:creationId xmlns:a16="http://schemas.microsoft.com/office/drawing/2014/main" id="{7DEBEF13-135B-5843-8FD4-63124F852B7A}"/>
              </a:ext>
            </a:extLst>
          </p:cNvPr>
          <p:cNvGrpSpPr>
            <a:grpSpLocks/>
          </p:cNvGrpSpPr>
          <p:nvPr/>
        </p:nvGrpSpPr>
        <p:grpSpPr bwMode="auto">
          <a:xfrm>
            <a:off x="2840038" y="4022725"/>
            <a:ext cx="1474787" cy="1463675"/>
            <a:chOff x="262" y="1078"/>
            <a:chExt cx="929" cy="922"/>
          </a:xfrm>
        </p:grpSpPr>
        <p:sp>
          <p:nvSpPr>
            <p:cNvPr id="38754" name="Rectangle 675">
              <a:extLst>
                <a:ext uri="{FF2B5EF4-FFF2-40B4-BE49-F238E27FC236}">
                  <a16:creationId xmlns:a16="http://schemas.microsoft.com/office/drawing/2014/main" id="{A59FEF1B-BEDF-DF14-E425-07B1A8D85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5" name="Rectangle 676">
              <a:extLst>
                <a:ext uri="{FF2B5EF4-FFF2-40B4-BE49-F238E27FC236}">
                  <a16:creationId xmlns:a16="http://schemas.microsoft.com/office/drawing/2014/main" id="{5ECB1F71-4FCD-6419-80EA-B3E219C82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6" name="Rectangle 677">
              <a:extLst>
                <a:ext uri="{FF2B5EF4-FFF2-40B4-BE49-F238E27FC236}">
                  <a16:creationId xmlns:a16="http://schemas.microsoft.com/office/drawing/2014/main" id="{9C6F68F8-2B47-1563-FB95-9EEBAF9DA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7" name="Rectangle 678">
              <a:extLst>
                <a:ext uri="{FF2B5EF4-FFF2-40B4-BE49-F238E27FC236}">
                  <a16:creationId xmlns:a16="http://schemas.microsoft.com/office/drawing/2014/main" id="{8ADE055F-32F3-D9CB-99D5-D6D9F7E1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8" name="Rectangle 679">
              <a:extLst>
                <a:ext uri="{FF2B5EF4-FFF2-40B4-BE49-F238E27FC236}">
                  <a16:creationId xmlns:a16="http://schemas.microsoft.com/office/drawing/2014/main" id="{00ADF7D0-26FA-DD5C-80BC-9234637E4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9" name="Rectangle 680">
              <a:extLst>
                <a:ext uri="{FF2B5EF4-FFF2-40B4-BE49-F238E27FC236}">
                  <a16:creationId xmlns:a16="http://schemas.microsoft.com/office/drawing/2014/main" id="{9D8B7F94-A8DA-D212-C000-E30FEFFF8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0" name="Rectangle 681">
              <a:extLst>
                <a:ext uri="{FF2B5EF4-FFF2-40B4-BE49-F238E27FC236}">
                  <a16:creationId xmlns:a16="http://schemas.microsoft.com/office/drawing/2014/main" id="{658F170B-D3F8-066D-0113-20B9DC22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1" name="Rectangle 682">
              <a:extLst>
                <a:ext uri="{FF2B5EF4-FFF2-40B4-BE49-F238E27FC236}">
                  <a16:creationId xmlns:a16="http://schemas.microsoft.com/office/drawing/2014/main" id="{F6924103-D654-64E4-07D3-964E277BB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2" name="Rectangle 683">
              <a:extLst>
                <a:ext uri="{FF2B5EF4-FFF2-40B4-BE49-F238E27FC236}">
                  <a16:creationId xmlns:a16="http://schemas.microsoft.com/office/drawing/2014/main" id="{371E5E92-E411-6116-5862-C024C590F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2" name="Group 684">
            <a:extLst>
              <a:ext uri="{FF2B5EF4-FFF2-40B4-BE49-F238E27FC236}">
                <a16:creationId xmlns:a16="http://schemas.microsoft.com/office/drawing/2014/main" id="{AA583232-6C90-7C18-17D9-32C258658397}"/>
              </a:ext>
            </a:extLst>
          </p:cNvPr>
          <p:cNvGrpSpPr>
            <a:grpSpLocks/>
          </p:cNvGrpSpPr>
          <p:nvPr/>
        </p:nvGrpSpPr>
        <p:grpSpPr bwMode="auto">
          <a:xfrm>
            <a:off x="3332163" y="4022725"/>
            <a:ext cx="1474787" cy="1463675"/>
            <a:chOff x="262" y="1078"/>
            <a:chExt cx="929" cy="922"/>
          </a:xfrm>
        </p:grpSpPr>
        <p:sp>
          <p:nvSpPr>
            <p:cNvPr id="38745" name="Rectangle 685">
              <a:extLst>
                <a:ext uri="{FF2B5EF4-FFF2-40B4-BE49-F238E27FC236}">
                  <a16:creationId xmlns:a16="http://schemas.microsoft.com/office/drawing/2014/main" id="{029D1865-4261-010B-3186-9D7B56E77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6" name="Rectangle 686">
              <a:extLst>
                <a:ext uri="{FF2B5EF4-FFF2-40B4-BE49-F238E27FC236}">
                  <a16:creationId xmlns:a16="http://schemas.microsoft.com/office/drawing/2014/main" id="{880BAF87-6156-DD8C-DC73-EAA4A1509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7" name="Rectangle 687">
              <a:extLst>
                <a:ext uri="{FF2B5EF4-FFF2-40B4-BE49-F238E27FC236}">
                  <a16:creationId xmlns:a16="http://schemas.microsoft.com/office/drawing/2014/main" id="{5F05BCE6-371F-1002-62C3-87404FB2C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8" name="Rectangle 688">
              <a:extLst>
                <a:ext uri="{FF2B5EF4-FFF2-40B4-BE49-F238E27FC236}">
                  <a16:creationId xmlns:a16="http://schemas.microsoft.com/office/drawing/2014/main" id="{98324F3D-094C-511B-6BBF-C2A9F5108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9" name="Rectangle 689">
              <a:extLst>
                <a:ext uri="{FF2B5EF4-FFF2-40B4-BE49-F238E27FC236}">
                  <a16:creationId xmlns:a16="http://schemas.microsoft.com/office/drawing/2014/main" id="{09BC801D-8C1F-DA23-0415-ADF0059F0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0" name="Rectangle 690">
              <a:extLst>
                <a:ext uri="{FF2B5EF4-FFF2-40B4-BE49-F238E27FC236}">
                  <a16:creationId xmlns:a16="http://schemas.microsoft.com/office/drawing/2014/main" id="{9BDF45F8-9070-150E-D39E-272C7EBD3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1" name="Rectangle 691">
              <a:extLst>
                <a:ext uri="{FF2B5EF4-FFF2-40B4-BE49-F238E27FC236}">
                  <a16:creationId xmlns:a16="http://schemas.microsoft.com/office/drawing/2014/main" id="{3E975D58-6B8D-8C12-4822-25A6A62C0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2" name="Rectangle 692">
              <a:extLst>
                <a:ext uri="{FF2B5EF4-FFF2-40B4-BE49-F238E27FC236}">
                  <a16:creationId xmlns:a16="http://schemas.microsoft.com/office/drawing/2014/main" id="{78936412-E836-36C4-E83F-A8C7B4D47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53" name="Rectangle 693">
              <a:extLst>
                <a:ext uri="{FF2B5EF4-FFF2-40B4-BE49-F238E27FC236}">
                  <a16:creationId xmlns:a16="http://schemas.microsoft.com/office/drawing/2014/main" id="{7869F87D-51A2-03DC-E079-256B67554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3" name="Group 694">
            <a:extLst>
              <a:ext uri="{FF2B5EF4-FFF2-40B4-BE49-F238E27FC236}">
                <a16:creationId xmlns:a16="http://schemas.microsoft.com/office/drawing/2014/main" id="{53A6362D-6FDE-8B3E-851C-817F6A642166}"/>
              </a:ext>
            </a:extLst>
          </p:cNvPr>
          <p:cNvGrpSpPr>
            <a:grpSpLocks/>
          </p:cNvGrpSpPr>
          <p:nvPr/>
        </p:nvGrpSpPr>
        <p:grpSpPr bwMode="auto">
          <a:xfrm>
            <a:off x="1395413" y="4022725"/>
            <a:ext cx="1474787" cy="1463675"/>
            <a:chOff x="262" y="1078"/>
            <a:chExt cx="929" cy="922"/>
          </a:xfrm>
        </p:grpSpPr>
        <p:sp>
          <p:nvSpPr>
            <p:cNvPr id="38736" name="Rectangle 695">
              <a:extLst>
                <a:ext uri="{FF2B5EF4-FFF2-40B4-BE49-F238E27FC236}">
                  <a16:creationId xmlns:a16="http://schemas.microsoft.com/office/drawing/2014/main" id="{57EC16EE-3457-A871-1CBF-5467099A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7" name="Rectangle 696">
              <a:extLst>
                <a:ext uri="{FF2B5EF4-FFF2-40B4-BE49-F238E27FC236}">
                  <a16:creationId xmlns:a16="http://schemas.microsoft.com/office/drawing/2014/main" id="{CC93240E-9232-F642-0D95-B692814D2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8" name="Rectangle 697">
              <a:extLst>
                <a:ext uri="{FF2B5EF4-FFF2-40B4-BE49-F238E27FC236}">
                  <a16:creationId xmlns:a16="http://schemas.microsoft.com/office/drawing/2014/main" id="{42FCEB7C-08E2-129B-B951-81647A419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9" name="Rectangle 698">
              <a:extLst>
                <a:ext uri="{FF2B5EF4-FFF2-40B4-BE49-F238E27FC236}">
                  <a16:creationId xmlns:a16="http://schemas.microsoft.com/office/drawing/2014/main" id="{34CED35E-6AD0-B03F-EBD0-A8B7CCC16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0" name="Rectangle 699">
              <a:extLst>
                <a:ext uri="{FF2B5EF4-FFF2-40B4-BE49-F238E27FC236}">
                  <a16:creationId xmlns:a16="http://schemas.microsoft.com/office/drawing/2014/main" id="{4BA1A183-C1BA-15DB-7613-859169EDF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1" name="Rectangle 700">
              <a:extLst>
                <a:ext uri="{FF2B5EF4-FFF2-40B4-BE49-F238E27FC236}">
                  <a16:creationId xmlns:a16="http://schemas.microsoft.com/office/drawing/2014/main" id="{2F84E00F-3142-4F8F-0F85-4767234C3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2" name="Rectangle 701">
              <a:extLst>
                <a:ext uri="{FF2B5EF4-FFF2-40B4-BE49-F238E27FC236}">
                  <a16:creationId xmlns:a16="http://schemas.microsoft.com/office/drawing/2014/main" id="{53FA6B3D-23E5-BBF7-AB56-570D1B722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3" name="Rectangle 702">
              <a:extLst>
                <a:ext uri="{FF2B5EF4-FFF2-40B4-BE49-F238E27FC236}">
                  <a16:creationId xmlns:a16="http://schemas.microsoft.com/office/drawing/2014/main" id="{569FFBA0-74D3-A6D4-1B1E-29CD7C782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44" name="Rectangle 703">
              <a:extLst>
                <a:ext uri="{FF2B5EF4-FFF2-40B4-BE49-F238E27FC236}">
                  <a16:creationId xmlns:a16="http://schemas.microsoft.com/office/drawing/2014/main" id="{A8E693E4-1C9C-5495-90D3-B7C45E95D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4" name="Group 704">
            <a:extLst>
              <a:ext uri="{FF2B5EF4-FFF2-40B4-BE49-F238E27FC236}">
                <a16:creationId xmlns:a16="http://schemas.microsoft.com/office/drawing/2014/main" id="{35776B8D-A168-779A-193D-0B3C5DD17AF9}"/>
              </a:ext>
            </a:extLst>
          </p:cNvPr>
          <p:cNvGrpSpPr>
            <a:grpSpLocks/>
          </p:cNvGrpSpPr>
          <p:nvPr/>
        </p:nvGrpSpPr>
        <p:grpSpPr bwMode="auto">
          <a:xfrm>
            <a:off x="-87313" y="4519613"/>
            <a:ext cx="1474788" cy="1463675"/>
            <a:chOff x="262" y="1078"/>
            <a:chExt cx="929" cy="922"/>
          </a:xfrm>
        </p:grpSpPr>
        <p:sp>
          <p:nvSpPr>
            <p:cNvPr id="38727" name="Rectangle 705">
              <a:extLst>
                <a:ext uri="{FF2B5EF4-FFF2-40B4-BE49-F238E27FC236}">
                  <a16:creationId xmlns:a16="http://schemas.microsoft.com/office/drawing/2014/main" id="{EB3DCB9B-55A0-184D-8CFD-A558DE0C4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8" name="Rectangle 706">
              <a:extLst>
                <a:ext uri="{FF2B5EF4-FFF2-40B4-BE49-F238E27FC236}">
                  <a16:creationId xmlns:a16="http://schemas.microsoft.com/office/drawing/2014/main" id="{50FF7599-41AD-BF4E-786A-E03FB38A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9" name="Rectangle 707">
              <a:extLst>
                <a:ext uri="{FF2B5EF4-FFF2-40B4-BE49-F238E27FC236}">
                  <a16:creationId xmlns:a16="http://schemas.microsoft.com/office/drawing/2014/main" id="{DEC53AF2-78AF-CE74-8D84-A53FE10A0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0" name="Rectangle 708">
              <a:extLst>
                <a:ext uri="{FF2B5EF4-FFF2-40B4-BE49-F238E27FC236}">
                  <a16:creationId xmlns:a16="http://schemas.microsoft.com/office/drawing/2014/main" id="{5AE789DE-D980-814C-E0A1-12B83458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1" name="Rectangle 709">
              <a:extLst>
                <a:ext uri="{FF2B5EF4-FFF2-40B4-BE49-F238E27FC236}">
                  <a16:creationId xmlns:a16="http://schemas.microsoft.com/office/drawing/2014/main" id="{CB4DD911-17BD-62BD-8966-CE47859E9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2" name="Rectangle 710">
              <a:extLst>
                <a:ext uri="{FF2B5EF4-FFF2-40B4-BE49-F238E27FC236}">
                  <a16:creationId xmlns:a16="http://schemas.microsoft.com/office/drawing/2014/main" id="{F138A854-99CE-9C74-1969-3397FAEDD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3" name="Rectangle 711">
              <a:extLst>
                <a:ext uri="{FF2B5EF4-FFF2-40B4-BE49-F238E27FC236}">
                  <a16:creationId xmlns:a16="http://schemas.microsoft.com/office/drawing/2014/main" id="{82293A00-87CA-EF1C-1658-7123ACAB5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4" name="Rectangle 712">
              <a:extLst>
                <a:ext uri="{FF2B5EF4-FFF2-40B4-BE49-F238E27FC236}">
                  <a16:creationId xmlns:a16="http://schemas.microsoft.com/office/drawing/2014/main" id="{BF7CF7BB-8B24-0A03-96AF-E2AA4A51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35" name="Rectangle 713">
              <a:extLst>
                <a:ext uri="{FF2B5EF4-FFF2-40B4-BE49-F238E27FC236}">
                  <a16:creationId xmlns:a16="http://schemas.microsoft.com/office/drawing/2014/main" id="{A5F6B0FB-FD7B-F557-2B74-7C58A13E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55" name="Group 714">
            <a:extLst>
              <a:ext uri="{FF2B5EF4-FFF2-40B4-BE49-F238E27FC236}">
                <a16:creationId xmlns:a16="http://schemas.microsoft.com/office/drawing/2014/main" id="{DBCA1EC8-88E2-AEFB-C24D-D6B94E25EE62}"/>
              </a:ext>
            </a:extLst>
          </p:cNvPr>
          <p:cNvGrpSpPr>
            <a:grpSpLocks/>
          </p:cNvGrpSpPr>
          <p:nvPr/>
        </p:nvGrpSpPr>
        <p:grpSpPr bwMode="auto">
          <a:xfrm>
            <a:off x="400050" y="4519613"/>
            <a:ext cx="1474788" cy="1463675"/>
            <a:chOff x="262" y="1078"/>
            <a:chExt cx="929" cy="922"/>
          </a:xfrm>
        </p:grpSpPr>
        <p:sp>
          <p:nvSpPr>
            <p:cNvPr id="38718" name="Rectangle 715">
              <a:extLst>
                <a:ext uri="{FF2B5EF4-FFF2-40B4-BE49-F238E27FC236}">
                  <a16:creationId xmlns:a16="http://schemas.microsoft.com/office/drawing/2014/main" id="{245F484D-1481-F9F3-1EE5-6F2F789BB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9" name="Rectangle 716">
              <a:extLst>
                <a:ext uri="{FF2B5EF4-FFF2-40B4-BE49-F238E27FC236}">
                  <a16:creationId xmlns:a16="http://schemas.microsoft.com/office/drawing/2014/main" id="{610B2E0C-312F-1179-7B57-B2BF2C293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0" name="Rectangle 717">
              <a:extLst>
                <a:ext uri="{FF2B5EF4-FFF2-40B4-BE49-F238E27FC236}">
                  <a16:creationId xmlns:a16="http://schemas.microsoft.com/office/drawing/2014/main" id="{CEAD2CA2-ACB4-D462-EBE2-28463973D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1" name="Rectangle 718">
              <a:extLst>
                <a:ext uri="{FF2B5EF4-FFF2-40B4-BE49-F238E27FC236}">
                  <a16:creationId xmlns:a16="http://schemas.microsoft.com/office/drawing/2014/main" id="{5F07AA1D-0BD7-4B90-A790-E46020EFB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2" name="Rectangle 719">
              <a:extLst>
                <a:ext uri="{FF2B5EF4-FFF2-40B4-BE49-F238E27FC236}">
                  <a16:creationId xmlns:a16="http://schemas.microsoft.com/office/drawing/2014/main" id="{95D4ED5E-C804-6537-14FC-8C9A39196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3" name="Rectangle 720">
              <a:extLst>
                <a:ext uri="{FF2B5EF4-FFF2-40B4-BE49-F238E27FC236}">
                  <a16:creationId xmlns:a16="http://schemas.microsoft.com/office/drawing/2014/main" id="{ACCC3F68-AA08-FE91-8BA5-CA8C6C978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4" name="Rectangle 721">
              <a:extLst>
                <a:ext uri="{FF2B5EF4-FFF2-40B4-BE49-F238E27FC236}">
                  <a16:creationId xmlns:a16="http://schemas.microsoft.com/office/drawing/2014/main" id="{8116A95C-EAB3-D655-455F-0BD038B3A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5" name="Rectangle 722">
              <a:extLst>
                <a:ext uri="{FF2B5EF4-FFF2-40B4-BE49-F238E27FC236}">
                  <a16:creationId xmlns:a16="http://schemas.microsoft.com/office/drawing/2014/main" id="{3E15F270-DCD6-7CCF-5E70-EF1E27BF7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26" name="Rectangle 723">
              <a:extLst>
                <a:ext uri="{FF2B5EF4-FFF2-40B4-BE49-F238E27FC236}">
                  <a16:creationId xmlns:a16="http://schemas.microsoft.com/office/drawing/2014/main" id="{12CAED6F-445E-EC21-5928-8A4CBFCCA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85" name="Group 724">
            <a:extLst>
              <a:ext uri="{FF2B5EF4-FFF2-40B4-BE49-F238E27FC236}">
                <a16:creationId xmlns:a16="http://schemas.microsoft.com/office/drawing/2014/main" id="{B99D4D6C-0484-7708-987E-4B9EC0A9446A}"/>
              </a:ext>
            </a:extLst>
          </p:cNvPr>
          <p:cNvGrpSpPr>
            <a:grpSpLocks/>
          </p:cNvGrpSpPr>
          <p:nvPr/>
        </p:nvGrpSpPr>
        <p:grpSpPr bwMode="auto">
          <a:xfrm>
            <a:off x="896938" y="4519613"/>
            <a:ext cx="1474787" cy="1463675"/>
            <a:chOff x="262" y="1078"/>
            <a:chExt cx="929" cy="922"/>
          </a:xfrm>
        </p:grpSpPr>
        <p:sp>
          <p:nvSpPr>
            <p:cNvPr id="38709" name="Rectangle 725">
              <a:extLst>
                <a:ext uri="{FF2B5EF4-FFF2-40B4-BE49-F238E27FC236}">
                  <a16:creationId xmlns:a16="http://schemas.microsoft.com/office/drawing/2014/main" id="{88657D63-4EEE-0232-F0FF-A296981CF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0" name="Rectangle 726">
              <a:extLst>
                <a:ext uri="{FF2B5EF4-FFF2-40B4-BE49-F238E27FC236}">
                  <a16:creationId xmlns:a16="http://schemas.microsoft.com/office/drawing/2014/main" id="{F37506BD-DA68-0485-D492-FC40BD3C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1" name="Rectangle 727">
              <a:extLst>
                <a:ext uri="{FF2B5EF4-FFF2-40B4-BE49-F238E27FC236}">
                  <a16:creationId xmlns:a16="http://schemas.microsoft.com/office/drawing/2014/main" id="{A7DD374B-8CC9-B679-2F31-B209B4ABA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2" name="Rectangle 728">
              <a:extLst>
                <a:ext uri="{FF2B5EF4-FFF2-40B4-BE49-F238E27FC236}">
                  <a16:creationId xmlns:a16="http://schemas.microsoft.com/office/drawing/2014/main" id="{AF97852E-F448-8DA4-CF61-82026A475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3" name="Rectangle 729">
              <a:extLst>
                <a:ext uri="{FF2B5EF4-FFF2-40B4-BE49-F238E27FC236}">
                  <a16:creationId xmlns:a16="http://schemas.microsoft.com/office/drawing/2014/main" id="{56B8CDF9-7524-CC14-5DF7-B7C03D0F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4" name="Rectangle 730">
              <a:extLst>
                <a:ext uri="{FF2B5EF4-FFF2-40B4-BE49-F238E27FC236}">
                  <a16:creationId xmlns:a16="http://schemas.microsoft.com/office/drawing/2014/main" id="{99D77A22-3E12-5646-2C00-BE0204038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5" name="Rectangle 731">
              <a:extLst>
                <a:ext uri="{FF2B5EF4-FFF2-40B4-BE49-F238E27FC236}">
                  <a16:creationId xmlns:a16="http://schemas.microsoft.com/office/drawing/2014/main" id="{9984A9DF-2194-098E-01AC-3D1166C60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6" name="Rectangle 732">
              <a:extLst>
                <a:ext uri="{FF2B5EF4-FFF2-40B4-BE49-F238E27FC236}">
                  <a16:creationId xmlns:a16="http://schemas.microsoft.com/office/drawing/2014/main" id="{BE394C27-6E1A-9D91-7D54-E5BB64DBB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17" name="Rectangle 733">
              <a:extLst>
                <a:ext uri="{FF2B5EF4-FFF2-40B4-BE49-F238E27FC236}">
                  <a16:creationId xmlns:a16="http://schemas.microsoft.com/office/drawing/2014/main" id="{C33E6876-C892-1BF6-F473-DAF19D392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86" name="Group 734">
            <a:extLst>
              <a:ext uri="{FF2B5EF4-FFF2-40B4-BE49-F238E27FC236}">
                <a16:creationId xmlns:a16="http://schemas.microsoft.com/office/drawing/2014/main" id="{3D5FD7E0-5AEC-DF13-E462-6F4E1E983BCF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4519613"/>
            <a:ext cx="1474787" cy="1463675"/>
            <a:chOff x="262" y="1078"/>
            <a:chExt cx="929" cy="922"/>
          </a:xfrm>
        </p:grpSpPr>
        <p:sp>
          <p:nvSpPr>
            <p:cNvPr id="38700" name="Rectangle 735">
              <a:extLst>
                <a:ext uri="{FF2B5EF4-FFF2-40B4-BE49-F238E27FC236}">
                  <a16:creationId xmlns:a16="http://schemas.microsoft.com/office/drawing/2014/main" id="{EF89F7A8-E7EE-C225-C94F-E5D05BBA6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1" name="Rectangle 736">
              <a:extLst>
                <a:ext uri="{FF2B5EF4-FFF2-40B4-BE49-F238E27FC236}">
                  <a16:creationId xmlns:a16="http://schemas.microsoft.com/office/drawing/2014/main" id="{B6BCF238-EA44-B940-C44E-34FFA0B04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2" name="Rectangle 737">
              <a:extLst>
                <a:ext uri="{FF2B5EF4-FFF2-40B4-BE49-F238E27FC236}">
                  <a16:creationId xmlns:a16="http://schemas.microsoft.com/office/drawing/2014/main" id="{15D2E02F-E7B3-5FA8-2ACC-E5E14F736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3" name="Rectangle 738">
              <a:extLst>
                <a:ext uri="{FF2B5EF4-FFF2-40B4-BE49-F238E27FC236}">
                  <a16:creationId xmlns:a16="http://schemas.microsoft.com/office/drawing/2014/main" id="{FAF1FED6-E86D-5C99-CBBD-5D4A1939B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4" name="Rectangle 739">
              <a:extLst>
                <a:ext uri="{FF2B5EF4-FFF2-40B4-BE49-F238E27FC236}">
                  <a16:creationId xmlns:a16="http://schemas.microsoft.com/office/drawing/2014/main" id="{338AFB68-BD26-1E1F-0FC2-F0C1EB017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5" name="Rectangle 740">
              <a:extLst>
                <a:ext uri="{FF2B5EF4-FFF2-40B4-BE49-F238E27FC236}">
                  <a16:creationId xmlns:a16="http://schemas.microsoft.com/office/drawing/2014/main" id="{3593297F-3D3D-F380-A244-9B881EE22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6" name="Rectangle 741">
              <a:extLst>
                <a:ext uri="{FF2B5EF4-FFF2-40B4-BE49-F238E27FC236}">
                  <a16:creationId xmlns:a16="http://schemas.microsoft.com/office/drawing/2014/main" id="{37DC3B40-5FB1-229F-4C4B-DDBDD6D7D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7" name="Rectangle 742">
              <a:extLst>
                <a:ext uri="{FF2B5EF4-FFF2-40B4-BE49-F238E27FC236}">
                  <a16:creationId xmlns:a16="http://schemas.microsoft.com/office/drawing/2014/main" id="{1F64A7A7-936A-36F0-9CF8-51ACCE2C7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08" name="Rectangle 743">
              <a:extLst>
                <a:ext uri="{FF2B5EF4-FFF2-40B4-BE49-F238E27FC236}">
                  <a16:creationId xmlns:a16="http://schemas.microsoft.com/office/drawing/2014/main" id="{666DDB92-FCB8-5BEA-B182-81F3285AE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87" name="Group 744">
            <a:extLst>
              <a:ext uri="{FF2B5EF4-FFF2-40B4-BE49-F238E27FC236}">
                <a16:creationId xmlns:a16="http://schemas.microsoft.com/office/drawing/2014/main" id="{E634D264-312A-E7AF-1D90-F73F94E031FF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4519613"/>
            <a:ext cx="1474787" cy="1463675"/>
            <a:chOff x="262" y="1078"/>
            <a:chExt cx="929" cy="922"/>
          </a:xfrm>
        </p:grpSpPr>
        <p:sp>
          <p:nvSpPr>
            <p:cNvPr id="38691" name="Rectangle 745">
              <a:extLst>
                <a:ext uri="{FF2B5EF4-FFF2-40B4-BE49-F238E27FC236}">
                  <a16:creationId xmlns:a16="http://schemas.microsoft.com/office/drawing/2014/main" id="{8CC692D5-67F7-5626-BB90-EF3A65150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2" name="Rectangle 746">
              <a:extLst>
                <a:ext uri="{FF2B5EF4-FFF2-40B4-BE49-F238E27FC236}">
                  <a16:creationId xmlns:a16="http://schemas.microsoft.com/office/drawing/2014/main" id="{850B6C65-0754-36B7-F0A8-B62D87FE0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3" name="Rectangle 747">
              <a:extLst>
                <a:ext uri="{FF2B5EF4-FFF2-40B4-BE49-F238E27FC236}">
                  <a16:creationId xmlns:a16="http://schemas.microsoft.com/office/drawing/2014/main" id="{C16E1B08-7FED-047F-AE04-FC6A193D1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4" name="Rectangle 748">
              <a:extLst>
                <a:ext uri="{FF2B5EF4-FFF2-40B4-BE49-F238E27FC236}">
                  <a16:creationId xmlns:a16="http://schemas.microsoft.com/office/drawing/2014/main" id="{4CE58866-5D80-6972-D8EB-0BBE3F8C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5" name="Rectangle 749">
              <a:extLst>
                <a:ext uri="{FF2B5EF4-FFF2-40B4-BE49-F238E27FC236}">
                  <a16:creationId xmlns:a16="http://schemas.microsoft.com/office/drawing/2014/main" id="{52C71C3D-9FE1-F561-C043-438CFB596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6" name="Rectangle 750">
              <a:extLst>
                <a:ext uri="{FF2B5EF4-FFF2-40B4-BE49-F238E27FC236}">
                  <a16:creationId xmlns:a16="http://schemas.microsoft.com/office/drawing/2014/main" id="{8B7637C2-964B-B753-246B-5A1322F96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7" name="Rectangle 751">
              <a:extLst>
                <a:ext uri="{FF2B5EF4-FFF2-40B4-BE49-F238E27FC236}">
                  <a16:creationId xmlns:a16="http://schemas.microsoft.com/office/drawing/2014/main" id="{2D983636-7F56-C8C4-4013-4D656F634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8" name="Rectangle 752">
              <a:extLst>
                <a:ext uri="{FF2B5EF4-FFF2-40B4-BE49-F238E27FC236}">
                  <a16:creationId xmlns:a16="http://schemas.microsoft.com/office/drawing/2014/main" id="{2B9F2F72-9C59-6FBC-D4FC-CB6736059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9" name="Rectangle 753">
              <a:extLst>
                <a:ext uri="{FF2B5EF4-FFF2-40B4-BE49-F238E27FC236}">
                  <a16:creationId xmlns:a16="http://schemas.microsoft.com/office/drawing/2014/main" id="{0042B547-A4CC-208E-5B6A-DE42D440E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88" name="Group 754">
            <a:extLst>
              <a:ext uri="{FF2B5EF4-FFF2-40B4-BE49-F238E27FC236}">
                <a16:creationId xmlns:a16="http://schemas.microsoft.com/office/drawing/2014/main" id="{FFEEE755-E12C-165E-B1BE-70DF40CA31D5}"/>
              </a:ext>
            </a:extLst>
          </p:cNvPr>
          <p:cNvGrpSpPr>
            <a:grpSpLocks/>
          </p:cNvGrpSpPr>
          <p:nvPr/>
        </p:nvGrpSpPr>
        <p:grpSpPr bwMode="auto">
          <a:xfrm>
            <a:off x="2838450" y="4519613"/>
            <a:ext cx="1474788" cy="1463675"/>
            <a:chOff x="262" y="1078"/>
            <a:chExt cx="929" cy="922"/>
          </a:xfrm>
        </p:grpSpPr>
        <p:sp>
          <p:nvSpPr>
            <p:cNvPr id="38682" name="Rectangle 755">
              <a:extLst>
                <a:ext uri="{FF2B5EF4-FFF2-40B4-BE49-F238E27FC236}">
                  <a16:creationId xmlns:a16="http://schemas.microsoft.com/office/drawing/2014/main" id="{F70F7153-A57B-A393-1E25-CDEC0AA89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3" name="Rectangle 756">
              <a:extLst>
                <a:ext uri="{FF2B5EF4-FFF2-40B4-BE49-F238E27FC236}">
                  <a16:creationId xmlns:a16="http://schemas.microsoft.com/office/drawing/2014/main" id="{D4C2413B-027C-55EA-2E9A-523800C4C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4" name="Rectangle 757">
              <a:extLst>
                <a:ext uri="{FF2B5EF4-FFF2-40B4-BE49-F238E27FC236}">
                  <a16:creationId xmlns:a16="http://schemas.microsoft.com/office/drawing/2014/main" id="{3207362C-2533-81C2-A542-0EC113E0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5" name="Rectangle 758">
              <a:extLst>
                <a:ext uri="{FF2B5EF4-FFF2-40B4-BE49-F238E27FC236}">
                  <a16:creationId xmlns:a16="http://schemas.microsoft.com/office/drawing/2014/main" id="{E4921F9F-4840-F2C6-44A7-1103AFECD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6" name="Rectangle 759">
              <a:extLst>
                <a:ext uri="{FF2B5EF4-FFF2-40B4-BE49-F238E27FC236}">
                  <a16:creationId xmlns:a16="http://schemas.microsoft.com/office/drawing/2014/main" id="{2ADF7D1C-226D-9B8E-F16E-A8219C31B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7" name="Rectangle 760">
              <a:extLst>
                <a:ext uri="{FF2B5EF4-FFF2-40B4-BE49-F238E27FC236}">
                  <a16:creationId xmlns:a16="http://schemas.microsoft.com/office/drawing/2014/main" id="{296FFE53-B483-B910-6C2C-AF7EDA45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8" name="Rectangle 761">
              <a:extLst>
                <a:ext uri="{FF2B5EF4-FFF2-40B4-BE49-F238E27FC236}">
                  <a16:creationId xmlns:a16="http://schemas.microsoft.com/office/drawing/2014/main" id="{40472C39-75D0-90E1-92A9-F98BE933A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9" name="Rectangle 762">
              <a:extLst>
                <a:ext uri="{FF2B5EF4-FFF2-40B4-BE49-F238E27FC236}">
                  <a16:creationId xmlns:a16="http://schemas.microsoft.com/office/drawing/2014/main" id="{0151D5DF-4FB4-A0A7-B7E8-5D2FAE426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90" name="Rectangle 763">
              <a:extLst>
                <a:ext uri="{FF2B5EF4-FFF2-40B4-BE49-F238E27FC236}">
                  <a16:creationId xmlns:a16="http://schemas.microsoft.com/office/drawing/2014/main" id="{79DF4E7A-71AD-9247-46EC-E1BBC8276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89" name="Group 764">
            <a:extLst>
              <a:ext uri="{FF2B5EF4-FFF2-40B4-BE49-F238E27FC236}">
                <a16:creationId xmlns:a16="http://schemas.microsoft.com/office/drawing/2014/main" id="{B7C8572D-6592-2D69-A9FD-132E8C9A30BA}"/>
              </a:ext>
            </a:extLst>
          </p:cNvPr>
          <p:cNvGrpSpPr>
            <a:grpSpLocks/>
          </p:cNvGrpSpPr>
          <p:nvPr/>
        </p:nvGrpSpPr>
        <p:grpSpPr bwMode="auto">
          <a:xfrm>
            <a:off x="3330575" y="4519613"/>
            <a:ext cx="1474788" cy="1463675"/>
            <a:chOff x="262" y="1078"/>
            <a:chExt cx="929" cy="922"/>
          </a:xfrm>
        </p:grpSpPr>
        <p:sp>
          <p:nvSpPr>
            <p:cNvPr id="38673" name="Rectangle 765">
              <a:extLst>
                <a:ext uri="{FF2B5EF4-FFF2-40B4-BE49-F238E27FC236}">
                  <a16:creationId xmlns:a16="http://schemas.microsoft.com/office/drawing/2014/main" id="{7EBE248B-C0E1-C72F-8E1E-4267B06F7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4" name="Rectangle 766">
              <a:extLst>
                <a:ext uri="{FF2B5EF4-FFF2-40B4-BE49-F238E27FC236}">
                  <a16:creationId xmlns:a16="http://schemas.microsoft.com/office/drawing/2014/main" id="{3F1E75CF-0CE6-E70B-793F-FB50ECA15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5" name="Rectangle 767">
              <a:extLst>
                <a:ext uri="{FF2B5EF4-FFF2-40B4-BE49-F238E27FC236}">
                  <a16:creationId xmlns:a16="http://schemas.microsoft.com/office/drawing/2014/main" id="{4693432C-C9F3-F2C4-E650-9BFA3EE1A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6" name="Rectangle 768">
              <a:extLst>
                <a:ext uri="{FF2B5EF4-FFF2-40B4-BE49-F238E27FC236}">
                  <a16:creationId xmlns:a16="http://schemas.microsoft.com/office/drawing/2014/main" id="{2CAEDA0C-F8C7-A82F-F6D1-B1C46E541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7" name="Rectangle 769">
              <a:extLst>
                <a:ext uri="{FF2B5EF4-FFF2-40B4-BE49-F238E27FC236}">
                  <a16:creationId xmlns:a16="http://schemas.microsoft.com/office/drawing/2014/main" id="{EFA42E84-A6A2-DD16-EBA4-9201960A2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8" name="Rectangle 770">
              <a:extLst>
                <a:ext uri="{FF2B5EF4-FFF2-40B4-BE49-F238E27FC236}">
                  <a16:creationId xmlns:a16="http://schemas.microsoft.com/office/drawing/2014/main" id="{16ED7F5B-B3BC-1457-7BBF-37A97E414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9" name="Rectangle 771">
              <a:extLst>
                <a:ext uri="{FF2B5EF4-FFF2-40B4-BE49-F238E27FC236}">
                  <a16:creationId xmlns:a16="http://schemas.microsoft.com/office/drawing/2014/main" id="{FFE13842-C123-D14E-A124-A5F25079E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0" name="Rectangle 772">
              <a:extLst>
                <a:ext uri="{FF2B5EF4-FFF2-40B4-BE49-F238E27FC236}">
                  <a16:creationId xmlns:a16="http://schemas.microsoft.com/office/drawing/2014/main" id="{3C538F5B-49C5-CDA5-9792-AC49E0AE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81" name="Rectangle 773">
              <a:extLst>
                <a:ext uri="{FF2B5EF4-FFF2-40B4-BE49-F238E27FC236}">
                  <a16:creationId xmlns:a16="http://schemas.microsoft.com/office/drawing/2014/main" id="{6752E81D-A49B-A428-3077-3341114F4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0" name="Group 774">
            <a:extLst>
              <a:ext uri="{FF2B5EF4-FFF2-40B4-BE49-F238E27FC236}">
                <a16:creationId xmlns:a16="http://schemas.microsoft.com/office/drawing/2014/main" id="{5DABEEEF-C498-70B1-1395-57FBD20A5ED6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4519613"/>
            <a:ext cx="1474788" cy="1463675"/>
            <a:chOff x="262" y="1078"/>
            <a:chExt cx="929" cy="922"/>
          </a:xfrm>
        </p:grpSpPr>
        <p:sp>
          <p:nvSpPr>
            <p:cNvPr id="38664" name="Rectangle 775">
              <a:extLst>
                <a:ext uri="{FF2B5EF4-FFF2-40B4-BE49-F238E27FC236}">
                  <a16:creationId xmlns:a16="http://schemas.microsoft.com/office/drawing/2014/main" id="{A250CFD5-4638-CF2B-34E4-934ADD590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5" name="Rectangle 776">
              <a:extLst>
                <a:ext uri="{FF2B5EF4-FFF2-40B4-BE49-F238E27FC236}">
                  <a16:creationId xmlns:a16="http://schemas.microsoft.com/office/drawing/2014/main" id="{6C62DF1D-FC5A-D62A-DEB3-CF9D749F9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6" name="Rectangle 777">
              <a:extLst>
                <a:ext uri="{FF2B5EF4-FFF2-40B4-BE49-F238E27FC236}">
                  <a16:creationId xmlns:a16="http://schemas.microsoft.com/office/drawing/2014/main" id="{5F9EC9BC-333B-B516-523E-C9D11C5AB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7" name="Rectangle 778">
              <a:extLst>
                <a:ext uri="{FF2B5EF4-FFF2-40B4-BE49-F238E27FC236}">
                  <a16:creationId xmlns:a16="http://schemas.microsoft.com/office/drawing/2014/main" id="{17314908-3AF9-C2CE-99A1-CCA02B0D9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8" name="Rectangle 779">
              <a:extLst>
                <a:ext uri="{FF2B5EF4-FFF2-40B4-BE49-F238E27FC236}">
                  <a16:creationId xmlns:a16="http://schemas.microsoft.com/office/drawing/2014/main" id="{5DA0956E-2DBF-8111-9841-284D26575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9" name="Rectangle 780">
              <a:extLst>
                <a:ext uri="{FF2B5EF4-FFF2-40B4-BE49-F238E27FC236}">
                  <a16:creationId xmlns:a16="http://schemas.microsoft.com/office/drawing/2014/main" id="{445527B4-973B-569E-0097-8E6347EAB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0" name="Rectangle 781">
              <a:extLst>
                <a:ext uri="{FF2B5EF4-FFF2-40B4-BE49-F238E27FC236}">
                  <a16:creationId xmlns:a16="http://schemas.microsoft.com/office/drawing/2014/main" id="{41CA399F-B84F-6440-10B9-A5C9E365B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1" name="Rectangle 782">
              <a:extLst>
                <a:ext uri="{FF2B5EF4-FFF2-40B4-BE49-F238E27FC236}">
                  <a16:creationId xmlns:a16="http://schemas.microsoft.com/office/drawing/2014/main" id="{4482A967-0E67-31E3-3531-30A01F97C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72" name="Rectangle 783">
              <a:extLst>
                <a:ext uri="{FF2B5EF4-FFF2-40B4-BE49-F238E27FC236}">
                  <a16:creationId xmlns:a16="http://schemas.microsoft.com/office/drawing/2014/main" id="{E905FD3E-62BF-FCD9-3D01-1B3EAF8C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8022" name="Text Box 784">
            <a:extLst>
              <a:ext uri="{FF2B5EF4-FFF2-40B4-BE49-F238E27FC236}">
                <a16:creationId xmlns:a16="http://schemas.microsoft.com/office/drawing/2014/main" id="{8805CB7A-F131-34C8-1166-1BD942419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2413" y="1233488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38023" name="Text Box 785">
            <a:extLst>
              <a:ext uri="{FF2B5EF4-FFF2-40B4-BE49-F238E27FC236}">
                <a16:creationId xmlns:a16="http://schemas.microsoft.com/office/drawing/2014/main" id="{4D97DAE4-84CD-DD7D-E29F-47D1A4E33F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  <p:grpSp>
        <p:nvGrpSpPr>
          <p:cNvPr id="42391" name="Group 786">
            <a:extLst>
              <a:ext uri="{FF2B5EF4-FFF2-40B4-BE49-F238E27FC236}">
                <a16:creationId xmlns:a16="http://schemas.microsoft.com/office/drawing/2014/main" id="{D4C75848-EE68-DCD6-1AB4-2AF0BEB1CB60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1577975"/>
            <a:ext cx="1474788" cy="1463675"/>
            <a:chOff x="262" y="1078"/>
            <a:chExt cx="929" cy="922"/>
          </a:xfrm>
        </p:grpSpPr>
        <p:sp>
          <p:nvSpPr>
            <p:cNvPr id="38655" name="Rectangle 787">
              <a:extLst>
                <a:ext uri="{FF2B5EF4-FFF2-40B4-BE49-F238E27FC236}">
                  <a16:creationId xmlns:a16="http://schemas.microsoft.com/office/drawing/2014/main" id="{ECB1047F-0CFC-2C54-FBF6-8B4B82828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6" name="Rectangle 788">
              <a:extLst>
                <a:ext uri="{FF2B5EF4-FFF2-40B4-BE49-F238E27FC236}">
                  <a16:creationId xmlns:a16="http://schemas.microsoft.com/office/drawing/2014/main" id="{47797C0D-AE1B-6C4C-F0E1-DA05BC0F9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7" name="Rectangle 789">
              <a:extLst>
                <a:ext uri="{FF2B5EF4-FFF2-40B4-BE49-F238E27FC236}">
                  <a16:creationId xmlns:a16="http://schemas.microsoft.com/office/drawing/2014/main" id="{4CE29458-6DC4-2337-349C-C429100B1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8" name="Rectangle 790">
              <a:extLst>
                <a:ext uri="{FF2B5EF4-FFF2-40B4-BE49-F238E27FC236}">
                  <a16:creationId xmlns:a16="http://schemas.microsoft.com/office/drawing/2014/main" id="{4DB8F253-5832-BA28-A0AE-87A52BA5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9" name="Rectangle 791">
              <a:extLst>
                <a:ext uri="{FF2B5EF4-FFF2-40B4-BE49-F238E27FC236}">
                  <a16:creationId xmlns:a16="http://schemas.microsoft.com/office/drawing/2014/main" id="{811B2275-3CBC-32A0-A584-0C8B5C4BF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0" name="Rectangle 792">
              <a:extLst>
                <a:ext uri="{FF2B5EF4-FFF2-40B4-BE49-F238E27FC236}">
                  <a16:creationId xmlns:a16="http://schemas.microsoft.com/office/drawing/2014/main" id="{90BDF97B-60DB-E65A-9AC0-D908476EF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1" name="Rectangle 793">
              <a:extLst>
                <a:ext uri="{FF2B5EF4-FFF2-40B4-BE49-F238E27FC236}">
                  <a16:creationId xmlns:a16="http://schemas.microsoft.com/office/drawing/2014/main" id="{686F4765-DBF9-071B-704F-B7F2012E3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2" name="Rectangle 794">
              <a:extLst>
                <a:ext uri="{FF2B5EF4-FFF2-40B4-BE49-F238E27FC236}">
                  <a16:creationId xmlns:a16="http://schemas.microsoft.com/office/drawing/2014/main" id="{F49CFA2A-4A92-E363-8E75-943C16A08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63" name="Rectangle 795">
              <a:extLst>
                <a:ext uri="{FF2B5EF4-FFF2-40B4-BE49-F238E27FC236}">
                  <a16:creationId xmlns:a16="http://schemas.microsoft.com/office/drawing/2014/main" id="{B206E19C-DB4C-C29D-19FD-9C252E6F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2" name="Group 796">
            <a:extLst>
              <a:ext uri="{FF2B5EF4-FFF2-40B4-BE49-F238E27FC236}">
                <a16:creationId xmlns:a16="http://schemas.microsoft.com/office/drawing/2014/main" id="{0ECAFEFA-2D9D-CC7D-3B7A-BCB57F73DFC4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1577975"/>
            <a:ext cx="1474787" cy="1463675"/>
            <a:chOff x="262" y="1078"/>
            <a:chExt cx="929" cy="922"/>
          </a:xfrm>
        </p:grpSpPr>
        <p:sp>
          <p:nvSpPr>
            <p:cNvPr id="38646" name="Rectangle 797">
              <a:extLst>
                <a:ext uri="{FF2B5EF4-FFF2-40B4-BE49-F238E27FC236}">
                  <a16:creationId xmlns:a16="http://schemas.microsoft.com/office/drawing/2014/main" id="{BF593C28-E3AF-C27A-DEA8-B881FCE9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7" name="Rectangle 798">
              <a:extLst>
                <a:ext uri="{FF2B5EF4-FFF2-40B4-BE49-F238E27FC236}">
                  <a16:creationId xmlns:a16="http://schemas.microsoft.com/office/drawing/2014/main" id="{AC50A208-74DF-3025-1B31-F3884B7DF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8" name="Rectangle 799">
              <a:extLst>
                <a:ext uri="{FF2B5EF4-FFF2-40B4-BE49-F238E27FC236}">
                  <a16:creationId xmlns:a16="http://schemas.microsoft.com/office/drawing/2014/main" id="{4AF0C8FB-7217-74DF-2066-C17F66906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9" name="Rectangle 800">
              <a:extLst>
                <a:ext uri="{FF2B5EF4-FFF2-40B4-BE49-F238E27FC236}">
                  <a16:creationId xmlns:a16="http://schemas.microsoft.com/office/drawing/2014/main" id="{F766539C-B220-0262-3228-59E943C86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0" name="Rectangle 801">
              <a:extLst>
                <a:ext uri="{FF2B5EF4-FFF2-40B4-BE49-F238E27FC236}">
                  <a16:creationId xmlns:a16="http://schemas.microsoft.com/office/drawing/2014/main" id="{77D86CC9-9F13-8F15-8B85-F2EF58218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1" name="Rectangle 802">
              <a:extLst>
                <a:ext uri="{FF2B5EF4-FFF2-40B4-BE49-F238E27FC236}">
                  <a16:creationId xmlns:a16="http://schemas.microsoft.com/office/drawing/2014/main" id="{B826CFB8-27F5-DCA3-D54B-D220C76D3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2" name="Rectangle 803">
              <a:extLst>
                <a:ext uri="{FF2B5EF4-FFF2-40B4-BE49-F238E27FC236}">
                  <a16:creationId xmlns:a16="http://schemas.microsoft.com/office/drawing/2014/main" id="{6B2AACDB-122C-63A0-B547-E1598F64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3" name="Rectangle 804">
              <a:extLst>
                <a:ext uri="{FF2B5EF4-FFF2-40B4-BE49-F238E27FC236}">
                  <a16:creationId xmlns:a16="http://schemas.microsoft.com/office/drawing/2014/main" id="{7BC19B09-8B98-4986-02EE-D3027FE22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54" name="Rectangle 805">
              <a:extLst>
                <a:ext uri="{FF2B5EF4-FFF2-40B4-BE49-F238E27FC236}">
                  <a16:creationId xmlns:a16="http://schemas.microsoft.com/office/drawing/2014/main" id="{00BE0DBC-2864-D0F9-3B94-6A0282C79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3" name="Group 806">
            <a:extLst>
              <a:ext uri="{FF2B5EF4-FFF2-40B4-BE49-F238E27FC236}">
                <a16:creationId xmlns:a16="http://schemas.microsoft.com/office/drawing/2014/main" id="{B968DB96-D479-571C-4ABA-5E4E35AE673A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1577975"/>
            <a:ext cx="1474788" cy="1463675"/>
            <a:chOff x="262" y="1078"/>
            <a:chExt cx="929" cy="922"/>
          </a:xfrm>
        </p:grpSpPr>
        <p:sp>
          <p:nvSpPr>
            <p:cNvPr id="38637" name="Rectangle 807">
              <a:extLst>
                <a:ext uri="{FF2B5EF4-FFF2-40B4-BE49-F238E27FC236}">
                  <a16:creationId xmlns:a16="http://schemas.microsoft.com/office/drawing/2014/main" id="{5EA73BF2-C539-073F-33CC-817484288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8" name="Rectangle 808">
              <a:extLst>
                <a:ext uri="{FF2B5EF4-FFF2-40B4-BE49-F238E27FC236}">
                  <a16:creationId xmlns:a16="http://schemas.microsoft.com/office/drawing/2014/main" id="{6D6E4EC1-DA1D-1245-6B31-A4676D32E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9" name="Rectangle 809">
              <a:extLst>
                <a:ext uri="{FF2B5EF4-FFF2-40B4-BE49-F238E27FC236}">
                  <a16:creationId xmlns:a16="http://schemas.microsoft.com/office/drawing/2014/main" id="{27FECEEC-572F-A4C6-5633-606604D17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0" name="Rectangle 810">
              <a:extLst>
                <a:ext uri="{FF2B5EF4-FFF2-40B4-BE49-F238E27FC236}">
                  <a16:creationId xmlns:a16="http://schemas.microsoft.com/office/drawing/2014/main" id="{E4963FDF-9718-6249-DDFE-52CF47ED8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1" name="Rectangle 811">
              <a:extLst>
                <a:ext uri="{FF2B5EF4-FFF2-40B4-BE49-F238E27FC236}">
                  <a16:creationId xmlns:a16="http://schemas.microsoft.com/office/drawing/2014/main" id="{5865E7FF-545C-2359-94E0-4A4127083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2" name="Rectangle 812">
              <a:extLst>
                <a:ext uri="{FF2B5EF4-FFF2-40B4-BE49-F238E27FC236}">
                  <a16:creationId xmlns:a16="http://schemas.microsoft.com/office/drawing/2014/main" id="{2E471288-B2B9-E31D-48C6-7B1882E1A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3" name="Rectangle 813">
              <a:extLst>
                <a:ext uri="{FF2B5EF4-FFF2-40B4-BE49-F238E27FC236}">
                  <a16:creationId xmlns:a16="http://schemas.microsoft.com/office/drawing/2014/main" id="{E3114448-D491-8A3E-C36F-CBA44CA50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4" name="Rectangle 814">
              <a:extLst>
                <a:ext uri="{FF2B5EF4-FFF2-40B4-BE49-F238E27FC236}">
                  <a16:creationId xmlns:a16="http://schemas.microsoft.com/office/drawing/2014/main" id="{C5B6556C-0AEA-621D-8B69-50DFC31FA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45" name="Rectangle 815">
              <a:extLst>
                <a:ext uri="{FF2B5EF4-FFF2-40B4-BE49-F238E27FC236}">
                  <a16:creationId xmlns:a16="http://schemas.microsoft.com/office/drawing/2014/main" id="{6FA32EE0-F958-8224-7B7E-F558F51B3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4" name="Group 816">
            <a:extLst>
              <a:ext uri="{FF2B5EF4-FFF2-40B4-BE49-F238E27FC236}">
                <a16:creationId xmlns:a16="http://schemas.microsoft.com/office/drawing/2014/main" id="{DC23EEA4-DCDF-56B3-65DD-CA76F43C04AF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1577975"/>
            <a:ext cx="1474788" cy="1463675"/>
            <a:chOff x="262" y="1078"/>
            <a:chExt cx="929" cy="922"/>
          </a:xfrm>
        </p:grpSpPr>
        <p:sp>
          <p:nvSpPr>
            <p:cNvPr id="38628" name="Rectangle 817">
              <a:extLst>
                <a:ext uri="{FF2B5EF4-FFF2-40B4-BE49-F238E27FC236}">
                  <a16:creationId xmlns:a16="http://schemas.microsoft.com/office/drawing/2014/main" id="{A179BE2D-FBA0-390C-620E-C31E5DD08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9" name="Rectangle 818">
              <a:extLst>
                <a:ext uri="{FF2B5EF4-FFF2-40B4-BE49-F238E27FC236}">
                  <a16:creationId xmlns:a16="http://schemas.microsoft.com/office/drawing/2014/main" id="{1CBF47CA-AFCC-1055-C67C-4100A5B3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0" name="Rectangle 819">
              <a:extLst>
                <a:ext uri="{FF2B5EF4-FFF2-40B4-BE49-F238E27FC236}">
                  <a16:creationId xmlns:a16="http://schemas.microsoft.com/office/drawing/2014/main" id="{4D27FDCE-3AFA-6664-443E-99E783BF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1" name="Rectangle 820">
              <a:extLst>
                <a:ext uri="{FF2B5EF4-FFF2-40B4-BE49-F238E27FC236}">
                  <a16:creationId xmlns:a16="http://schemas.microsoft.com/office/drawing/2014/main" id="{A48201D0-E30A-3743-ECA6-1AD26D18A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2" name="Rectangle 821">
              <a:extLst>
                <a:ext uri="{FF2B5EF4-FFF2-40B4-BE49-F238E27FC236}">
                  <a16:creationId xmlns:a16="http://schemas.microsoft.com/office/drawing/2014/main" id="{85602AC9-6444-9B3C-EAAD-D184D653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3" name="Rectangle 822">
              <a:extLst>
                <a:ext uri="{FF2B5EF4-FFF2-40B4-BE49-F238E27FC236}">
                  <a16:creationId xmlns:a16="http://schemas.microsoft.com/office/drawing/2014/main" id="{9E0C31DB-9400-39F8-1111-D088CD785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4" name="Rectangle 823">
              <a:extLst>
                <a:ext uri="{FF2B5EF4-FFF2-40B4-BE49-F238E27FC236}">
                  <a16:creationId xmlns:a16="http://schemas.microsoft.com/office/drawing/2014/main" id="{AA8ABAFF-5FAF-0C60-FBC8-71A599B15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5" name="Rectangle 824">
              <a:extLst>
                <a:ext uri="{FF2B5EF4-FFF2-40B4-BE49-F238E27FC236}">
                  <a16:creationId xmlns:a16="http://schemas.microsoft.com/office/drawing/2014/main" id="{E3EF0F82-2687-8660-EA29-27798DA6B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36" name="Rectangle 825">
              <a:extLst>
                <a:ext uri="{FF2B5EF4-FFF2-40B4-BE49-F238E27FC236}">
                  <a16:creationId xmlns:a16="http://schemas.microsoft.com/office/drawing/2014/main" id="{B9CE4C03-5377-0FA8-2FE6-148BD7482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5" name="Group 826">
            <a:extLst>
              <a:ext uri="{FF2B5EF4-FFF2-40B4-BE49-F238E27FC236}">
                <a16:creationId xmlns:a16="http://schemas.microsoft.com/office/drawing/2014/main" id="{DE30E3AE-E2F2-CC85-B2C3-DC20E4F3081E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1577975"/>
            <a:ext cx="1474788" cy="1463675"/>
            <a:chOff x="262" y="1078"/>
            <a:chExt cx="929" cy="922"/>
          </a:xfrm>
        </p:grpSpPr>
        <p:sp>
          <p:nvSpPr>
            <p:cNvPr id="38619" name="Rectangle 827">
              <a:extLst>
                <a:ext uri="{FF2B5EF4-FFF2-40B4-BE49-F238E27FC236}">
                  <a16:creationId xmlns:a16="http://schemas.microsoft.com/office/drawing/2014/main" id="{5FE15D5B-3F1D-8C00-02C2-83A104A7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0" name="Rectangle 828">
              <a:extLst>
                <a:ext uri="{FF2B5EF4-FFF2-40B4-BE49-F238E27FC236}">
                  <a16:creationId xmlns:a16="http://schemas.microsoft.com/office/drawing/2014/main" id="{B2C8ECFB-7EA3-54FE-7E24-98A7B1B7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1" name="Rectangle 829">
              <a:extLst>
                <a:ext uri="{FF2B5EF4-FFF2-40B4-BE49-F238E27FC236}">
                  <a16:creationId xmlns:a16="http://schemas.microsoft.com/office/drawing/2014/main" id="{93554FF8-2CBD-D777-C4B7-E78DF0632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2" name="Rectangle 830">
              <a:extLst>
                <a:ext uri="{FF2B5EF4-FFF2-40B4-BE49-F238E27FC236}">
                  <a16:creationId xmlns:a16="http://schemas.microsoft.com/office/drawing/2014/main" id="{FBF611B0-66D6-FECD-64E9-B4457829B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3" name="Rectangle 831">
              <a:extLst>
                <a:ext uri="{FF2B5EF4-FFF2-40B4-BE49-F238E27FC236}">
                  <a16:creationId xmlns:a16="http://schemas.microsoft.com/office/drawing/2014/main" id="{A74C3731-EE7E-633D-A91A-995FF496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4" name="Rectangle 832">
              <a:extLst>
                <a:ext uri="{FF2B5EF4-FFF2-40B4-BE49-F238E27FC236}">
                  <a16:creationId xmlns:a16="http://schemas.microsoft.com/office/drawing/2014/main" id="{C41864CC-910D-C697-F8B8-4E48EE60C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5" name="Rectangle 833">
              <a:extLst>
                <a:ext uri="{FF2B5EF4-FFF2-40B4-BE49-F238E27FC236}">
                  <a16:creationId xmlns:a16="http://schemas.microsoft.com/office/drawing/2014/main" id="{A9FCC9D4-7E75-4499-9A60-049648B08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6" name="Rectangle 834">
              <a:extLst>
                <a:ext uri="{FF2B5EF4-FFF2-40B4-BE49-F238E27FC236}">
                  <a16:creationId xmlns:a16="http://schemas.microsoft.com/office/drawing/2014/main" id="{791FB19C-4877-BE3F-DE32-76F9280B8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27" name="Rectangle 835">
              <a:extLst>
                <a:ext uri="{FF2B5EF4-FFF2-40B4-BE49-F238E27FC236}">
                  <a16:creationId xmlns:a16="http://schemas.microsoft.com/office/drawing/2014/main" id="{0583B370-9C9D-1C7C-DB7F-4138A52F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6" name="Group 836">
            <a:extLst>
              <a:ext uri="{FF2B5EF4-FFF2-40B4-BE49-F238E27FC236}">
                <a16:creationId xmlns:a16="http://schemas.microsoft.com/office/drawing/2014/main" id="{E6640FB8-9081-C51D-B721-45F0E6777C29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1577975"/>
            <a:ext cx="1474787" cy="1463675"/>
            <a:chOff x="262" y="1078"/>
            <a:chExt cx="929" cy="922"/>
          </a:xfrm>
        </p:grpSpPr>
        <p:sp>
          <p:nvSpPr>
            <p:cNvPr id="38610" name="Rectangle 837">
              <a:extLst>
                <a:ext uri="{FF2B5EF4-FFF2-40B4-BE49-F238E27FC236}">
                  <a16:creationId xmlns:a16="http://schemas.microsoft.com/office/drawing/2014/main" id="{1B441A71-7CDA-A453-5830-D026522AD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1" name="Rectangle 838">
              <a:extLst>
                <a:ext uri="{FF2B5EF4-FFF2-40B4-BE49-F238E27FC236}">
                  <a16:creationId xmlns:a16="http://schemas.microsoft.com/office/drawing/2014/main" id="{4750DB67-1770-17C7-474B-EBA1579C0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2" name="Rectangle 839">
              <a:extLst>
                <a:ext uri="{FF2B5EF4-FFF2-40B4-BE49-F238E27FC236}">
                  <a16:creationId xmlns:a16="http://schemas.microsoft.com/office/drawing/2014/main" id="{8F43B87A-C4DF-7CF3-3950-3F63C9FA0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3" name="Rectangle 840">
              <a:extLst>
                <a:ext uri="{FF2B5EF4-FFF2-40B4-BE49-F238E27FC236}">
                  <a16:creationId xmlns:a16="http://schemas.microsoft.com/office/drawing/2014/main" id="{6378F309-DF33-7102-5B89-0276F540F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4" name="Rectangle 841">
              <a:extLst>
                <a:ext uri="{FF2B5EF4-FFF2-40B4-BE49-F238E27FC236}">
                  <a16:creationId xmlns:a16="http://schemas.microsoft.com/office/drawing/2014/main" id="{FF1A241A-ECC6-48AC-C58F-43C8A74EA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5" name="Rectangle 842">
              <a:extLst>
                <a:ext uri="{FF2B5EF4-FFF2-40B4-BE49-F238E27FC236}">
                  <a16:creationId xmlns:a16="http://schemas.microsoft.com/office/drawing/2014/main" id="{52DF5F33-9A33-7DB6-FD66-462B51A2F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6" name="Rectangle 843">
              <a:extLst>
                <a:ext uri="{FF2B5EF4-FFF2-40B4-BE49-F238E27FC236}">
                  <a16:creationId xmlns:a16="http://schemas.microsoft.com/office/drawing/2014/main" id="{82743D8A-B1AF-8822-2A8A-34320E34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7" name="Rectangle 844">
              <a:extLst>
                <a:ext uri="{FF2B5EF4-FFF2-40B4-BE49-F238E27FC236}">
                  <a16:creationId xmlns:a16="http://schemas.microsoft.com/office/drawing/2014/main" id="{3EABA48D-0E45-321A-07CA-4080CD12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18" name="Rectangle 845">
              <a:extLst>
                <a:ext uri="{FF2B5EF4-FFF2-40B4-BE49-F238E27FC236}">
                  <a16:creationId xmlns:a16="http://schemas.microsoft.com/office/drawing/2014/main" id="{EBEDE154-B94A-E2DF-0D3D-60670946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7" name="Group 846">
            <a:extLst>
              <a:ext uri="{FF2B5EF4-FFF2-40B4-BE49-F238E27FC236}">
                <a16:creationId xmlns:a16="http://schemas.microsoft.com/office/drawing/2014/main" id="{8392012E-78C0-06CE-8449-C74E9662EB51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1577975"/>
            <a:ext cx="1474787" cy="1463675"/>
            <a:chOff x="262" y="1078"/>
            <a:chExt cx="929" cy="922"/>
          </a:xfrm>
        </p:grpSpPr>
        <p:sp>
          <p:nvSpPr>
            <p:cNvPr id="38601" name="Rectangle 847">
              <a:extLst>
                <a:ext uri="{FF2B5EF4-FFF2-40B4-BE49-F238E27FC236}">
                  <a16:creationId xmlns:a16="http://schemas.microsoft.com/office/drawing/2014/main" id="{7B504D54-EDA7-C7F7-EB85-40AB58003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2" name="Rectangle 848">
              <a:extLst>
                <a:ext uri="{FF2B5EF4-FFF2-40B4-BE49-F238E27FC236}">
                  <a16:creationId xmlns:a16="http://schemas.microsoft.com/office/drawing/2014/main" id="{502873F7-CCE4-DE04-7F17-979121FF9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3" name="Rectangle 849">
              <a:extLst>
                <a:ext uri="{FF2B5EF4-FFF2-40B4-BE49-F238E27FC236}">
                  <a16:creationId xmlns:a16="http://schemas.microsoft.com/office/drawing/2014/main" id="{949D0285-6328-49E0-0A49-AE2829EED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4" name="Rectangle 850">
              <a:extLst>
                <a:ext uri="{FF2B5EF4-FFF2-40B4-BE49-F238E27FC236}">
                  <a16:creationId xmlns:a16="http://schemas.microsoft.com/office/drawing/2014/main" id="{846D2F7C-5BC1-0768-E98C-183F3F804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5" name="Rectangle 851">
              <a:extLst>
                <a:ext uri="{FF2B5EF4-FFF2-40B4-BE49-F238E27FC236}">
                  <a16:creationId xmlns:a16="http://schemas.microsoft.com/office/drawing/2014/main" id="{F666A33F-2D3A-1D77-CC63-836F00426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6" name="Rectangle 852">
              <a:extLst>
                <a:ext uri="{FF2B5EF4-FFF2-40B4-BE49-F238E27FC236}">
                  <a16:creationId xmlns:a16="http://schemas.microsoft.com/office/drawing/2014/main" id="{EE3410BE-4D3B-49CA-CEF0-14D0E6CE8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7" name="Rectangle 853">
              <a:extLst>
                <a:ext uri="{FF2B5EF4-FFF2-40B4-BE49-F238E27FC236}">
                  <a16:creationId xmlns:a16="http://schemas.microsoft.com/office/drawing/2014/main" id="{9C6D4A73-499A-4984-B231-22BE72245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8" name="Rectangle 854">
              <a:extLst>
                <a:ext uri="{FF2B5EF4-FFF2-40B4-BE49-F238E27FC236}">
                  <a16:creationId xmlns:a16="http://schemas.microsoft.com/office/drawing/2014/main" id="{78BC44B6-36B1-A4A6-C71F-E3DA4DA31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9" name="Rectangle 855">
              <a:extLst>
                <a:ext uri="{FF2B5EF4-FFF2-40B4-BE49-F238E27FC236}">
                  <a16:creationId xmlns:a16="http://schemas.microsoft.com/office/drawing/2014/main" id="{A8379024-2D01-7834-E42C-05AFD8734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8" name="Group 856">
            <a:extLst>
              <a:ext uri="{FF2B5EF4-FFF2-40B4-BE49-F238E27FC236}">
                <a16:creationId xmlns:a16="http://schemas.microsoft.com/office/drawing/2014/main" id="{9112CCE5-F3C2-DFB1-DED6-A6E16C80D621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1577975"/>
            <a:ext cx="1474787" cy="1463675"/>
            <a:chOff x="262" y="1078"/>
            <a:chExt cx="929" cy="922"/>
          </a:xfrm>
        </p:grpSpPr>
        <p:sp>
          <p:nvSpPr>
            <p:cNvPr id="38592" name="Rectangle 857">
              <a:extLst>
                <a:ext uri="{FF2B5EF4-FFF2-40B4-BE49-F238E27FC236}">
                  <a16:creationId xmlns:a16="http://schemas.microsoft.com/office/drawing/2014/main" id="{36DF208A-75F1-576E-416D-DB7DEA95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3" name="Rectangle 858">
              <a:extLst>
                <a:ext uri="{FF2B5EF4-FFF2-40B4-BE49-F238E27FC236}">
                  <a16:creationId xmlns:a16="http://schemas.microsoft.com/office/drawing/2014/main" id="{6CAC326A-DBB1-FF92-D331-14784F69E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4" name="Rectangle 859">
              <a:extLst>
                <a:ext uri="{FF2B5EF4-FFF2-40B4-BE49-F238E27FC236}">
                  <a16:creationId xmlns:a16="http://schemas.microsoft.com/office/drawing/2014/main" id="{AC8B5AA9-A1AF-201A-C57F-437CEA112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5" name="Rectangle 860">
              <a:extLst>
                <a:ext uri="{FF2B5EF4-FFF2-40B4-BE49-F238E27FC236}">
                  <a16:creationId xmlns:a16="http://schemas.microsoft.com/office/drawing/2014/main" id="{9FDD3499-1C6D-EDB0-DD24-AB4219DE1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6" name="Rectangle 861">
              <a:extLst>
                <a:ext uri="{FF2B5EF4-FFF2-40B4-BE49-F238E27FC236}">
                  <a16:creationId xmlns:a16="http://schemas.microsoft.com/office/drawing/2014/main" id="{E58CD5CB-E2B2-76E5-20F0-D02B3B984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7" name="Rectangle 862">
              <a:extLst>
                <a:ext uri="{FF2B5EF4-FFF2-40B4-BE49-F238E27FC236}">
                  <a16:creationId xmlns:a16="http://schemas.microsoft.com/office/drawing/2014/main" id="{9FC7A180-F7F2-F89B-69A8-C166D9287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8" name="Rectangle 863">
              <a:extLst>
                <a:ext uri="{FF2B5EF4-FFF2-40B4-BE49-F238E27FC236}">
                  <a16:creationId xmlns:a16="http://schemas.microsoft.com/office/drawing/2014/main" id="{48380D78-D038-D570-4D4D-46F25699A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9" name="Rectangle 864">
              <a:extLst>
                <a:ext uri="{FF2B5EF4-FFF2-40B4-BE49-F238E27FC236}">
                  <a16:creationId xmlns:a16="http://schemas.microsoft.com/office/drawing/2014/main" id="{7DB10EE5-4136-6689-F375-476B21565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00" name="Rectangle 865">
              <a:extLst>
                <a:ext uri="{FF2B5EF4-FFF2-40B4-BE49-F238E27FC236}">
                  <a16:creationId xmlns:a16="http://schemas.microsoft.com/office/drawing/2014/main" id="{700D6B9B-0566-231C-B05E-166859671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399" name="Group 866">
            <a:extLst>
              <a:ext uri="{FF2B5EF4-FFF2-40B4-BE49-F238E27FC236}">
                <a16:creationId xmlns:a16="http://schemas.microsoft.com/office/drawing/2014/main" id="{5A4F2E5B-C9CD-E9B7-4155-D012C227A2F6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1082675"/>
            <a:ext cx="1474788" cy="1463675"/>
            <a:chOff x="262" y="1078"/>
            <a:chExt cx="929" cy="922"/>
          </a:xfrm>
        </p:grpSpPr>
        <p:sp>
          <p:nvSpPr>
            <p:cNvPr id="38583" name="Rectangle 867">
              <a:extLst>
                <a:ext uri="{FF2B5EF4-FFF2-40B4-BE49-F238E27FC236}">
                  <a16:creationId xmlns:a16="http://schemas.microsoft.com/office/drawing/2014/main" id="{CBA180DE-199F-0662-5C27-7E6D06CF4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4" name="Rectangle 868">
              <a:extLst>
                <a:ext uri="{FF2B5EF4-FFF2-40B4-BE49-F238E27FC236}">
                  <a16:creationId xmlns:a16="http://schemas.microsoft.com/office/drawing/2014/main" id="{956B033D-722B-4073-DF08-A2E7A6ADB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5" name="Rectangle 869">
              <a:extLst>
                <a:ext uri="{FF2B5EF4-FFF2-40B4-BE49-F238E27FC236}">
                  <a16:creationId xmlns:a16="http://schemas.microsoft.com/office/drawing/2014/main" id="{4044DD65-2942-697E-2D5C-F54426DE1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6" name="Rectangle 870">
              <a:extLst>
                <a:ext uri="{FF2B5EF4-FFF2-40B4-BE49-F238E27FC236}">
                  <a16:creationId xmlns:a16="http://schemas.microsoft.com/office/drawing/2014/main" id="{1D8DCD5F-EA6B-56F3-1C74-B8CC77885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7" name="Rectangle 871">
              <a:extLst>
                <a:ext uri="{FF2B5EF4-FFF2-40B4-BE49-F238E27FC236}">
                  <a16:creationId xmlns:a16="http://schemas.microsoft.com/office/drawing/2014/main" id="{C6E77CCF-56D1-C429-3DEE-979C29D1B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8" name="Rectangle 872">
              <a:extLst>
                <a:ext uri="{FF2B5EF4-FFF2-40B4-BE49-F238E27FC236}">
                  <a16:creationId xmlns:a16="http://schemas.microsoft.com/office/drawing/2014/main" id="{E17FD147-7452-AECE-5119-A924EDE36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9" name="Rectangle 873">
              <a:extLst>
                <a:ext uri="{FF2B5EF4-FFF2-40B4-BE49-F238E27FC236}">
                  <a16:creationId xmlns:a16="http://schemas.microsoft.com/office/drawing/2014/main" id="{450F48A3-2AE7-E232-6A49-5D903CDBA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0" name="Rectangle 874">
              <a:extLst>
                <a:ext uri="{FF2B5EF4-FFF2-40B4-BE49-F238E27FC236}">
                  <a16:creationId xmlns:a16="http://schemas.microsoft.com/office/drawing/2014/main" id="{E3F75312-B183-338B-46D2-8D3E3C56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91" name="Rectangle 875">
              <a:extLst>
                <a:ext uri="{FF2B5EF4-FFF2-40B4-BE49-F238E27FC236}">
                  <a16:creationId xmlns:a16="http://schemas.microsoft.com/office/drawing/2014/main" id="{9B855E59-FA7F-58B2-68AD-44908BC90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88" name="Group 876">
            <a:extLst>
              <a:ext uri="{FF2B5EF4-FFF2-40B4-BE49-F238E27FC236}">
                <a16:creationId xmlns:a16="http://schemas.microsoft.com/office/drawing/2014/main" id="{0A4401C1-F498-0762-81EC-791083DA6147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1082675"/>
            <a:ext cx="1474787" cy="1463675"/>
            <a:chOff x="262" y="1078"/>
            <a:chExt cx="929" cy="922"/>
          </a:xfrm>
        </p:grpSpPr>
        <p:sp>
          <p:nvSpPr>
            <p:cNvPr id="38574" name="Rectangle 877">
              <a:extLst>
                <a:ext uri="{FF2B5EF4-FFF2-40B4-BE49-F238E27FC236}">
                  <a16:creationId xmlns:a16="http://schemas.microsoft.com/office/drawing/2014/main" id="{0780EE23-648F-2D11-290A-510B45F65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5" name="Rectangle 878">
              <a:extLst>
                <a:ext uri="{FF2B5EF4-FFF2-40B4-BE49-F238E27FC236}">
                  <a16:creationId xmlns:a16="http://schemas.microsoft.com/office/drawing/2014/main" id="{7A9D06A1-7184-0792-23E3-97C262F23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6" name="Rectangle 879">
              <a:extLst>
                <a:ext uri="{FF2B5EF4-FFF2-40B4-BE49-F238E27FC236}">
                  <a16:creationId xmlns:a16="http://schemas.microsoft.com/office/drawing/2014/main" id="{6F3BD86C-C337-927F-7994-FE47F6A05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7" name="Rectangle 880">
              <a:extLst>
                <a:ext uri="{FF2B5EF4-FFF2-40B4-BE49-F238E27FC236}">
                  <a16:creationId xmlns:a16="http://schemas.microsoft.com/office/drawing/2014/main" id="{29CC3601-8098-74DF-3DAE-6CA876788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8" name="Rectangle 881">
              <a:extLst>
                <a:ext uri="{FF2B5EF4-FFF2-40B4-BE49-F238E27FC236}">
                  <a16:creationId xmlns:a16="http://schemas.microsoft.com/office/drawing/2014/main" id="{B1207900-D3D8-2473-4008-0BECE1014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9" name="Rectangle 882">
              <a:extLst>
                <a:ext uri="{FF2B5EF4-FFF2-40B4-BE49-F238E27FC236}">
                  <a16:creationId xmlns:a16="http://schemas.microsoft.com/office/drawing/2014/main" id="{F6EE4D07-C873-6063-91BE-DC2ED1B3F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0" name="Rectangle 883">
              <a:extLst>
                <a:ext uri="{FF2B5EF4-FFF2-40B4-BE49-F238E27FC236}">
                  <a16:creationId xmlns:a16="http://schemas.microsoft.com/office/drawing/2014/main" id="{59053EC0-2C1A-6A0A-44CC-E86364211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1" name="Rectangle 884">
              <a:extLst>
                <a:ext uri="{FF2B5EF4-FFF2-40B4-BE49-F238E27FC236}">
                  <a16:creationId xmlns:a16="http://schemas.microsoft.com/office/drawing/2014/main" id="{727174F7-AD6C-162D-A79E-277E8FF20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82" name="Rectangle 885">
              <a:extLst>
                <a:ext uri="{FF2B5EF4-FFF2-40B4-BE49-F238E27FC236}">
                  <a16:creationId xmlns:a16="http://schemas.microsoft.com/office/drawing/2014/main" id="{2BF2D1F8-84CA-4560-1200-6F8A7D3CF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89" name="Group 886">
            <a:extLst>
              <a:ext uri="{FF2B5EF4-FFF2-40B4-BE49-F238E27FC236}">
                <a16:creationId xmlns:a16="http://schemas.microsoft.com/office/drawing/2014/main" id="{2A93BFDB-D55E-8319-F07D-CF5D454733BC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1082675"/>
            <a:ext cx="1474788" cy="1463675"/>
            <a:chOff x="262" y="1078"/>
            <a:chExt cx="929" cy="922"/>
          </a:xfrm>
        </p:grpSpPr>
        <p:sp>
          <p:nvSpPr>
            <p:cNvPr id="38565" name="Rectangle 887">
              <a:extLst>
                <a:ext uri="{FF2B5EF4-FFF2-40B4-BE49-F238E27FC236}">
                  <a16:creationId xmlns:a16="http://schemas.microsoft.com/office/drawing/2014/main" id="{6F472878-0CB4-62EB-A397-142631D15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6" name="Rectangle 888">
              <a:extLst>
                <a:ext uri="{FF2B5EF4-FFF2-40B4-BE49-F238E27FC236}">
                  <a16:creationId xmlns:a16="http://schemas.microsoft.com/office/drawing/2014/main" id="{B3A93EEE-8C8B-39C4-C3BB-72EEA81D9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7" name="Rectangle 889">
              <a:extLst>
                <a:ext uri="{FF2B5EF4-FFF2-40B4-BE49-F238E27FC236}">
                  <a16:creationId xmlns:a16="http://schemas.microsoft.com/office/drawing/2014/main" id="{117B2D92-DD13-D865-1C5B-F2BB425F3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8" name="Rectangle 890">
              <a:extLst>
                <a:ext uri="{FF2B5EF4-FFF2-40B4-BE49-F238E27FC236}">
                  <a16:creationId xmlns:a16="http://schemas.microsoft.com/office/drawing/2014/main" id="{87E64972-2780-5B67-838C-1A09D4BF9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9" name="Rectangle 891">
              <a:extLst>
                <a:ext uri="{FF2B5EF4-FFF2-40B4-BE49-F238E27FC236}">
                  <a16:creationId xmlns:a16="http://schemas.microsoft.com/office/drawing/2014/main" id="{402CAE90-27DE-8EDA-BCDA-7A494D5CF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0" name="Rectangle 892">
              <a:extLst>
                <a:ext uri="{FF2B5EF4-FFF2-40B4-BE49-F238E27FC236}">
                  <a16:creationId xmlns:a16="http://schemas.microsoft.com/office/drawing/2014/main" id="{4AF4EBCA-1125-E9C1-109C-576683621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1" name="Rectangle 893">
              <a:extLst>
                <a:ext uri="{FF2B5EF4-FFF2-40B4-BE49-F238E27FC236}">
                  <a16:creationId xmlns:a16="http://schemas.microsoft.com/office/drawing/2014/main" id="{CC18D7CD-3D17-804B-50B7-584C0B37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2" name="Rectangle 894">
              <a:extLst>
                <a:ext uri="{FF2B5EF4-FFF2-40B4-BE49-F238E27FC236}">
                  <a16:creationId xmlns:a16="http://schemas.microsoft.com/office/drawing/2014/main" id="{8A53C954-920C-883D-13AB-2923638B8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73" name="Rectangle 895">
              <a:extLst>
                <a:ext uri="{FF2B5EF4-FFF2-40B4-BE49-F238E27FC236}">
                  <a16:creationId xmlns:a16="http://schemas.microsoft.com/office/drawing/2014/main" id="{631D3D70-2A5C-E7BD-123F-08C035A6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0" name="Group 896">
            <a:extLst>
              <a:ext uri="{FF2B5EF4-FFF2-40B4-BE49-F238E27FC236}">
                <a16:creationId xmlns:a16="http://schemas.microsoft.com/office/drawing/2014/main" id="{BFE7243D-A05C-4D1C-349B-4213A371CE33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1082675"/>
            <a:ext cx="1474788" cy="1463675"/>
            <a:chOff x="262" y="1078"/>
            <a:chExt cx="929" cy="922"/>
          </a:xfrm>
        </p:grpSpPr>
        <p:sp>
          <p:nvSpPr>
            <p:cNvPr id="38556" name="Rectangle 897">
              <a:extLst>
                <a:ext uri="{FF2B5EF4-FFF2-40B4-BE49-F238E27FC236}">
                  <a16:creationId xmlns:a16="http://schemas.microsoft.com/office/drawing/2014/main" id="{AD384372-D8EF-E844-05E3-5F0BC0EEB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7" name="Rectangle 898">
              <a:extLst>
                <a:ext uri="{FF2B5EF4-FFF2-40B4-BE49-F238E27FC236}">
                  <a16:creationId xmlns:a16="http://schemas.microsoft.com/office/drawing/2014/main" id="{617DBDFA-0AAF-0746-A219-544C84F81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8" name="Rectangle 899">
              <a:extLst>
                <a:ext uri="{FF2B5EF4-FFF2-40B4-BE49-F238E27FC236}">
                  <a16:creationId xmlns:a16="http://schemas.microsoft.com/office/drawing/2014/main" id="{86A07279-FB72-62D0-7E47-ABED2746E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9" name="Rectangle 900">
              <a:extLst>
                <a:ext uri="{FF2B5EF4-FFF2-40B4-BE49-F238E27FC236}">
                  <a16:creationId xmlns:a16="http://schemas.microsoft.com/office/drawing/2014/main" id="{C5C0FDFB-EC0E-7FA2-6B6E-2941DA78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0" name="Rectangle 901">
              <a:extLst>
                <a:ext uri="{FF2B5EF4-FFF2-40B4-BE49-F238E27FC236}">
                  <a16:creationId xmlns:a16="http://schemas.microsoft.com/office/drawing/2014/main" id="{A061075B-3E06-A4B5-574B-8ECACA702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1" name="Rectangle 902">
              <a:extLst>
                <a:ext uri="{FF2B5EF4-FFF2-40B4-BE49-F238E27FC236}">
                  <a16:creationId xmlns:a16="http://schemas.microsoft.com/office/drawing/2014/main" id="{5E6A3975-1F3E-507D-294A-7A5EA8C12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2" name="Rectangle 903">
              <a:extLst>
                <a:ext uri="{FF2B5EF4-FFF2-40B4-BE49-F238E27FC236}">
                  <a16:creationId xmlns:a16="http://schemas.microsoft.com/office/drawing/2014/main" id="{5856FD9F-54B3-4852-727C-305FBA4F5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3" name="Rectangle 904">
              <a:extLst>
                <a:ext uri="{FF2B5EF4-FFF2-40B4-BE49-F238E27FC236}">
                  <a16:creationId xmlns:a16="http://schemas.microsoft.com/office/drawing/2014/main" id="{C30856B5-0556-DC43-17EC-ABCC38615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64" name="Rectangle 905">
              <a:extLst>
                <a:ext uri="{FF2B5EF4-FFF2-40B4-BE49-F238E27FC236}">
                  <a16:creationId xmlns:a16="http://schemas.microsoft.com/office/drawing/2014/main" id="{1058CE4C-FC11-9879-3BBE-6C5EDD9A4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1" name="Group 906">
            <a:extLst>
              <a:ext uri="{FF2B5EF4-FFF2-40B4-BE49-F238E27FC236}">
                <a16:creationId xmlns:a16="http://schemas.microsoft.com/office/drawing/2014/main" id="{55F8CEA5-DCCA-6520-5D86-AF632C5809F7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1082675"/>
            <a:ext cx="1474788" cy="1463675"/>
            <a:chOff x="262" y="1078"/>
            <a:chExt cx="929" cy="922"/>
          </a:xfrm>
        </p:grpSpPr>
        <p:sp>
          <p:nvSpPr>
            <p:cNvPr id="38547" name="Rectangle 907">
              <a:extLst>
                <a:ext uri="{FF2B5EF4-FFF2-40B4-BE49-F238E27FC236}">
                  <a16:creationId xmlns:a16="http://schemas.microsoft.com/office/drawing/2014/main" id="{B5B95734-D6B8-CC73-2350-7BC808036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8" name="Rectangle 908">
              <a:extLst>
                <a:ext uri="{FF2B5EF4-FFF2-40B4-BE49-F238E27FC236}">
                  <a16:creationId xmlns:a16="http://schemas.microsoft.com/office/drawing/2014/main" id="{6DD5308D-D521-D954-C0CE-5360BF4BF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9" name="Rectangle 909">
              <a:extLst>
                <a:ext uri="{FF2B5EF4-FFF2-40B4-BE49-F238E27FC236}">
                  <a16:creationId xmlns:a16="http://schemas.microsoft.com/office/drawing/2014/main" id="{D12FE9EC-B41B-2297-5521-8C0CBC929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0" name="Rectangle 910">
              <a:extLst>
                <a:ext uri="{FF2B5EF4-FFF2-40B4-BE49-F238E27FC236}">
                  <a16:creationId xmlns:a16="http://schemas.microsoft.com/office/drawing/2014/main" id="{AF8ED772-C1FF-9391-E338-B8B3ED7C1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1" name="Rectangle 911">
              <a:extLst>
                <a:ext uri="{FF2B5EF4-FFF2-40B4-BE49-F238E27FC236}">
                  <a16:creationId xmlns:a16="http://schemas.microsoft.com/office/drawing/2014/main" id="{8C5EE5C1-94C5-CE41-1404-58EB63FB0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2" name="Rectangle 912">
              <a:extLst>
                <a:ext uri="{FF2B5EF4-FFF2-40B4-BE49-F238E27FC236}">
                  <a16:creationId xmlns:a16="http://schemas.microsoft.com/office/drawing/2014/main" id="{7BDCF9F6-5398-5FBC-CA81-2DEBD055E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3" name="Rectangle 913">
              <a:extLst>
                <a:ext uri="{FF2B5EF4-FFF2-40B4-BE49-F238E27FC236}">
                  <a16:creationId xmlns:a16="http://schemas.microsoft.com/office/drawing/2014/main" id="{E1A65D76-CD72-BEDE-F2EF-F0509746D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4" name="Rectangle 914">
              <a:extLst>
                <a:ext uri="{FF2B5EF4-FFF2-40B4-BE49-F238E27FC236}">
                  <a16:creationId xmlns:a16="http://schemas.microsoft.com/office/drawing/2014/main" id="{750FFC83-6731-9F54-BB0A-6F542B6FD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55" name="Rectangle 915">
              <a:extLst>
                <a:ext uri="{FF2B5EF4-FFF2-40B4-BE49-F238E27FC236}">
                  <a16:creationId xmlns:a16="http://schemas.microsoft.com/office/drawing/2014/main" id="{C1C7C79D-F1D7-A447-DBB2-9BDA6BC2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2" name="Group 916">
            <a:extLst>
              <a:ext uri="{FF2B5EF4-FFF2-40B4-BE49-F238E27FC236}">
                <a16:creationId xmlns:a16="http://schemas.microsoft.com/office/drawing/2014/main" id="{E870CC88-4A09-FEC1-E50C-8AD5F0C9663A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1082675"/>
            <a:ext cx="1474787" cy="1463675"/>
            <a:chOff x="262" y="1078"/>
            <a:chExt cx="929" cy="922"/>
          </a:xfrm>
        </p:grpSpPr>
        <p:sp>
          <p:nvSpPr>
            <p:cNvPr id="38538" name="Rectangle 917">
              <a:extLst>
                <a:ext uri="{FF2B5EF4-FFF2-40B4-BE49-F238E27FC236}">
                  <a16:creationId xmlns:a16="http://schemas.microsoft.com/office/drawing/2014/main" id="{28857D25-A9ED-47EB-63B5-2273C7300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9" name="Rectangle 918">
              <a:extLst>
                <a:ext uri="{FF2B5EF4-FFF2-40B4-BE49-F238E27FC236}">
                  <a16:creationId xmlns:a16="http://schemas.microsoft.com/office/drawing/2014/main" id="{65CC7654-D94E-CD9C-7648-BA9CCF98C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0" name="Rectangle 919">
              <a:extLst>
                <a:ext uri="{FF2B5EF4-FFF2-40B4-BE49-F238E27FC236}">
                  <a16:creationId xmlns:a16="http://schemas.microsoft.com/office/drawing/2014/main" id="{2F5B6B58-0B01-7028-14AF-ED36FCE73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1" name="Rectangle 920">
              <a:extLst>
                <a:ext uri="{FF2B5EF4-FFF2-40B4-BE49-F238E27FC236}">
                  <a16:creationId xmlns:a16="http://schemas.microsoft.com/office/drawing/2014/main" id="{5A01C5DC-FCF2-D929-EAA9-5733CF00A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2" name="Rectangle 921">
              <a:extLst>
                <a:ext uri="{FF2B5EF4-FFF2-40B4-BE49-F238E27FC236}">
                  <a16:creationId xmlns:a16="http://schemas.microsoft.com/office/drawing/2014/main" id="{0A9EAE35-0DA3-1DD7-C8BE-F74EE44FB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3" name="Rectangle 922">
              <a:extLst>
                <a:ext uri="{FF2B5EF4-FFF2-40B4-BE49-F238E27FC236}">
                  <a16:creationId xmlns:a16="http://schemas.microsoft.com/office/drawing/2014/main" id="{AE587AA5-24CB-12AB-BD96-F245F059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4" name="Rectangle 923">
              <a:extLst>
                <a:ext uri="{FF2B5EF4-FFF2-40B4-BE49-F238E27FC236}">
                  <a16:creationId xmlns:a16="http://schemas.microsoft.com/office/drawing/2014/main" id="{75E976FF-6785-C22A-2833-808DB2EA7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5" name="Rectangle 924">
              <a:extLst>
                <a:ext uri="{FF2B5EF4-FFF2-40B4-BE49-F238E27FC236}">
                  <a16:creationId xmlns:a16="http://schemas.microsoft.com/office/drawing/2014/main" id="{CB595879-FC58-A3B0-532D-48AEF1FD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46" name="Rectangle 925">
              <a:extLst>
                <a:ext uri="{FF2B5EF4-FFF2-40B4-BE49-F238E27FC236}">
                  <a16:creationId xmlns:a16="http://schemas.microsoft.com/office/drawing/2014/main" id="{061E2F8B-9A61-9E5E-9733-5851DF881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3" name="Group 926">
            <a:extLst>
              <a:ext uri="{FF2B5EF4-FFF2-40B4-BE49-F238E27FC236}">
                <a16:creationId xmlns:a16="http://schemas.microsoft.com/office/drawing/2014/main" id="{F0320FB7-20D4-0FA7-A353-9498F83F27DE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1082675"/>
            <a:ext cx="1474787" cy="1463675"/>
            <a:chOff x="262" y="1078"/>
            <a:chExt cx="929" cy="922"/>
          </a:xfrm>
        </p:grpSpPr>
        <p:sp>
          <p:nvSpPr>
            <p:cNvPr id="38529" name="Rectangle 927">
              <a:extLst>
                <a:ext uri="{FF2B5EF4-FFF2-40B4-BE49-F238E27FC236}">
                  <a16:creationId xmlns:a16="http://schemas.microsoft.com/office/drawing/2014/main" id="{1806DB44-6CF1-17CC-34CE-0EA6B084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0" name="Rectangle 928">
              <a:extLst>
                <a:ext uri="{FF2B5EF4-FFF2-40B4-BE49-F238E27FC236}">
                  <a16:creationId xmlns:a16="http://schemas.microsoft.com/office/drawing/2014/main" id="{AE174DCC-EFB3-038F-2A9D-AE2358FE6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1" name="Rectangle 929">
              <a:extLst>
                <a:ext uri="{FF2B5EF4-FFF2-40B4-BE49-F238E27FC236}">
                  <a16:creationId xmlns:a16="http://schemas.microsoft.com/office/drawing/2014/main" id="{ED634EC7-CC2A-0DF1-9DBF-73F1C0C6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2" name="Rectangle 930">
              <a:extLst>
                <a:ext uri="{FF2B5EF4-FFF2-40B4-BE49-F238E27FC236}">
                  <a16:creationId xmlns:a16="http://schemas.microsoft.com/office/drawing/2014/main" id="{7C5FAAE2-0AF6-C692-E9E3-860B6CD11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3" name="Rectangle 931">
              <a:extLst>
                <a:ext uri="{FF2B5EF4-FFF2-40B4-BE49-F238E27FC236}">
                  <a16:creationId xmlns:a16="http://schemas.microsoft.com/office/drawing/2014/main" id="{4BE19005-215D-6BE0-BFEB-B52E63132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4" name="Rectangle 932">
              <a:extLst>
                <a:ext uri="{FF2B5EF4-FFF2-40B4-BE49-F238E27FC236}">
                  <a16:creationId xmlns:a16="http://schemas.microsoft.com/office/drawing/2014/main" id="{3E06A9BA-AC58-4B40-5722-EDB3B1204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5" name="Rectangle 933">
              <a:extLst>
                <a:ext uri="{FF2B5EF4-FFF2-40B4-BE49-F238E27FC236}">
                  <a16:creationId xmlns:a16="http://schemas.microsoft.com/office/drawing/2014/main" id="{434B49F0-0E8B-7A81-E3E4-D657D8B00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6" name="Rectangle 934">
              <a:extLst>
                <a:ext uri="{FF2B5EF4-FFF2-40B4-BE49-F238E27FC236}">
                  <a16:creationId xmlns:a16="http://schemas.microsoft.com/office/drawing/2014/main" id="{FBD30704-AA77-6422-7332-DD7C144D3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37" name="Rectangle 935">
              <a:extLst>
                <a:ext uri="{FF2B5EF4-FFF2-40B4-BE49-F238E27FC236}">
                  <a16:creationId xmlns:a16="http://schemas.microsoft.com/office/drawing/2014/main" id="{B50C0400-79D5-1845-78FE-893E1BAE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6" name="Group 936">
            <a:extLst>
              <a:ext uri="{FF2B5EF4-FFF2-40B4-BE49-F238E27FC236}">
                <a16:creationId xmlns:a16="http://schemas.microsoft.com/office/drawing/2014/main" id="{87A2FD31-9848-FB1A-88FD-88EDFE09450C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1082675"/>
            <a:ext cx="1474787" cy="1463675"/>
            <a:chOff x="262" y="1078"/>
            <a:chExt cx="929" cy="922"/>
          </a:xfrm>
        </p:grpSpPr>
        <p:sp>
          <p:nvSpPr>
            <p:cNvPr id="38520" name="Rectangle 937">
              <a:extLst>
                <a:ext uri="{FF2B5EF4-FFF2-40B4-BE49-F238E27FC236}">
                  <a16:creationId xmlns:a16="http://schemas.microsoft.com/office/drawing/2014/main" id="{ED6D4D18-27DC-9180-9D74-20A20AE15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1" name="Rectangle 938">
              <a:extLst>
                <a:ext uri="{FF2B5EF4-FFF2-40B4-BE49-F238E27FC236}">
                  <a16:creationId xmlns:a16="http://schemas.microsoft.com/office/drawing/2014/main" id="{EAC70019-545D-A2B4-43B8-4C61404DA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2" name="Rectangle 939">
              <a:extLst>
                <a:ext uri="{FF2B5EF4-FFF2-40B4-BE49-F238E27FC236}">
                  <a16:creationId xmlns:a16="http://schemas.microsoft.com/office/drawing/2014/main" id="{2A570887-0AD3-5051-3C3C-98B951916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3" name="Rectangle 940">
              <a:extLst>
                <a:ext uri="{FF2B5EF4-FFF2-40B4-BE49-F238E27FC236}">
                  <a16:creationId xmlns:a16="http://schemas.microsoft.com/office/drawing/2014/main" id="{DA31F461-F8B1-60A8-0343-B0E4B59A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4" name="Rectangle 941">
              <a:extLst>
                <a:ext uri="{FF2B5EF4-FFF2-40B4-BE49-F238E27FC236}">
                  <a16:creationId xmlns:a16="http://schemas.microsoft.com/office/drawing/2014/main" id="{E3EDCA7F-0C5C-FA6C-4073-1CDFF2967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5" name="Rectangle 942">
              <a:extLst>
                <a:ext uri="{FF2B5EF4-FFF2-40B4-BE49-F238E27FC236}">
                  <a16:creationId xmlns:a16="http://schemas.microsoft.com/office/drawing/2014/main" id="{48D82E9A-A457-5153-59FC-B6EDFC55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6" name="Rectangle 943">
              <a:extLst>
                <a:ext uri="{FF2B5EF4-FFF2-40B4-BE49-F238E27FC236}">
                  <a16:creationId xmlns:a16="http://schemas.microsoft.com/office/drawing/2014/main" id="{4810BBEB-6667-4310-674E-A2ADAFCD7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7" name="Rectangle 944">
              <a:extLst>
                <a:ext uri="{FF2B5EF4-FFF2-40B4-BE49-F238E27FC236}">
                  <a16:creationId xmlns:a16="http://schemas.microsoft.com/office/drawing/2014/main" id="{97024D8A-E646-46FE-2C8F-A949650D0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28" name="Rectangle 945">
              <a:extLst>
                <a:ext uri="{FF2B5EF4-FFF2-40B4-BE49-F238E27FC236}">
                  <a16:creationId xmlns:a16="http://schemas.microsoft.com/office/drawing/2014/main" id="{6C647F54-EE3A-6AE4-E9C7-CFD7D60D7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7" name="Group 946">
            <a:extLst>
              <a:ext uri="{FF2B5EF4-FFF2-40B4-BE49-F238E27FC236}">
                <a16:creationId xmlns:a16="http://schemas.microsoft.com/office/drawing/2014/main" id="{14D98247-B1FE-B56F-B7EA-C371605A3AF5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2076450"/>
            <a:ext cx="1474788" cy="1463675"/>
            <a:chOff x="262" y="1078"/>
            <a:chExt cx="929" cy="922"/>
          </a:xfrm>
        </p:grpSpPr>
        <p:sp>
          <p:nvSpPr>
            <p:cNvPr id="38511" name="Rectangle 947">
              <a:extLst>
                <a:ext uri="{FF2B5EF4-FFF2-40B4-BE49-F238E27FC236}">
                  <a16:creationId xmlns:a16="http://schemas.microsoft.com/office/drawing/2014/main" id="{40BD7655-0D43-DC5D-940D-7F3DE7B00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2" name="Rectangle 948">
              <a:extLst>
                <a:ext uri="{FF2B5EF4-FFF2-40B4-BE49-F238E27FC236}">
                  <a16:creationId xmlns:a16="http://schemas.microsoft.com/office/drawing/2014/main" id="{96CD5EE1-D50B-83E8-08ED-4346EED91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3" name="Rectangle 949">
              <a:extLst>
                <a:ext uri="{FF2B5EF4-FFF2-40B4-BE49-F238E27FC236}">
                  <a16:creationId xmlns:a16="http://schemas.microsoft.com/office/drawing/2014/main" id="{0CF1094A-3C7C-C636-1574-294D65452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4" name="Rectangle 950">
              <a:extLst>
                <a:ext uri="{FF2B5EF4-FFF2-40B4-BE49-F238E27FC236}">
                  <a16:creationId xmlns:a16="http://schemas.microsoft.com/office/drawing/2014/main" id="{7112C3C0-597B-0AE4-1623-9AB859677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5" name="Rectangle 951">
              <a:extLst>
                <a:ext uri="{FF2B5EF4-FFF2-40B4-BE49-F238E27FC236}">
                  <a16:creationId xmlns:a16="http://schemas.microsoft.com/office/drawing/2014/main" id="{297B9025-C2B7-FF2D-5A7A-2C23A68A6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6" name="Rectangle 952">
              <a:extLst>
                <a:ext uri="{FF2B5EF4-FFF2-40B4-BE49-F238E27FC236}">
                  <a16:creationId xmlns:a16="http://schemas.microsoft.com/office/drawing/2014/main" id="{2FD7D54C-B453-9C1F-269D-59110538E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7" name="Rectangle 953">
              <a:extLst>
                <a:ext uri="{FF2B5EF4-FFF2-40B4-BE49-F238E27FC236}">
                  <a16:creationId xmlns:a16="http://schemas.microsoft.com/office/drawing/2014/main" id="{4DD0CF21-2ADD-7DBC-9B12-A0C0499E4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8" name="Rectangle 954">
              <a:extLst>
                <a:ext uri="{FF2B5EF4-FFF2-40B4-BE49-F238E27FC236}">
                  <a16:creationId xmlns:a16="http://schemas.microsoft.com/office/drawing/2014/main" id="{988CCFEA-7FDC-FC36-7089-6800BD721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9" name="Rectangle 955">
              <a:extLst>
                <a:ext uri="{FF2B5EF4-FFF2-40B4-BE49-F238E27FC236}">
                  <a16:creationId xmlns:a16="http://schemas.microsoft.com/office/drawing/2014/main" id="{09CB9BC3-BB5D-A5AF-F98F-7B1494E9B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8" name="Group 956">
            <a:extLst>
              <a:ext uri="{FF2B5EF4-FFF2-40B4-BE49-F238E27FC236}">
                <a16:creationId xmlns:a16="http://schemas.microsoft.com/office/drawing/2014/main" id="{A25351A8-FFF3-EEF5-8D98-3A9B02F01B9B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2076450"/>
            <a:ext cx="1474787" cy="1463675"/>
            <a:chOff x="262" y="1078"/>
            <a:chExt cx="929" cy="922"/>
          </a:xfrm>
        </p:grpSpPr>
        <p:sp>
          <p:nvSpPr>
            <p:cNvPr id="38502" name="Rectangle 957">
              <a:extLst>
                <a:ext uri="{FF2B5EF4-FFF2-40B4-BE49-F238E27FC236}">
                  <a16:creationId xmlns:a16="http://schemas.microsoft.com/office/drawing/2014/main" id="{F0105592-DAF0-BBBA-C2ED-013D79856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3" name="Rectangle 958">
              <a:extLst>
                <a:ext uri="{FF2B5EF4-FFF2-40B4-BE49-F238E27FC236}">
                  <a16:creationId xmlns:a16="http://schemas.microsoft.com/office/drawing/2014/main" id="{8D3E8C40-C5C2-9234-F625-AD613994E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4" name="Rectangle 959">
              <a:extLst>
                <a:ext uri="{FF2B5EF4-FFF2-40B4-BE49-F238E27FC236}">
                  <a16:creationId xmlns:a16="http://schemas.microsoft.com/office/drawing/2014/main" id="{DD18E243-E60C-EC62-27AD-9EC41F8F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5" name="Rectangle 960">
              <a:extLst>
                <a:ext uri="{FF2B5EF4-FFF2-40B4-BE49-F238E27FC236}">
                  <a16:creationId xmlns:a16="http://schemas.microsoft.com/office/drawing/2014/main" id="{F3B18AE1-B078-E81A-2151-16D35C68F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6" name="Rectangle 961">
              <a:extLst>
                <a:ext uri="{FF2B5EF4-FFF2-40B4-BE49-F238E27FC236}">
                  <a16:creationId xmlns:a16="http://schemas.microsoft.com/office/drawing/2014/main" id="{0F5BD9EE-19A0-7AD1-B0AF-DAFA15F21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7" name="Rectangle 962">
              <a:extLst>
                <a:ext uri="{FF2B5EF4-FFF2-40B4-BE49-F238E27FC236}">
                  <a16:creationId xmlns:a16="http://schemas.microsoft.com/office/drawing/2014/main" id="{724B18B7-2592-FED6-1342-8637BAEE8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8" name="Rectangle 963">
              <a:extLst>
                <a:ext uri="{FF2B5EF4-FFF2-40B4-BE49-F238E27FC236}">
                  <a16:creationId xmlns:a16="http://schemas.microsoft.com/office/drawing/2014/main" id="{5EC6E73C-4A26-5DBE-1FCC-B1B63E974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9" name="Rectangle 964">
              <a:extLst>
                <a:ext uri="{FF2B5EF4-FFF2-40B4-BE49-F238E27FC236}">
                  <a16:creationId xmlns:a16="http://schemas.microsoft.com/office/drawing/2014/main" id="{CEE1C78E-A354-1501-6717-DAB1D47E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0" name="Rectangle 965">
              <a:extLst>
                <a:ext uri="{FF2B5EF4-FFF2-40B4-BE49-F238E27FC236}">
                  <a16:creationId xmlns:a16="http://schemas.microsoft.com/office/drawing/2014/main" id="{BC78B307-17D7-87E4-17DE-8B1514A28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099" name="Group 966">
            <a:extLst>
              <a:ext uri="{FF2B5EF4-FFF2-40B4-BE49-F238E27FC236}">
                <a16:creationId xmlns:a16="http://schemas.microsoft.com/office/drawing/2014/main" id="{DFD45A09-74C4-1935-BF1B-0D6701AB473E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2076450"/>
            <a:ext cx="1474788" cy="1463675"/>
            <a:chOff x="262" y="1078"/>
            <a:chExt cx="929" cy="922"/>
          </a:xfrm>
        </p:grpSpPr>
        <p:sp>
          <p:nvSpPr>
            <p:cNvPr id="38493" name="Rectangle 967">
              <a:extLst>
                <a:ext uri="{FF2B5EF4-FFF2-40B4-BE49-F238E27FC236}">
                  <a16:creationId xmlns:a16="http://schemas.microsoft.com/office/drawing/2014/main" id="{734765E9-0174-715D-4B19-4CDAD98BA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4" name="Rectangle 968">
              <a:extLst>
                <a:ext uri="{FF2B5EF4-FFF2-40B4-BE49-F238E27FC236}">
                  <a16:creationId xmlns:a16="http://schemas.microsoft.com/office/drawing/2014/main" id="{F27573CF-97D3-CC21-BC42-69225EDE0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5" name="Rectangle 969">
              <a:extLst>
                <a:ext uri="{FF2B5EF4-FFF2-40B4-BE49-F238E27FC236}">
                  <a16:creationId xmlns:a16="http://schemas.microsoft.com/office/drawing/2014/main" id="{58A7B028-581C-FDA8-8564-BE350571B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6" name="Rectangle 970">
              <a:extLst>
                <a:ext uri="{FF2B5EF4-FFF2-40B4-BE49-F238E27FC236}">
                  <a16:creationId xmlns:a16="http://schemas.microsoft.com/office/drawing/2014/main" id="{1A60779C-1595-FB1D-8F51-5515F7B2B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7" name="Rectangle 971">
              <a:extLst>
                <a:ext uri="{FF2B5EF4-FFF2-40B4-BE49-F238E27FC236}">
                  <a16:creationId xmlns:a16="http://schemas.microsoft.com/office/drawing/2014/main" id="{F44D6743-4E99-1CAB-90D7-5F9DE9364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8" name="Rectangle 972">
              <a:extLst>
                <a:ext uri="{FF2B5EF4-FFF2-40B4-BE49-F238E27FC236}">
                  <a16:creationId xmlns:a16="http://schemas.microsoft.com/office/drawing/2014/main" id="{98256F1B-4ED3-BEA8-718E-AA0B22DA8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9" name="Rectangle 973">
              <a:extLst>
                <a:ext uri="{FF2B5EF4-FFF2-40B4-BE49-F238E27FC236}">
                  <a16:creationId xmlns:a16="http://schemas.microsoft.com/office/drawing/2014/main" id="{8F5236EA-70D6-EFA7-E0D5-226661BF9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0" name="Rectangle 974">
              <a:extLst>
                <a:ext uri="{FF2B5EF4-FFF2-40B4-BE49-F238E27FC236}">
                  <a16:creationId xmlns:a16="http://schemas.microsoft.com/office/drawing/2014/main" id="{B34EB7F6-B974-1061-F001-AAF66CD73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01" name="Rectangle 975">
              <a:extLst>
                <a:ext uri="{FF2B5EF4-FFF2-40B4-BE49-F238E27FC236}">
                  <a16:creationId xmlns:a16="http://schemas.microsoft.com/office/drawing/2014/main" id="{E707F691-9E2D-BCB8-8955-6CFECCF7D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0" name="Group 976">
            <a:extLst>
              <a:ext uri="{FF2B5EF4-FFF2-40B4-BE49-F238E27FC236}">
                <a16:creationId xmlns:a16="http://schemas.microsoft.com/office/drawing/2014/main" id="{6CC5708F-3CB9-DD1A-7BC9-034DE43C4F50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2076450"/>
            <a:ext cx="1474788" cy="1463675"/>
            <a:chOff x="262" y="1078"/>
            <a:chExt cx="929" cy="922"/>
          </a:xfrm>
        </p:grpSpPr>
        <p:sp>
          <p:nvSpPr>
            <p:cNvPr id="38484" name="Rectangle 977">
              <a:extLst>
                <a:ext uri="{FF2B5EF4-FFF2-40B4-BE49-F238E27FC236}">
                  <a16:creationId xmlns:a16="http://schemas.microsoft.com/office/drawing/2014/main" id="{089F4C92-0727-D5CA-57C6-1CC6B5FDE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5" name="Rectangle 978">
              <a:extLst>
                <a:ext uri="{FF2B5EF4-FFF2-40B4-BE49-F238E27FC236}">
                  <a16:creationId xmlns:a16="http://schemas.microsoft.com/office/drawing/2014/main" id="{0DB6F75C-3A84-4B67-EBAB-738D794C1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6" name="Rectangle 979">
              <a:extLst>
                <a:ext uri="{FF2B5EF4-FFF2-40B4-BE49-F238E27FC236}">
                  <a16:creationId xmlns:a16="http://schemas.microsoft.com/office/drawing/2014/main" id="{EC2A2BDA-6899-B7FC-122F-86E0560A3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7" name="Rectangle 980">
              <a:extLst>
                <a:ext uri="{FF2B5EF4-FFF2-40B4-BE49-F238E27FC236}">
                  <a16:creationId xmlns:a16="http://schemas.microsoft.com/office/drawing/2014/main" id="{9F66D935-66C3-ECAD-CBED-10D1EF962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8" name="Rectangle 981">
              <a:extLst>
                <a:ext uri="{FF2B5EF4-FFF2-40B4-BE49-F238E27FC236}">
                  <a16:creationId xmlns:a16="http://schemas.microsoft.com/office/drawing/2014/main" id="{FC82D9F0-AB23-DEEE-6044-2FD291E4A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9" name="Rectangle 982">
              <a:extLst>
                <a:ext uri="{FF2B5EF4-FFF2-40B4-BE49-F238E27FC236}">
                  <a16:creationId xmlns:a16="http://schemas.microsoft.com/office/drawing/2014/main" id="{BBC97BC2-AF78-E45D-53B6-87F8A8B19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0" name="Rectangle 983">
              <a:extLst>
                <a:ext uri="{FF2B5EF4-FFF2-40B4-BE49-F238E27FC236}">
                  <a16:creationId xmlns:a16="http://schemas.microsoft.com/office/drawing/2014/main" id="{7C780709-D346-C48A-B8D3-8AB4F6B2A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1" name="Rectangle 984">
              <a:extLst>
                <a:ext uri="{FF2B5EF4-FFF2-40B4-BE49-F238E27FC236}">
                  <a16:creationId xmlns:a16="http://schemas.microsoft.com/office/drawing/2014/main" id="{BE9BE4C3-61C1-EF9B-6001-96A0BEC42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92" name="Rectangle 985">
              <a:extLst>
                <a:ext uri="{FF2B5EF4-FFF2-40B4-BE49-F238E27FC236}">
                  <a16:creationId xmlns:a16="http://schemas.microsoft.com/office/drawing/2014/main" id="{BEA0B503-0D70-471D-7370-921887259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1" name="Group 986">
            <a:extLst>
              <a:ext uri="{FF2B5EF4-FFF2-40B4-BE49-F238E27FC236}">
                <a16:creationId xmlns:a16="http://schemas.microsoft.com/office/drawing/2014/main" id="{1A531196-BED9-627E-10CD-4C303B623746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2076450"/>
            <a:ext cx="1474788" cy="1463675"/>
            <a:chOff x="262" y="1078"/>
            <a:chExt cx="929" cy="922"/>
          </a:xfrm>
        </p:grpSpPr>
        <p:sp>
          <p:nvSpPr>
            <p:cNvPr id="38475" name="Rectangle 987">
              <a:extLst>
                <a:ext uri="{FF2B5EF4-FFF2-40B4-BE49-F238E27FC236}">
                  <a16:creationId xmlns:a16="http://schemas.microsoft.com/office/drawing/2014/main" id="{DCE51C2D-E000-CDCA-69CB-EDE3BDC6B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6" name="Rectangle 988">
              <a:extLst>
                <a:ext uri="{FF2B5EF4-FFF2-40B4-BE49-F238E27FC236}">
                  <a16:creationId xmlns:a16="http://schemas.microsoft.com/office/drawing/2014/main" id="{B8B968AF-B5DA-8BCA-F177-4F35E73F4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7" name="Rectangle 989">
              <a:extLst>
                <a:ext uri="{FF2B5EF4-FFF2-40B4-BE49-F238E27FC236}">
                  <a16:creationId xmlns:a16="http://schemas.microsoft.com/office/drawing/2014/main" id="{2B716F71-CE07-938E-0D5E-8307A6530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8" name="Rectangle 990">
              <a:extLst>
                <a:ext uri="{FF2B5EF4-FFF2-40B4-BE49-F238E27FC236}">
                  <a16:creationId xmlns:a16="http://schemas.microsoft.com/office/drawing/2014/main" id="{C761ECFF-73E4-7124-A547-7FE415665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9" name="Rectangle 991">
              <a:extLst>
                <a:ext uri="{FF2B5EF4-FFF2-40B4-BE49-F238E27FC236}">
                  <a16:creationId xmlns:a16="http://schemas.microsoft.com/office/drawing/2014/main" id="{B4F727D8-7957-ADE3-DE30-EB1E8C107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0" name="Rectangle 992">
              <a:extLst>
                <a:ext uri="{FF2B5EF4-FFF2-40B4-BE49-F238E27FC236}">
                  <a16:creationId xmlns:a16="http://schemas.microsoft.com/office/drawing/2014/main" id="{BEC5D2E4-22A6-E159-76AB-1F6058E30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1" name="Rectangle 993">
              <a:extLst>
                <a:ext uri="{FF2B5EF4-FFF2-40B4-BE49-F238E27FC236}">
                  <a16:creationId xmlns:a16="http://schemas.microsoft.com/office/drawing/2014/main" id="{0EC36395-40DD-751A-B459-EDD308D9E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2" name="Rectangle 994">
              <a:extLst>
                <a:ext uri="{FF2B5EF4-FFF2-40B4-BE49-F238E27FC236}">
                  <a16:creationId xmlns:a16="http://schemas.microsoft.com/office/drawing/2014/main" id="{456A1CA9-9EDD-5E06-E665-566E3FE90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83" name="Rectangle 995">
              <a:extLst>
                <a:ext uri="{FF2B5EF4-FFF2-40B4-BE49-F238E27FC236}">
                  <a16:creationId xmlns:a16="http://schemas.microsoft.com/office/drawing/2014/main" id="{F2B1C962-E2FA-2CB0-35DE-96A60FDA2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2" name="Group 996">
            <a:extLst>
              <a:ext uri="{FF2B5EF4-FFF2-40B4-BE49-F238E27FC236}">
                <a16:creationId xmlns:a16="http://schemas.microsoft.com/office/drawing/2014/main" id="{7E7282EA-6772-64AE-CB75-1C5B794C0D8D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2076450"/>
            <a:ext cx="1474787" cy="1463675"/>
            <a:chOff x="262" y="1078"/>
            <a:chExt cx="929" cy="922"/>
          </a:xfrm>
        </p:grpSpPr>
        <p:sp>
          <p:nvSpPr>
            <p:cNvPr id="38466" name="Rectangle 997">
              <a:extLst>
                <a:ext uri="{FF2B5EF4-FFF2-40B4-BE49-F238E27FC236}">
                  <a16:creationId xmlns:a16="http://schemas.microsoft.com/office/drawing/2014/main" id="{3AB0AC71-47D8-93D6-EE59-8C2C2B82D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7" name="Rectangle 998">
              <a:extLst>
                <a:ext uri="{FF2B5EF4-FFF2-40B4-BE49-F238E27FC236}">
                  <a16:creationId xmlns:a16="http://schemas.microsoft.com/office/drawing/2014/main" id="{28DE0936-9E85-474D-058A-D48B705C0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8" name="Rectangle 999">
              <a:extLst>
                <a:ext uri="{FF2B5EF4-FFF2-40B4-BE49-F238E27FC236}">
                  <a16:creationId xmlns:a16="http://schemas.microsoft.com/office/drawing/2014/main" id="{23981CF8-7CD1-5355-E934-67DF90AED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9" name="Rectangle 1000">
              <a:extLst>
                <a:ext uri="{FF2B5EF4-FFF2-40B4-BE49-F238E27FC236}">
                  <a16:creationId xmlns:a16="http://schemas.microsoft.com/office/drawing/2014/main" id="{9200D2D2-BD5F-655D-2411-7CA02739A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0" name="Rectangle 1001">
              <a:extLst>
                <a:ext uri="{FF2B5EF4-FFF2-40B4-BE49-F238E27FC236}">
                  <a16:creationId xmlns:a16="http://schemas.microsoft.com/office/drawing/2014/main" id="{191CF7B1-0486-563A-6D62-6DB14F3A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1" name="Rectangle 1002">
              <a:extLst>
                <a:ext uri="{FF2B5EF4-FFF2-40B4-BE49-F238E27FC236}">
                  <a16:creationId xmlns:a16="http://schemas.microsoft.com/office/drawing/2014/main" id="{85D7CBBF-7D28-E49E-4C22-CAB22D4DE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2" name="Rectangle 1003">
              <a:extLst>
                <a:ext uri="{FF2B5EF4-FFF2-40B4-BE49-F238E27FC236}">
                  <a16:creationId xmlns:a16="http://schemas.microsoft.com/office/drawing/2014/main" id="{7261B773-6C1A-1F55-4A62-32D440902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3" name="Rectangle 1004">
              <a:extLst>
                <a:ext uri="{FF2B5EF4-FFF2-40B4-BE49-F238E27FC236}">
                  <a16:creationId xmlns:a16="http://schemas.microsoft.com/office/drawing/2014/main" id="{1D6662C1-1ECA-900C-677A-71F72143B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74" name="Rectangle 1005">
              <a:extLst>
                <a:ext uri="{FF2B5EF4-FFF2-40B4-BE49-F238E27FC236}">
                  <a16:creationId xmlns:a16="http://schemas.microsoft.com/office/drawing/2014/main" id="{8F6CC690-9CBD-7E99-1A89-DB92CFF8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3" name="Group 1006">
            <a:extLst>
              <a:ext uri="{FF2B5EF4-FFF2-40B4-BE49-F238E27FC236}">
                <a16:creationId xmlns:a16="http://schemas.microsoft.com/office/drawing/2014/main" id="{69669701-7E38-5BBE-9021-61C696AB5B66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2076450"/>
            <a:ext cx="1474787" cy="1463675"/>
            <a:chOff x="262" y="1078"/>
            <a:chExt cx="929" cy="922"/>
          </a:xfrm>
        </p:grpSpPr>
        <p:sp>
          <p:nvSpPr>
            <p:cNvPr id="38457" name="Rectangle 1007">
              <a:extLst>
                <a:ext uri="{FF2B5EF4-FFF2-40B4-BE49-F238E27FC236}">
                  <a16:creationId xmlns:a16="http://schemas.microsoft.com/office/drawing/2014/main" id="{069DB7B5-BE8F-E56C-ED94-8C1294D31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8" name="Rectangle 1008">
              <a:extLst>
                <a:ext uri="{FF2B5EF4-FFF2-40B4-BE49-F238E27FC236}">
                  <a16:creationId xmlns:a16="http://schemas.microsoft.com/office/drawing/2014/main" id="{64D1AF36-109B-3ABF-CD60-8B7F2C957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9" name="Rectangle 1009">
              <a:extLst>
                <a:ext uri="{FF2B5EF4-FFF2-40B4-BE49-F238E27FC236}">
                  <a16:creationId xmlns:a16="http://schemas.microsoft.com/office/drawing/2014/main" id="{BFAD0803-408A-E2C4-A44D-D0EF2FE61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0" name="Rectangle 1010">
              <a:extLst>
                <a:ext uri="{FF2B5EF4-FFF2-40B4-BE49-F238E27FC236}">
                  <a16:creationId xmlns:a16="http://schemas.microsoft.com/office/drawing/2014/main" id="{F959BAE3-59DF-8383-62D2-657D0DC29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1" name="Rectangle 1011">
              <a:extLst>
                <a:ext uri="{FF2B5EF4-FFF2-40B4-BE49-F238E27FC236}">
                  <a16:creationId xmlns:a16="http://schemas.microsoft.com/office/drawing/2014/main" id="{B9EF3C85-4589-FA5A-0ACF-D047927A8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2" name="Rectangle 1012">
              <a:extLst>
                <a:ext uri="{FF2B5EF4-FFF2-40B4-BE49-F238E27FC236}">
                  <a16:creationId xmlns:a16="http://schemas.microsoft.com/office/drawing/2014/main" id="{20966062-6175-A5F4-6E9D-7DD3E7C18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3" name="Rectangle 1013">
              <a:extLst>
                <a:ext uri="{FF2B5EF4-FFF2-40B4-BE49-F238E27FC236}">
                  <a16:creationId xmlns:a16="http://schemas.microsoft.com/office/drawing/2014/main" id="{6FC8A361-4704-3136-785F-CFEED24CB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4" name="Rectangle 1014">
              <a:extLst>
                <a:ext uri="{FF2B5EF4-FFF2-40B4-BE49-F238E27FC236}">
                  <a16:creationId xmlns:a16="http://schemas.microsoft.com/office/drawing/2014/main" id="{3F788978-0133-2D3E-D0FD-8830C404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65" name="Rectangle 1015">
              <a:extLst>
                <a:ext uri="{FF2B5EF4-FFF2-40B4-BE49-F238E27FC236}">
                  <a16:creationId xmlns:a16="http://schemas.microsoft.com/office/drawing/2014/main" id="{B17CD1ED-5B1E-194C-EBC6-45CC6A54B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4" name="Group 1016">
            <a:extLst>
              <a:ext uri="{FF2B5EF4-FFF2-40B4-BE49-F238E27FC236}">
                <a16:creationId xmlns:a16="http://schemas.microsoft.com/office/drawing/2014/main" id="{90F681D2-04B0-15E3-C1D4-40A21FC19C83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2076450"/>
            <a:ext cx="1474787" cy="1463675"/>
            <a:chOff x="262" y="1078"/>
            <a:chExt cx="929" cy="922"/>
          </a:xfrm>
        </p:grpSpPr>
        <p:sp>
          <p:nvSpPr>
            <p:cNvPr id="38448" name="Rectangle 1017">
              <a:extLst>
                <a:ext uri="{FF2B5EF4-FFF2-40B4-BE49-F238E27FC236}">
                  <a16:creationId xmlns:a16="http://schemas.microsoft.com/office/drawing/2014/main" id="{92049373-62CC-5B9C-66B6-82A779631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9" name="Rectangle 1018">
              <a:extLst>
                <a:ext uri="{FF2B5EF4-FFF2-40B4-BE49-F238E27FC236}">
                  <a16:creationId xmlns:a16="http://schemas.microsoft.com/office/drawing/2014/main" id="{193D9A15-7C18-4BB8-9CB2-8DB39DAB6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0" name="Rectangle 1019">
              <a:extLst>
                <a:ext uri="{FF2B5EF4-FFF2-40B4-BE49-F238E27FC236}">
                  <a16:creationId xmlns:a16="http://schemas.microsoft.com/office/drawing/2014/main" id="{58D369FA-52EA-F635-99B5-1FDCC85C2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1" name="Rectangle 1020">
              <a:extLst>
                <a:ext uri="{FF2B5EF4-FFF2-40B4-BE49-F238E27FC236}">
                  <a16:creationId xmlns:a16="http://schemas.microsoft.com/office/drawing/2014/main" id="{CC27F6DA-22D3-4D31-D833-3E6F98609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2" name="Rectangle 1021">
              <a:extLst>
                <a:ext uri="{FF2B5EF4-FFF2-40B4-BE49-F238E27FC236}">
                  <a16:creationId xmlns:a16="http://schemas.microsoft.com/office/drawing/2014/main" id="{D9A6BD11-3948-9A86-8FC7-20DAC50E6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3" name="Rectangle 1022">
              <a:extLst>
                <a:ext uri="{FF2B5EF4-FFF2-40B4-BE49-F238E27FC236}">
                  <a16:creationId xmlns:a16="http://schemas.microsoft.com/office/drawing/2014/main" id="{5271947F-BA66-CBCE-BEBD-77873A960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4" name="Rectangle 1023">
              <a:extLst>
                <a:ext uri="{FF2B5EF4-FFF2-40B4-BE49-F238E27FC236}">
                  <a16:creationId xmlns:a16="http://schemas.microsoft.com/office/drawing/2014/main" id="{72CA6B86-98C6-63E9-D9CF-2E0237718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5" name="Rectangle 1024">
              <a:extLst>
                <a:ext uri="{FF2B5EF4-FFF2-40B4-BE49-F238E27FC236}">
                  <a16:creationId xmlns:a16="http://schemas.microsoft.com/office/drawing/2014/main" id="{49D7AB32-2EBA-D1C9-AA07-A8EFCF61B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56" name="Rectangle 1025">
              <a:extLst>
                <a:ext uri="{FF2B5EF4-FFF2-40B4-BE49-F238E27FC236}">
                  <a16:creationId xmlns:a16="http://schemas.microsoft.com/office/drawing/2014/main" id="{58787F4C-24E6-134F-0276-3ABF8E491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5" name="Group 1026">
            <a:extLst>
              <a:ext uri="{FF2B5EF4-FFF2-40B4-BE49-F238E27FC236}">
                <a16:creationId xmlns:a16="http://schemas.microsoft.com/office/drawing/2014/main" id="{149274A3-219B-DBC0-82D1-DBFA584D5F19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2559050"/>
            <a:ext cx="1474788" cy="1463675"/>
            <a:chOff x="262" y="1078"/>
            <a:chExt cx="929" cy="922"/>
          </a:xfrm>
        </p:grpSpPr>
        <p:sp>
          <p:nvSpPr>
            <p:cNvPr id="38439" name="Rectangle 1027">
              <a:extLst>
                <a:ext uri="{FF2B5EF4-FFF2-40B4-BE49-F238E27FC236}">
                  <a16:creationId xmlns:a16="http://schemas.microsoft.com/office/drawing/2014/main" id="{F94F0BA2-81C5-A868-3ED0-888A662A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0" name="Rectangle 1028">
              <a:extLst>
                <a:ext uri="{FF2B5EF4-FFF2-40B4-BE49-F238E27FC236}">
                  <a16:creationId xmlns:a16="http://schemas.microsoft.com/office/drawing/2014/main" id="{239DA48E-C8C2-9E7B-8582-DA20D5EE8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1" name="Rectangle 1029">
              <a:extLst>
                <a:ext uri="{FF2B5EF4-FFF2-40B4-BE49-F238E27FC236}">
                  <a16:creationId xmlns:a16="http://schemas.microsoft.com/office/drawing/2014/main" id="{7764BEBA-BEC1-CFD1-49E9-12A22B19B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2" name="Rectangle 1030">
              <a:extLst>
                <a:ext uri="{FF2B5EF4-FFF2-40B4-BE49-F238E27FC236}">
                  <a16:creationId xmlns:a16="http://schemas.microsoft.com/office/drawing/2014/main" id="{D0C2AF58-221F-4C09-9DFE-80A26010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3" name="Rectangle 1031">
              <a:extLst>
                <a:ext uri="{FF2B5EF4-FFF2-40B4-BE49-F238E27FC236}">
                  <a16:creationId xmlns:a16="http://schemas.microsoft.com/office/drawing/2014/main" id="{F05BCB35-1357-650A-269F-E208A8233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4" name="Rectangle 1032">
              <a:extLst>
                <a:ext uri="{FF2B5EF4-FFF2-40B4-BE49-F238E27FC236}">
                  <a16:creationId xmlns:a16="http://schemas.microsoft.com/office/drawing/2014/main" id="{7262AB96-22C5-7344-2320-E5FE5A630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5" name="Rectangle 1033">
              <a:extLst>
                <a:ext uri="{FF2B5EF4-FFF2-40B4-BE49-F238E27FC236}">
                  <a16:creationId xmlns:a16="http://schemas.microsoft.com/office/drawing/2014/main" id="{689CC262-DA3C-DA91-C59A-0E20B3D77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6" name="Rectangle 1034">
              <a:extLst>
                <a:ext uri="{FF2B5EF4-FFF2-40B4-BE49-F238E27FC236}">
                  <a16:creationId xmlns:a16="http://schemas.microsoft.com/office/drawing/2014/main" id="{55DA984A-49D5-51A2-5C2C-1EC0E685A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47" name="Rectangle 1035">
              <a:extLst>
                <a:ext uri="{FF2B5EF4-FFF2-40B4-BE49-F238E27FC236}">
                  <a16:creationId xmlns:a16="http://schemas.microsoft.com/office/drawing/2014/main" id="{3E95D151-AAA4-2B54-6915-0B04FDED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6" name="Group 1036">
            <a:extLst>
              <a:ext uri="{FF2B5EF4-FFF2-40B4-BE49-F238E27FC236}">
                <a16:creationId xmlns:a16="http://schemas.microsoft.com/office/drawing/2014/main" id="{17757061-3F23-4300-AF38-F59FEDB316FE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2559050"/>
            <a:ext cx="1474787" cy="1463675"/>
            <a:chOff x="262" y="1078"/>
            <a:chExt cx="929" cy="922"/>
          </a:xfrm>
        </p:grpSpPr>
        <p:sp>
          <p:nvSpPr>
            <p:cNvPr id="38430" name="Rectangle 1037">
              <a:extLst>
                <a:ext uri="{FF2B5EF4-FFF2-40B4-BE49-F238E27FC236}">
                  <a16:creationId xmlns:a16="http://schemas.microsoft.com/office/drawing/2014/main" id="{434C74D2-74F5-39B8-0B69-5CFEEC14B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1" name="Rectangle 1038">
              <a:extLst>
                <a:ext uri="{FF2B5EF4-FFF2-40B4-BE49-F238E27FC236}">
                  <a16:creationId xmlns:a16="http://schemas.microsoft.com/office/drawing/2014/main" id="{F6B5C43F-FC34-E868-8C63-08E497C8C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2" name="Rectangle 1039">
              <a:extLst>
                <a:ext uri="{FF2B5EF4-FFF2-40B4-BE49-F238E27FC236}">
                  <a16:creationId xmlns:a16="http://schemas.microsoft.com/office/drawing/2014/main" id="{30CC9EC1-DBFB-B629-F3A8-B11ACD0B8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3" name="Rectangle 1040">
              <a:extLst>
                <a:ext uri="{FF2B5EF4-FFF2-40B4-BE49-F238E27FC236}">
                  <a16:creationId xmlns:a16="http://schemas.microsoft.com/office/drawing/2014/main" id="{0AE67E94-9DFE-F25C-C650-DE508CBEA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4" name="Rectangle 1041">
              <a:extLst>
                <a:ext uri="{FF2B5EF4-FFF2-40B4-BE49-F238E27FC236}">
                  <a16:creationId xmlns:a16="http://schemas.microsoft.com/office/drawing/2014/main" id="{24449FC5-C672-CD40-AA06-8808090F5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5" name="Rectangle 1042">
              <a:extLst>
                <a:ext uri="{FF2B5EF4-FFF2-40B4-BE49-F238E27FC236}">
                  <a16:creationId xmlns:a16="http://schemas.microsoft.com/office/drawing/2014/main" id="{8C2C9202-E084-1144-4389-27D0F609E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6" name="Rectangle 1043">
              <a:extLst>
                <a:ext uri="{FF2B5EF4-FFF2-40B4-BE49-F238E27FC236}">
                  <a16:creationId xmlns:a16="http://schemas.microsoft.com/office/drawing/2014/main" id="{458D3356-604F-6FA2-537E-E40FD58C1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7" name="Rectangle 1044">
              <a:extLst>
                <a:ext uri="{FF2B5EF4-FFF2-40B4-BE49-F238E27FC236}">
                  <a16:creationId xmlns:a16="http://schemas.microsoft.com/office/drawing/2014/main" id="{2123D97C-8415-22B1-6583-72AEF8D3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38" name="Rectangle 1045">
              <a:extLst>
                <a:ext uri="{FF2B5EF4-FFF2-40B4-BE49-F238E27FC236}">
                  <a16:creationId xmlns:a16="http://schemas.microsoft.com/office/drawing/2014/main" id="{FCF1A6ED-49BF-C141-6F15-072B10D9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7" name="Group 1046">
            <a:extLst>
              <a:ext uri="{FF2B5EF4-FFF2-40B4-BE49-F238E27FC236}">
                <a16:creationId xmlns:a16="http://schemas.microsoft.com/office/drawing/2014/main" id="{727DAAE2-527A-4718-1305-BDB0F7E723EE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2559050"/>
            <a:ext cx="1474788" cy="1463675"/>
            <a:chOff x="262" y="1078"/>
            <a:chExt cx="929" cy="922"/>
          </a:xfrm>
        </p:grpSpPr>
        <p:sp>
          <p:nvSpPr>
            <p:cNvPr id="38421" name="Rectangle 1047">
              <a:extLst>
                <a:ext uri="{FF2B5EF4-FFF2-40B4-BE49-F238E27FC236}">
                  <a16:creationId xmlns:a16="http://schemas.microsoft.com/office/drawing/2014/main" id="{A96274A7-71D1-B440-9CC7-C9A1891E4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2" name="Rectangle 1048">
              <a:extLst>
                <a:ext uri="{FF2B5EF4-FFF2-40B4-BE49-F238E27FC236}">
                  <a16:creationId xmlns:a16="http://schemas.microsoft.com/office/drawing/2014/main" id="{265A808A-41AB-CB32-256A-421779A57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3" name="Rectangle 1049">
              <a:extLst>
                <a:ext uri="{FF2B5EF4-FFF2-40B4-BE49-F238E27FC236}">
                  <a16:creationId xmlns:a16="http://schemas.microsoft.com/office/drawing/2014/main" id="{A4B1A084-7E4C-7E87-FD2E-885AE657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4" name="Rectangle 1050">
              <a:extLst>
                <a:ext uri="{FF2B5EF4-FFF2-40B4-BE49-F238E27FC236}">
                  <a16:creationId xmlns:a16="http://schemas.microsoft.com/office/drawing/2014/main" id="{66C3FCAD-4B81-BCE9-0C47-A6D7ECB49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5" name="Rectangle 1051">
              <a:extLst>
                <a:ext uri="{FF2B5EF4-FFF2-40B4-BE49-F238E27FC236}">
                  <a16:creationId xmlns:a16="http://schemas.microsoft.com/office/drawing/2014/main" id="{3ABEDE6C-22FF-4315-2FFE-651A96A45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6" name="Rectangle 1052">
              <a:extLst>
                <a:ext uri="{FF2B5EF4-FFF2-40B4-BE49-F238E27FC236}">
                  <a16:creationId xmlns:a16="http://schemas.microsoft.com/office/drawing/2014/main" id="{86C4A29D-BF2D-38B6-B486-BEF1317DF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7" name="Rectangle 1053">
              <a:extLst>
                <a:ext uri="{FF2B5EF4-FFF2-40B4-BE49-F238E27FC236}">
                  <a16:creationId xmlns:a16="http://schemas.microsoft.com/office/drawing/2014/main" id="{F56CF5DE-0E89-8E11-7786-670DCAF3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8" name="Rectangle 1054">
              <a:extLst>
                <a:ext uri="{FF2B5EF4-FFF2-40B4-BE49-F238E27FC236}">
                  <a16:creationId xmlns:a16="http://schemas.microsoft.com/office/drawing/2014/main" id="{D6D528E7-1AD5-94D4-9F78-60B9C55F4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9" name="Rectangle 1055">
              <a:extLst>
                <a:ext uri="{FF2B5EF4-FFF2-40B4-BE49-F238E27FC236}">
                  <a16:creationId xmlns:a16="http://schemas.microsoft.com/office/drawing/2014/main" id="{6B51A32B-D226-A51D-5DF1-FD82D578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8" name="Group 1056">
            <a:extLst>
              <a:ext uri="{FF2B5EF4-FFF2-40B4-BE49-F238E27FC236}">
                <a16:creationId xmlns:a16="http://schemas.microsoft.com/office/drawing/2014/main" id="{AEB7A16C-00B3-4AC2-4364-F5ED39698A77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2559050"/>
            <a:ext cx="1474788" cy="1463675"/>
            <a:chOff x="262" y="1078"/>
            <a:chExt cx="929" cy="922"/>
          </a:xfrm>
        </p:grpSpPr>
        <p:sp>
          <p:nvSpPr>
            <p:cNvPr id="38412" name="Rectangle 1057">
              <a:extLst>
                <a:ext uri="{FF2B5EF4-FFF2-40B4-BE49-F238E27FC236}">
                  <a16:creationId xmlns:a16="http://schemas.microsoft.com/office/drawing/2014/main" id="{C8E1BB78-37A4-FDDE-0F44-45EF12A61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3" name="Rectangle 1058">
              <a:extLst>
                <a:ext uri="{FF2B5EF4-FFF2-40B4-BE49-F238E27FC236}">
                  <a16:creationId xmlns:a16="http://schemas.microsoft.com/office/drawing/2014/main" id="{0F3CA406-5427-EF89-255A-1680FD07D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4" name="Rectangle 1059">
              <a:extLst>
                <a:ext uri="{FF2B5EF4-FFF2-40B4-BE49-F238E27FC236}">
                  <a16:creationId xmlns:a16="http://schemas.microsoft.com/office/drawing/2014/main" id="{8A59E6E9-A6F6-D868-B8DA-526A45AF3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5" name="Rectangle 1060">
              <a:extLst>
                <a:ext uri="{FF2B5EF4-FFF2-40B4-BE49-F238E27FC236}">
                  <a16:creationId xmlns:a16="http://schemas.microsoft.com/office/drawing/2014/main" id="{B639E444-204B-4673-C98C-FB0F2BE4D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6" name="Rectangle 1061">
              <a:extLst>
                <a:ext uri="{FF2B5EF4-FFF2-40B4-BE49-F238E27FC236}">
                  <a16:creationId xmlns:a16="http://schemas.microsoft.com/office/drawing/2014/main" id="{659389D6-1739-FDAF-FE68-E615949CB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7" name="Rectangle 1062">
              <a:extLst>
                <a:ext uri="{FF2B5EF4-FFF2-40B4-BE49-F238E27FC236}">
                  <a16:creationId xmlns:a16="http://schemas.microsoft.com/office/drawing/2014/main" id="{516FCC4E-A828-3582-2011-FCD17FA38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8" name="Rectangle 1063">
              <a:extLst>
                <a:ext uri="{FF2B5EF4-FFF2-40B4-BE49-F238E27FC236}">
                  <a16:creationId xmlns:a16="http://schemas.microsoft.com/office/drawing/2014/main" id="{E5C859EB-AECF-6C84-C620-2273DF79E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9" name="Rectangle 1064">
              <a:extLst>
                <a:ext uri="{FF2B5EF4-FFF2-40B4-BE49-F238E27FC236}">
                  <a16:creationId xmlns:a16="http://schemas.microsoft.com/office/drawing/2014/main" id="{B08FDB04-D793-BC93-A3F4-3F0DCB9A1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20" name="Rectangle 1065">
              <a:extLst>
                <a:ext uri="{FF2B5EF4-FFF2-40B4-BE49-F238E27FC236}">
                  <a16:creationId xmlns:a16="http://schemas.microsoft.com/office/drawing/2014/main" id="{E75DB666-CA3D-78B7-F062-884887D2C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09" name="Group 1066">
            <a:extLst>
              <a:ext uri="{FF2B5EF4-FFF2-40B4-BE49-F238E27FC236}">
                <a16:creationId xmlns:a16="http://schemas.microsoft.com/office/drawing/2014/main" id="{7C759299-A599-9FE4-1294-5B5D42F41294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2559050"/>
            <a:ext cx="1474788" cy="1463675"/>
            <a:chOff x="262" y="1078"/>
            <a:chExt cx="929" cy="922"/>
          </a:xfrm>
        </p:grpSpPr>
        <p:sp>
          <p:nvSpPr>
            <p:cNvPr id="38403" name="Rectangle 1067">
              <a:extLst>
                <a:ext uri="{FF2B5EF4-FFF2-40B4-BE49-F238E27FC236}">
                  <a16:creationId xmlns:a16="http://schemas.microsoft.com/office/drawing/2014/main" id="{FEAB944E-9DC7-A251-FFD5-9DDA37E80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4" name="Rectangle 1068">
              <a:extLst>
                <a:ext uri="{FF2B5EF4-FFF2-40B4-BE49-F238E27FC236}">
                  <a16:creationId xmlns:a16="http://schemas.microsoft.com/office/drawing/2014/main" id="{89420040-1BF1-7407-E022-CA08C9047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5" name="Rectangle 1069">
              <a:extLst>
                <a:ext uri="{FF2B5EF4-FFF2-40B4-BE49-F238E27FC236}">
                  <a16:creationId xmlns:a16="http://schemas.microsoft.com/office/drawing/2014/main" id="{234EEA09-9CF5-7361-C2F4-E62F923D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6" name="Rectangle 1070">
              <a:extLst>
                <a:ext uri="{FF2B5EF4-FFF2-40B4-BE49-F238E27FC236}">
                  <a16:creationId xmlns:a16="http://schemas.microsoft.com/office/drawing/2014/main" id="{F2060DBB-72FA-E28B-3ADD-FBF8E37FC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7" name="Rectangle 1071">
              <a:extLst>
                <a:ext uri="{FF2B5EF4-FFF2-40B4-BE49-F238E27FC236}">
                  <a16:creationId xmlns:a16="http://schemas.microsoft.com/office/drawing/2014/main" id="{7390144D-EF97-E22D-47B0-4F0A1E672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8" name="Rectangle 1072">
              <a:extLst>
                <a:ext uri="{FF2B5EF4-FFF2-40B4-BE49-F238E27FC236}">
                  <a16:creationId xmlns:a16="http://schemas.microsoft.com/office/drawing/2014/main" id="{E6160EB6-FC30-05CD-67F9-618039924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9" name="Rectangle 1073">
              <a:extLst>
                <a:ext uri="{FF2B5EF4-FFF2-40B4-BE49-F238E27FC236}">
                  <a16:creationId xmlns:a16="http://schemas.microsoft.com/office/drawing/2014/main" id="{26F18CB7-2821-86D2-FD3C-EC83B077E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0" name="Rectangle 1074">
              <a:extLst>
                <a:ext uri="{FF2B5EF4-FFF2-40B4-BE49-F238E27FC236}">
                  <a16:creationId xmlns:a16="http://schemas.microsoft.com/office/drawing/2014/main" id="{5182E55F-7D6E-FE97-2D91-FF0B98090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11" name="Rectangle 1075">
              <a:extLst>
                <a:ext uri="{FF2B5EF4-FFF2-40B4-BE49-F238E27FC236}">
                  <a16:creationId xmlns:a16="http://schemas.microsoft.com/office/drawing/2014/main" id="{3C087B60-7056-D516-A3D1-761F99206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0" name="Group 1076">
            <a:extLst>
              <a:ext uri="{FF2B5EF4-FFF2-40B4-BE49-F238E27FC236}">
                <a16:creationId xmlns:a16="http://schemas.microsoft.com/office/drawing/2014/main" id="{AA548293-C558-5185-0F6E-7387C955851F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2559050"/>
            <a:ext cx="1474787" cy="1463675"/>
            <a:chOff x="262" y="1078"/>
            <a:chExt cx="929" cy="922"/>
          </a:xfrm>
        </p:grpSpPr>
        <p:sp>
          <p:nvSpPr>
            <p:cNvPr id="38394" name="Rectangle 1077">
              <a:extLst>
                <a:ext uri="{FF2B5EF4-FFF2-40B4-BE49-F238E27FC236}">
                  <a16:creationId xmlns:a16="http://schemas.microsoft.com/office/drawing/2014/main" id="{D6C0C114-4F70-D45F-3F3A-A7FC18190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5" name="Rectangle 1078">
              <a:extLst>
                <a:ext uri="{FF2B5EF4-FFF2-40B4-BE49-F238E27FC236}">
                  <a16:creationId xmlns:a16="http://schemas.microsoft.com/office/drawing/2014/main" id="{018DE347-749F-17B4-4EBF-CA20BE998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6" name="Rectangle 1079">
              <a:extLst>
                <a:ext uri="{FF2B5EF4-FFF2-40B4-BE49-F238E27FC236}">
                  <a16:creationId xmlns:a16="http://schemas.microsoft.com/office/drawing/2014/main" id="{332F8CCC-B5E5-A7C6-6BE1-2EB247BF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7" name="Rectangle 1080">
              <a:extLst>
                <a:ext uri="{FF2B5EF4-FFF2-40B4-BE49-F238E27FC236}">
                  <a16:creationId xmlns:a16="http://schemas.microsoft.com/office/drawing/2014/main" id="{BC465980-316B-7749-E226-072531A7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8" name="Rectangle 1081">
              <a:extLst>
                <a:ext uri="{FF2B5EF4-FFF2-40B4-BE49-F238E27FC236}">
                  <a16:creationId xmlns:a16="http://schemas.microsoft.com/office/drawing/2014/main" id="{D3FC24E2-2FD7-4C99-EA19-2967541A0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9" name="Rectangle 1082">
              <a:extLst>
                <a:ext uri="{FF2B5EF4-FFF2-40B4-BE49-F238E27FC236}">
                  <a16:creationId xmlns:a16="http://schemas.microsoft.com/office/drawing/2014/main" id="{F1FBB9C2-F37C-B2B5-0177-A32856974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0" name="Rectangle 1083">
              <a:extLst>
                <a:ext uri="{FF2B5EF4-FFF2-40B4-BE49-F238E27FC236}">
                  <a16:creationId xmlns:a16="http://schemas.microsoft.com/office/drawing/2014/main" id="{5B837F08-2A89-8831-8659-5F717BA0A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1" name="Rectangle 1084">
              <a:extLst>
                <a:ext uri="{FF2B5EF4-FFF2-40B4-BE49-F238E27FC236}">
                  <a16:creationId xmlns:a16="http://schemas.microsoft.com/office/drawing/2014/main" id="{175779FF-6574-FD68-8962-E07BE0E0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402" name="Rectangle 1085">
              <a:extLst>
                <a:ext uri="{FF2B5EF4-FFF2-40B4-BE49-F238E27FC236}">
                  <a16:creationId xmlns:a16="http://schemas.microsoft.com/office/drawing/2014/main" id="{5FB69CF9-1392-9738-2098-4603555E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1" name="Group 1086">
            <a:extLst>
              <a:ext uri="{FF2B5EF4-FFF2-40B4-BE49-F238E27FC236}">
                <a16:creationId xmlns:a16="http://schemas.microsoft.com/office/drawing/2014/main" id="{0336B4EC-6F06-DA22-C405-C29AC675BD9B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2559050"/>
            <a:ext cx="1474787" cy="1463675"/>
            <a:chOff x="262" y="1078"/>
            <a:chExt cx="929" cy="922"/>
          </a:xfrm>
        </p:grpSpPr>
        <p:sp>
          <p:nvSpPr>
            <p:cNvPr id="38385" name="Rectangle 1087">
              <a:extLst>
                <a:ext uri="{FF2B5EF4-FFF2-40B4-BE49-F238E27FC236}">
                  <a16:creationId xmlns:a16="http://schemas.microsoft.com/office/drawing/2014/main" id="{5F8E485C-0171-4491-6856-1F0A6D10A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6" name="Rectangle 1088">
              <a:extLst>
                <a:ext uri="{FF2B5EF4-FFF2-40B4-BE49-F238E27FC236}">
                  <a16:creationId xmlns:a16="http://schemas.microsoft.com/office/drawing/2014/main" id="{297DFD5D-9D82-9A2E-28D0-5A35F39B1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7" name="Rectangle 1089">
              <a:extLst>
                <a:ext uri="{FF2B5EF4-FFF2-40B4-BE49-F238E27FC236}">
                  <a16:creationId xmlns:a16="http://schemas.microsoft.com/office/drawing/2014/main" id="{640AD199-5C1B-C922-5A21-19A506EBF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8" name="Rectangle 1090">
              <a:extLst>
                <a:ext uri="{FF2B5EF4-FFF2-40B4-BE49-F238E27FC236}">
                  <a16:creationId xmlns:a16="http://schemas.microsoft.com/office/drawing/2014/main" id="{2C87180F-AD77-9860-02C0-028D1F536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9" name="Rectangle 1091">
              <a:extLst>
                <a:ext uri="{FF2B5EF4-FFF2-40B4-BE49-F238E27FC236}">
                  <a16:creationId xmlns:a16="http://schemas.microsoft.com/office/drawing/2014/main" id="{40502AC4-948D-15E1-2B67-9CEFA0D94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0" name="Rectangle 1092">
              <a:extLst>
                <a:ext uri="{FF2B5EF4-FFF2-40B4-BE49-F238E27FC236}">
                  <a16:creationId xmlns:a16="http://schemas.microsoft.com/office/drawing/2014/main" id="{BB203537-C70B-0493-02A8-1CBDBC994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1" name="Rectangle 1093">
              <a:extLst>
                <a:ext uri="{FF2B5EF4-FFF2-40B4-BE49-F238E27FC236}">
                  <a16:creationId xmlns:a16="http://schemas.microsoft.com/office/drawing/2014/main" id="{FEFA8AF9-9ADC-0E1A-2F1D-222029BFB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2" name="Rectangle 1094">
              <a:extLst>
                <a:ext uri="{FF2B5EF4-FFF2-40B4-BE49-F238E27FC236}">
                  <a16:creationId xmlns:a16="http://schemas.microsoft.com/office/drawing/2014/main" id="{1654A970-73EE-07FD-35A2-56F4BE4F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93" name="Rectangle 1095">
              <a:extLst>
                <a:ext uri="{FF2B5EF4-FFF2-40B4-BE49-F238E27FC236}">
                  <a16:creationId xmlns:a16="http://schemas.microsoft.com/office/drawing/2014/main" id="{2BEDC13D-7C7B-E4D2-75C5-042B47815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2" name="Group 1096">
            <a:extLst>
              <a:ext uri="{FF2B5EF4-FFF2-40B4-BE49-F238E27FC236}">
                <a16:creationId xmlns:a16="http://schemas.microsoft.com/office/drawing/2014/main" id="{41259570-60E7-8C5D-33E8-8D66E4FC00B1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2559050"/>
            <a:ext cx="1474787" cy="1463675"/>
            <a:chOff x="262" y="1078"/>
            <a:chExt cx="929" cy="922"/>
          </a:xfrm>
        </p:grpSpPr>
        <p:sp>
          <p:nvSpPr>
            <p:cNvPr id="38376" name="Rectangle 1097">
              <a:extLst>
                <a:ext uri="{FF2B5EF4-FFF2-40B4-BE49-F238E27FC236}">
                  <a16:creationId xmlns:a16="http://schemas.microsoft.com/office/drawing/2014/main" id="{F1695351-6EA4-CDE8-EA09-04E1524F3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7" name="Rectangle 1098">
              <a:extLst>
                <a:ext uri="{FF2B5EF4-FFF2-40B4-BE49-F238E27FC236}">
                  <a16:creationId xmlns:a16="http://schemas.microsoft.com/office/drawing/2014/main" id="{6062D047-707A-B78F-9B36-650B3E0F4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8" name="Rectangle 1099">
              <a:extLst>
                <a:ext uri="{FF2B5EF4-FFF2-40B4-BE49-F238E27FC236}">
                  <a16:creationId xmlns:a16="http://schemas.microsoft.com/office/drawing/2014/main" id="{59750DD9-5806-6E5F-4BB6-18CCBEB19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9" name="Rectangle 1100">
              <a:extLst>
                <a:ext uri="{FF2B5EF4-FFF2-40B4-BE49-F238E27FC236}">
                  <a16:creationId xmlns:a16="http://schemas.microsoft.com/office/drawing/2014/main" id="{18AE41EC-BD38-BC02-84E4-CC1E27084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0" name="Rectangle 1101">
              <a:extLst>
                <a:ext uri="{FF2B5EF4-FFF2-40B4-BE49-F238E27FC236}">
                  <a16:creationId xmlns:a16="http://schemas.microsoft.com/office/drawing/2014/main" id="{D48E6477-88B4-4EE2-FAE1-804B868D8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1" name="Rectangle 1102">
              <a:extLst>
                <a:ext uri="{FF2B5EF4-FFF2-40B4-BE49-F238E27FC236}">
                  <a16:creationId xmlns:a16="http://schemas.microsoft.com/office/drawing/2014/main" id="{1F912BEC-48E8-991E-A1BE-8A7D824E6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2" name="Rectangle 1103">
              <a:extLst>
                <a:ext uri="{FF2B5EF4-FFF2-40B4-BE49-F238E27FC236}">
                  <a16:creationId xmlns:a16="http://schemas.microsoft.com/office/drawing/2014/main" id="{258214A2-3FA6-9ABD-AA4D-416CFC909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3" name="Rectangle 1104">
              <a:extLst>
                <a:ext uri="{FF2B5EF4-FFF2-40B4-BE49-F238E27FC236}">
                  <a16:creationId xmlns:a16="http://schemas.microsoft.com/office/drawing/2014/main" id="{4F79FC78-9AF4-15FD-1EAA-5CBA77BA6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84" name="Rectangle 1105">
              <a:extLst>
                <a:ext uri="{FF2B5EF4-FFF2-40B4-BE49-F238E27FC236}">
                  <a16:creationId xmlns:a16="http://schemas.microsoft.com/office/drawing/2014/main" id="{6807703B-1211-2733-6A01-E6ADC9D2D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3" name="Group 1106">
            <a:extLst>
              <a:ext uri="{FF2B5EF4-FFF2-40B4-BE49-F238E27FC236}">
                <a16:creationId xmlns:a16="http://schemas.microsoft.com/office/drawing/2014/main" id="{8FDBA378-3724-30A1-7EC4-80391E540F28}"/>
              </a:ext>
            </a:extLst>
          </p:cNvPr>
          <p:cNvGrpSpPr>
            <a:grpSpLocks/>
          </p:cNvGrpSpPr>
          <p:nvPr/>
        </p:nvGrpSpPr>
        <p:grpSpPr bwMode="auto">
          <a:xfrm>
            <a:off x="4306888" y="3046413"/>
            <a:ext cx="1474787" cy="1463675"/>
            <a:chOff x="262" y="1078"/>
            <a:chExt cx="929" cy="922"/>
          </a:xfrm>
        </p:grpSpPr>
        <p:sp>
          <p:nvSpPr>
            <p:cNvPr id="38367" name="Rectangle 1107">
              <a:extLst>
                <a:ext uri="{FF2B5EF4-FFF2-40B4-BE49-F238E27FC236}">
                  <a16:creationId xmlns:a16="http://schemas.microsoft.com/office/drawing/2014/main" id="{28C67C54-9CA6-E92F-F046-EE0E22747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8" name="Rectangle 1108">
              <a:extLst>
                <a:ext uri="{FF2B5EF4-FFF2-40B4-BE49-F238E27FC236}">
                  <a16:creationId xmlns:a16="http://schemas.microsoft.com/office/drawing/2014/main" id="{0E337089-BC53-FFCD-6105-284A8D495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9" name="Rectangle 1109">
              <a:extLst>
                <a:ext uri="{FF2B5EF4-FFF2-40B4-BE49-F238E27FC236}">
                  <a16:creationId xmlns:a16="http://schemas.microsoft.com/office/drawing/2014/main" id="{16255CBC-108A-56E6-1565-D857555F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0" name="Rectangle 1110">
              <a:extLst>
                <a:ext uri="{FF2B5EF4-FFF2-40B4-BE49-F238E27FC236}">
                  <a16:creationId xmlns:a16="http://schemas.microsoft.com/office/drawing/2014/main" id="{839197B7-46C5-49FE-7A53-09CABA9B6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1" name="Rectangle 1111">
              <a:extLst>
                <a:ext uri="{FF2B5EF4-FFF2-40B4-BE49-F238E27FC236}">
                  <a16:creationId xmlns:a16="http://schemas.microsoft.com/office/drawing/2014/main" id="{630CAD63-90DC-D39F-6DB2-2F646FA24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2" name="Rectangle 1112">
              <a:extLst>
                <a:ext uri="{FF2B5EF4-FFF2-40B4-BE49-F238E27FC236}">
                  <a16:creationId xmlns:a16="http://schemas.microsoft.com/office/drawing/2014/main" id="{0B72FC5B-A40C-D4CD-CDBD-C8952CA08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3" name="Rectangle 1113">
              <a:extLst>
                <a:ext uri="{FF2B5EF4-FFF2-40B4-BE49-F238E27FC236}">
                  <a16:creationId xmlns:a16="http://schemas.microsoft.com/office/drawing/2014/main" id="{36A7A3C1-CC93-DD94-74C6-AFF5CFB9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4" name="Rectangle 1114">
              <a:extLst>
                <a:ext uri="{FF2B5EF4-FFF2-40B4-BE49-F238E27FC236}">
                  <a16:creationId xmlns:a16="http://schemas.microsoft.com/office/drawing/2014/main" id="{275E6867-AA34-A04C-AAF5-10CC33FF9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75" name="Rectangle 1115">
              <a:extLst>
                <a:ext uri="{FF2B5EF4-FFF2-40B4-BE49-F238E27FC236}">
                  <a16:creationId xmlns:a16="http://schemas.microsoft.com/office/drawing/2014/main" id="{D2C222D7-F56D-CA1B-11CA-1D8E4F272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4" name="Group 1116">
            <a:extLst>
              <a:ext uri="{FF2B5EF4-FFF2-40B4-BE49-F238E27FC236}">
                <a16:creationId xmlns:a16="http://schemas.microsoft.com/office/drawing/2014/main" id="{0BA2A7A4-8D03-6C03-DFBF-A794AB9EC8EF}"/>
              </a:ext>
            </a:extLst>
          </p:cNvPr>
          <p:cNvGrpSpPr>
            <a:grpSpLocks/>
          </p:cNvGrpSpPr>
          <p:nvPr/>
        </p:nvGrpSpPr>
        <p:grpSpPr bwMode="auto">
          <a:xfrm>
            <a:off x="4794250" y="3046413"/>
            <a:ext cx="1474788" cy="1463675"/>
            <a:chOff x="262" y="1078"/>
            <a:chExt cx="929" cy="922"/>
          </a:xfrm>
        </p:grpSpPr>
        <p:sp>
          <p:nvSpPr>
            <p:cNvPr id="38358" name="Rectangle 1117">
              <a:extLst>
                <a:ext uri="{FF2B5EF4-FFF2-40B4-BE49-F238E27FC236}">
                  <a16:creationId xmlns:a16="http://schemas.microsoft.com/office/drawing/2014/main" id="{2575F64F-EA11-30FA-8E36-3DE9D755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9" name="Rectangle 1118">
              <a:extLst>
                <a:ext uri="{FF2B5EF4-FFF2-40B4-BE49-F238E27FC236}">
                  <a16:creationId xmlns:a16="http://schemas.microsoft.com/office/drawing/2014/main" id="{DCB04716-ED10-F72E-7A60-CAF21520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0" name="Rectangle 1119">
              <a:extLst>
                <a:ext uri="{FF2B5EF4-FFF2-40B4-BE49-F238E27FC236}">
                  <a16:creationId xmlns:a16="http://schemas.microsoft.com/office/drawing/2014/main" id="{93086D20-85AC-FD25-3EC7-66B01850F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1" name="Rectangle 1120">
              <a:extLst>
                <a:ext uri="{FF2B5EF4-FFF2-40B4-BE49-F238E27FC236}">
                  <a16:creationId xmlns:a16="http://schemas.microsoft.com/office/drawing/2014/main" id="{2B1B529B-8EFD-5513-0063-6DDEB9037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2" name="Rectangle 1121">
              <a:extLst>
                <a:ext uri="{FF2B5EF4-FFF2-40B4-BE49-F238E27FC236}">
                  <a16:creationId xmlns:a16="http://schemas.microsoft.com/office/drawing/2014/main" id="{7E0FFC28-C679-7D0A-0434-558E2AA18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3" name="Rectangle 1122">
              <a:extLst>
                <a:ext uri="{FF2B5EF4-FFF2-40B4-BE49-F238E27FC236}">
                  <a16:creationId xmlns:a16="http://schemas.microsoft.com/office/drawing/2014/main" id="{B08B5C98-D566-664C-BDB7-86FF5CDA7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4" name="Rectangle 1123">
              <a:extLst>
                <a:ext uri="{FF2B5EF4-FFF2-40B4-BE49-F238E27FC236}">
                  <a16:creationId xmlns:a16="http://schemas.microsoft.com/office/drawing/2014/main" id="{ADCE3F55-EFE4-EE86-6BED-6DFC9C634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5" name="Rectangle 1124">
              <a:extLst>
                <a:ext uri="{FF2B5EF4-FFF2-40B4-BE49-F238E27FC236}">
                  <a16:creationId xmlns:a16="http://schemas.microsoft.com/office/drawing/2014/main" id="{23941452-C555-A1CE-D1EC-8087E7E8B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66" name="Rectangle 1125">
              <a:extLst>
                <a:ext uri="{FF2B5EF4-FFF2-40B4-BE49-F238E27FC236}">
                  <a16:creationId xmlns:a16="http://schemas.microsoft.com/office/drawing/2014/main" id="{A846FF85-0FAD-EE8A-5573-95F439856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5" name="Group 1126">
            <a:extLst>
              <a:ext uri="{FF2B5EF4-FFF2-40B4-BE49-F238E27FC236}">
                <a16:creationId xmlns:a16="http://schemas.microsoft.com/office/drawing/2014/main" id="{6A9138E9-5DF2-8FAD-213D-32B4FEE5F39F}"/>
              </a:ext>
            </a:extLst>
          </p:cNvPr>
          <p:cNvGrpSpPr>
            <a:grpSpLocks/>
          </p:cNvGrpSpPr>
          <p:nvPr/>
        </p:nvGrpSpPr>
        <p:grpSpPr bwMode="auto">
          <a:xfrm>
            <a:off x="5291138" y="3046413"/>
            <a:ext cx="1474787" cy="1463675"/>
            <a:chOff x="262" y="1078"/>
            <a:chExt cx="929" cy="922"/>
          </a:xfrm>
        </p:grpSpPr>
        <p:sp>
          <p:nvSpPr>
            <p:cNvPr id="38349" name="Rectangle 1127">
              <a:extLst>
                <a:ext uri="{FF2B5EF4-FFF2-40B4-BE49-F238E27FC236}">
                  <a16:creationId xmlns:a16="http://schemas.microsoft.com/office/drawing/2014/main" id="{997A4A49-E4E0-6F53-EA75-5BB58856F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0" name="Rectangle 1128">
              <a:extLst>
                <a:ext uri="{FF2B5EF4-FFF2-40B4-BE49-F238E27FC236}">
                  <a16:creationId xmlns:a16="http://schemas.microsoft.com/office/drawing/2014/main" id="{89F582A1-7BDE-3C84-63E8-48BF0500B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1" name="Rectangle 1129">
              <a:extLst>
                <a:ext uri="{FF2B5EF4-FFF2-40B4-BE49-F238E27FC236}">
                  <a16:creationId xmlns:a16="http://schemas.microsoft.com/office/drawing/2014/main" id="{597BC995-9C2C-2D59-3A22-78BE6DDA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2" name="Rectangle 1130">
              <a:extLst>
                <a:ext uri="{FF2B5EF4-FFF2-40B4-BE49-F238E27FC236}">
                  <a16:creationId xmlns:a16="http://schemas.microsoft.com/office/drawing/2014/main" id="{58A16DF3-B412-15C7-A84A-F876B55B5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3" name="Rectangle 1131">
              <a:extLst>
                <a:ext uri="{FF2B5EF4-FFF2-40B4-BE49-F238E27FC236}">
                  <a16:creationId xmlns:a16="http://schemas.microsoft.com/office/drawing/2014/main" id="{542A039F-AA80-10AC-D30F-99EA6D4A3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4" name="Rectangle 1132">
              <a:extLst>
                <a:ext uri="{FF2B5EF4-FFF2-40B4-BE49-F238E27FC236}">
                  <a16:creationId xmlns:a16="http://schemas.microsoft.com/office/drawing/2014/main" id="{DCE5DBBB-B087-DF85-2103-910E6FBE8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5" name="Rectangle 1133">
              <a:extLst>
                <a:ext uri="{FF2B5EF4-FFF2-40B4-BE49-F238E27FC236}">
                  <a16:creationId xmlns:a16="http://schemas.microsoft.com/office/drawing/2014/main" id="{C4D4722D-7B67-8D59-8437-1B0550956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6" name="Rectangle 1134">
              <a:extLst>
                <a:ext uri="{FF2B5EF4-FFF2-40B4-BE49-F238E27FC236}">
                  <a16:creationId xmlns:a16="http://schemas.microsoft.com/office/drawing/2014/main" id="{D55F3015-FB36-FA58-600F-2BF375FDE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57" name="Rectangle 1135">
              <a:extLst>
                <a:ext uri="{FF2B5EF4-FFF2-40B4-BE49-F238E27FC236}">
                  <a16:creationId xmlns:a16="http://schemas.microsoft.com/office/drawing/2014/main" id="{102AC750-7EF0-25DD-52BF-8388F5844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6" name="Group 1136">
            <a:extLst>
              <a:ext uri="{FF2B5EF4-FFF2-40B4-BE49-F238E27FC236}">
                <a16:creationId xmlns:a16="http://schemas.microsoft.com/office/drawing/2014/main" id="{333B51AD-452A-BD44-EC2C-14B9829DCA83}"/>
              </a:ext>
            </a:extLst>
          </p:cNvPr>
          <p:cNvGrpSpPr>
            <a:grpSpLocks/>
          </p:cNvGrpSpPr>
          <p:nvPr/>
        </p:nvGrpSpPr>
        <p:grpSpPr bwMode="auto">
          <a:xfrm>
            <a:off x="6262688" y="3046413"/>
            <a:ext cx="1474787" cy="1463675"/>
            <a:chOff x="262" y="1078"/>
            <a:chExt cx="929" cy="922"/>
          </a:xfrm>
        </p:grpSpPr>
        <p:sp>
          <p:nvSpPr>
            <p:cNvPr id="38340" name="Rectangle 1137">
              <a:extLst>
                <a:ext uri="{FF2B5EF4-FFF2-40B4-BE49-F238E27FC236}">
                  <a16:creationId xmlns:a16="http://schemas.microsoft.com/office/drawing/2014/main" id="{9512CBAD-8A8B-5FEB-97C2-1ECE95A6C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1" name="Rectangle 1138">
              <a:extLst>
                <a:ext uri="{FF2B5EF4-FFF2-40B4-BE49-F238E27FC236}">
                  <a16:creationId xmlns:a16="http://schemas.microsoft.com/office/drawing/2014/main" id="{F3FE69BE-148B-4973-7C49-A44C31136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2" name="Rectangle 1139">
              <a:extLst>
                <a:ext uri="{FF2B5EF4-FFF2-40B4-BE49-F238E27FC236}">
                  <a16:creationId xmlns:a16="http://schemas.microsoft.com/office/drawing/2014/main" id="{78527626-3067-0779-38FC-EF310718C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3" name="Rectangle 1140">
              <a:extLst>
                <a:ext uri="{FF2B5EF4-FFF2-40B4-BE49-F238E27FC236}">
                  <a16:creationId xmlns:a16="http://schemas.microsoft.com/office/drawing/2014/main" id="{9AE0A0BD-97D7-6241-483B-D1ECFE5A0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4" name="Rectangle 1141">
              <a:extLst>
                <a:ext uri="{FF2B5EF4-FFF2-40B4-BE49-F238E27FC236}">
                  <a16:creationId xmlns:a16="http://schemas.microsoft.com/office/drawing/2014/main" id="{D6EE390E-1475-8E83-545E-C3D231C71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5" name="Rectangle 1142">
              <a:extLst>
                <a:ext uri="{FF2B5EF4-FFF2-40B4-BE49-F238E27FC236}">
                  <a16:creationId xmlns:a16="http://schemas.microsoft.com/office/drawing/2014/main" id="{8FA7ADE0-6932-CC5A-42D5-719A2BC76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6" name="Rectangle 1143">
              <a:extLst>
                <a:ext uri="{FF2B5EF4-FFF2-40B4-BE49-F238E27FC236}">
                  <a16:creationId xmlns:a16="http://schemas.microsoft.com/office/drawing/2014/main" id="{54D56AB7-8D6A-5519-6537-CFE3AD408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7" name="Rectangle 1144">
              <a:extLst>
                <a:ext uri="{FF2B5EF4-FFF2-40B4-BE49-F238E27FC236}">
                  <a16:creationId xmlns:a16="http://schemas.microsoft.com/office/drawing/2014/main" id="{815A3518-3CD5-32CE-1F6A-16B5ED957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48" name="Rectangle 1145">
              <a:extLst>
                <a:ext uri="{FF2B5EF4-FFF2-40B4-BE49-F238E27FC236}">
                  <a16:creationId xmlns:a16="http://schemas.microsoft.com/office/drawing/2014/main" id="{16B7FE95-61F7-F948-1C58-460C7175A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7" name="Group 1146">
            <a:extLst>
              <a:ext uri="{FF2B5EF4-FFF2-40B4-BE49-F238E27FC236}">
                <a16:creationId xmlns:a16="http://schemas.microsoft.com/office/drawing/2014/main" id="{032AE02E-F8AB-0910-3DF9-0CFDC588DCCA}"/>
              </a:ext>
            </a:extLst>
          </p:cNvPr>
          <p:cNvGrpSpPr>
            <a:grpSpLocks/>
          </p:cNvGrpSpPr>
          <p:nvPr/>
        </p:nvGrpSpPr>
        <p:grpSpPr bwMode="auto">
          <a:xfrm>
            <a:off x="6754813" y="3046413"/>
            <a:ext cx="1474787" cy="1463675"/>
            <a:chOff x="262" y="1078"/>
            <a:chExt cx="929" cy="922"/>
          </a:xfrm>
        </p:grpSpPr>
        <p:sp>
          <p:nvSpPr>
            <p:cNvPr id="38331" name="Rectangle 1147">
              <a:extLst>
                <a:ext uri="{FF2B5EF4-FFF2-40B4-BE49-F238E27FC236}">
                  <a16:creationId xmlns:a16="http://schemas.microsoft.com/office/drawing/2014/main" id="{4CFF1204-7B1C-DA48-5DDB-2E846F150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2" name="Rectangle 1148">
              <a:extLst>
                <a:ext uri="{FF2B5EF4-FFF2-40B4-BE49-F238E27FC236}">
                  <a16:creationId xmlns:a16="http://schemas.microsoft.com/office/drawing/2014/main" id="{8ECD5A22-FBC8-264F-4FA5-4D997D09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3" name="Rectangle 1149">
              <a:extLst>
                <a:ext uri="{FF2B5EF4-FFF2-40B4-BE49-F238E27FC236}">
                  <a16:creationId xmlns:a16="http://schemas.microsoft.com/office/drawing/2014/main" id="{E68425A4-CF34-B8EC-910F-968EAD38D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4" name="Rectangle 1150">
              <a:extLst>
                <a:ext uri="{FF2B5EF4-FFF2-40B4-BE49-F238E27FC236}">
                  <a16:creationId xmlns:a16="http://schemas.microsoft.com/office/drawing/2014/main" id="{C5C31E66-3B4B-0A4D-B80B-A4235F023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5" name="Rectangle 1151">
              <a:extLst>
                <a:ext uri="{FF2B5EF4-FFF2-40B4-BE49-F238E27FC236}">
                  <a16:creationId xmlns:a16="http://schemas.microsoft.com/office/drawing/2014/main" id="{56309B4C-B038-8AB4-A142-D7F658913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6" name="Rectangle 1152">
              <a:extLst>
                <a:ext uri="{FF2B5EF4-FFF2-40B4-BE49-F238E27FC236}">
                  <a16:creationId xmlns:a16="http://schemas.microsoft.com/office/drawing/2014/main" id="{84DB003C-5B6A-8AA4-7419-9EF6B2BED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7" name="Rectangle 1153">
              <a:extLst>
                <a:ext uri="{FF2B5EF4-FFF2-40B4-BE49-F238E27FC236}">
                  <a16:creationId xmlns:a16="http://schemas.microsoft.com/office/drawing/2014/main" id="{CEC6233C-D991-CB66-38D3-085FA1D32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8" name="Rectangle 1154">
              <a:extLst>
                <a:ext uri="{FF2B5EF4-FFF2-40B4-BE49-F238E27FC236}">
                  <a16:creationId xmlns:a16="http://schemas.microsoft.com/office/drawing/2014/main" id="{A8F1459F-7DDB-9A11-BED3-B8DE8217E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9" name="Rectangle 1155">
              <a:extLst>
                <a:ext uri="{FF2B5EF4-FFF2-40B4-BE49-F238E27FC236}">
                  <a16:creationId xmlns:a16="http://schemas.microsoft.com/office/drawing/2014/main" id="{E9F6631E-14B4-4B01-EE29-086E1E962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8" name="Group 1156">
            <a:extLst>
              <a:ext uri="{FF2B5EF4-FFF2-40B4-BE49-F238E27FC236}">
                <a16:creationId xmlns:a16="http://schemas.microsoft.com/office/drawing/2014/main" id="{B9884D2F-B117-B5DF-EAB5-7116BE7AB0BE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3046413"/>
            <a:ext cx="1474788" cy="1463675"/>
            <a:chOff x="262" y="1078"/>
            <a:chExt cx="929" cy="922"/>
          </a:xfrm>
        </p:grpSpPr>
        <p:sp>
          <p:nvSpPr>
            <p:cNvPr id="38322" name="Rectangle 1157">
              <a:extLst>
                <a:ext uri="{FF2B5EF4-FFF2-40B4-BE49-F238E27FC236}">
                  <a16:creationId xmlns:a16="http://schemas.microsoft.com/office/drawing/2014/main" id="{0C0893F2-5FE5-6103-BD98-7F73943E3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3" name="Rectangle 1158">
              <a:extLst>
                <a:ext uri="{FF2B5EF4-FFF2-40B4-BE49-F238E27FC236}">
                  <a16:creationId xmlns:a16="http://schemas.microsoft.com/office/drawing/2014/main" id="{76F491FA-D327-3029-0BB5-37CF07B2F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4" name="Rectangle 1159">
              <a:extLst>
                <a:ext uri="{FF2B5EF4-FFF2-40B4-BE49-F238E27FC236}">
                  <a16:creationId xmlns:a16="http://schemas.microsoft.com/office/drawing/2014/main" id="{1829319E-3C04-1FFD-25C3-5AF77A129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5" name="Rectangle 1160">
              <a:extLst>
                <a:ext uri="{FF2B5EF4-FFF2-40B4-BE49-F238E27FC236}">
                  <a16:creationId xmlns:a16="http://schemas.microsoft.com/office/drawing/2014/main" id="{C4D57D54-BFB4-AD41-F4FD-F8C612CB4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6" name="Rectangle 1161">
              <a:extLst>
                <a:ext uri="{FF2B5EF4-FFF2-40B4-BE49-F238E27FC236}">
                  <a16:creationId xmlns:a16="http://schemas.microsoft.com/office/drawing/2014/main" id="{D044F167-4E1C-386D-89B9-E0BFCB622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7" name="Rectangle 1162">
              <a:extLst>
                <a:ext uri="{FF2B5EF4-FFF2-40B4-BE49-F238E27FC236}">
                  <a16:creationId xmlns:a16="http://schemas.microsoft.com/office/drawing/2014/main" id="{55F4C81F-EAB4-3FB2-5C6E-52FB70CA0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8" name="Rectangle 1163">
              <a:extLst>
                <a:ext uri="{FF2B5EF4-FFF2-40B4-BE49-F238E27FC236}">
                  <a16:creationId xmlns:a16="http://schemas.microsoft.com/office/drawing/2014/main" id="{237EB075-099A-4BBB-8927-4DAC9D1D7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9" name="Rectangle 1164">
              <a:extLst>
                <a:ext uri="{FF2B5EF4-FFF2-40B4-BE49-F238E27FC236}">
                  <a16:creationId xmlns:a16="http://schemas.microsoft.com/office/drawing/2014/main" id="{B05A9908-1190-5A37-7CA1-89C0F0C09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30" name="Rectangle 1165">
              <a:extLst>
                <a:ext uri="{FF2B5EF4-FFF2-40B4-BE49-F238E27FC236}">
                  <a16:creationId xmlns:a16="http://schemas.microsoft.com/office/drawing/2014/main" id="{454CF35F-6A8F-EEE4-6300-B3C4A9BD9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19" name="Group 1166">
            <a:extLst>
              <a:ext uri="{FF2B5EF4-FFF2-40B4-BE49-F238E27FC236}">
                <a16:creationId xmlns:a16="http://schemas.microsoft.com/office/drawing/2014/main" id="{32D66D8B-5B87-5505-141B-94300C5451DE}"/>
              </a:ext>
            </a:extLst>
          </p:cNvPr>
          <p:cNvGrpSpPr>
            <a:grpSpLocks/>
          </p:cNvGrpSpPr>
          <p:nvPr/>
        </p:nvGrpSpPr>
        <p:grpSpPr bwMode="auto">
          <a:xfrm>
            <a:off x="7724775" y="3046413"/>
            <a:ext cx="1474788" cy="1463675"/>
            <a:chOff x="262" y="1078"/>
            <a:chExt cx="929" cy="922"/>
          </a:xfrm>
        </p:grpSpPr>
        <p:sp>
          <p:nvSpPr>
            <p:cNvPr id="38313" name="Rectangle 1167">
              <a:extLst>
                <a:ext uri="{FF2B5EF4-FFF2-40B4-BE49-F238E27FC236}">
                  <a16:creationId xmlns:a16="http://schemas.microsoft.com/office/drawing/2014/main" id="{D62F0608-7838-4C7C-18F5-709D3EC9D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4" name="Rectangle 1168">
              <a:extLst>
                <a:ext uri="{FF2B5EF4-FFF2-40B4-BE49-F238E27FC236}">
                  <a16:creationId xmlns:a16="http://schemas.microsoft.com/office/drawing/2014/main" id="{74955B23-9D87-BD09-C696-9C16CFCAB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5" name="Rectangle 1169">
              <a:extLst>
                <a:ext uri="{FF2B5EF4-FFF2-40B4-BE49-F238E27FC236}">
                  <a16:creationId xmlns:a16="http://schemas.microsoft.com/office/drawing/2014/main" id="{D09BD7C0-DA80-ABD7-5419-9E947141A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6" name="Rectangle 1170">
              <a:extLst>
                <a:ext uri="{FF2B5EF4-FFF2-40B4-BE49-F238E27FC236}">
                  <a16:creationId xmlns:a16="http://schemas.microsoft.com/office/drawing/2014/main" id="{599B34CB-BDAA-CF7B-FCC7-50449D380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7" name="Rectangle 1171">
              <a:extLst>
                <a:ext uri="{FF2B5EF4-FFF2-40B4-BE49-F238E27FC236}">
                  <a16:creationId xmlns:a16="http://schemas.microsoft.com/office/drawing/2014/main" id="{A72EA77D-E023-21E6-BEC5-0058BFAE9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8" name="Rectangle 1172">
              <a:extLst>
                <a:ext uri="{FF2B5EF4-FFF2-40B4-BE49-F238E27FC236}">
                  <a16:creationId xmlns:a16="http://schemas.microsoft.com/office/drawing/2014/main" id="{6C914646-B035-CA87-0382-F4D9485B3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9" name="Rectangle 1173">
              <a:extLst>
                <a:ext uri="{FF2B5EF4-FFF2-40B4-BE49-F238E27FC236}">
                  <a16:creationId xmlns:a16="http://schemas.microsoft.com/office/drawing/2014/main" id="{BD43451F-93B0-2654-1FDB-1774A1B9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0" name="Rectangle 1174">
              <a:extLst>
                <a:ext uri="{FF2B5EF4-FFF2-40B4-BE49-F238E27FC236}">
                  <a16:creationId xmlns:a16="http://schemas.microsoft.com/office/drawing/2014/main" id="{DDC195C7-BB21-90C9-318D-EEF671ACE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21" name="Rectangle 1175">
              <a:extLst>
                <a:ext uri="{FF2B5EF4-FFF2-40B4-BE49-F238E27FC236}">
                  <a16:creationId xmlns:a16="http://schemas.microsoft.com/office/drawing/2014/main" id="{84201038-7710-6AFB-2A8B-2DECBF311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2" name="Group 1176">
            <a:extLst>
              <a:ext uri="{FF2B5EF4-FFF2-40B4-BE49-F238E27FC236}">
                <a16:creationId xmlns:a16="http://schemas.microsoft.com/office/drawing/2014/main" id="{2D2C5CC0-631E-F92F-5254-4FC6769744C6}"/>
              </a:ext>
            </a:extLst>
          </p:cNvPr>
          <p:cNvGrpSpPr>
            <a:grpSpLocks/>
          </p:cNvGrpSpPr>
          <p:nvPr/>
        </p:nvGrpSpPr>
        <p:grpSpPr bwMode="auto">
          <a:xfrm>
            <a:off x="5788025" y="3046413"/>
            <a:ext cx="1474788" cy="1463675"/>
            <a:chOff x="262" y="1078"/>
            <a:chExt cx="929" cy="922"/>
          </a:xfrm>
        </p:grpSpPr>
        <p:sp>
          <p:nvSpPr>
            <p:cNvPr id="38304" name="Rectangle 1177">
              <a:extLst>
                <a:ext uri="{FF2B5EF4-FFF2-40B4-BE49-F238E27FC236}">
                  <a16:creationId xmlns:a16="http://schemas.microsoft.com/office/drawing/2014/main" id="{91C2A30B-5636-DD68-1717-93D15E0A8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5" name="Rectangle 1178">
              <a:extLst>
                <a:ext uri="{FF2B5EF4-FFF2-40B4-BE49-F238E27FC236}">
                  <a16:creationId xmlns:a16="http://schemas.microsoft.com/office/drawing/2014/main" id="{DEFE6507-EAF4-175A-ACAC-8B8937557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6" name="Rectangle 1179">
              <a:extLst>
                <a:ext uri="{FF2B5EF4-FFF2-40B4-BE49-F238E27FC236}">
                  <a16:creationId xmlns:a16="http://schemas.microsoft.com/office/drawing/2014/main" id="{76B27B46-05D7-FF50-9B9E-7074E106F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7" name="Rectangle 1180">
              <a:extLst>
                <a:ext uri="{FF2B5EF4-FFF2-40B4-BE49-F238E27FC236}">
                  <a16:creationId xmlns:a16="http://schemas.microsoft.com/office/drawing/2014/main" id="{3D3743F4-9054-BE30-E2E6-4503D78A2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8" name="Rectangle 1181">
              <a:extLst>
                <a:ext uri="{FF2B5EF4-FFF2-40B4-BE49-F238E27FC236}">
                  <a16:creationId xmlns:a16="http://schemas.microsoft.com/office/drawing/2014/main" id="{EF12547A-6CCF-E418-BC60-5ADD5A1AB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9" name="Rectangle 1182">
              <a:extLst>
                <a:ext uri="{FF2B5EF4-FFF2-40B4-BE49-F238E27FC236}">
                  <a16:creationId xmlns:a16="http://schemas.microsoft.com/office/drawing/2014/main" id="{079C0A85-D5ED-ACB0-A097-C274AFB7E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0" name="Rectangle 1183">
              <a:extLst>
                <a:ext uri="{FF2B5EF4-FFF2-40B4-BE49-F238E27FC236}">
                  <a16:creationId xmlns:a16="http://schemas.microsoft.com/office/drawing/2014/main" id="{D2A5403E-2E22-670F-DD52-267EAC853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1" name="Rectangle 1184">
              <a:extLst>
                <a:ext uri="{FF2B5EF4-FFF2-40B4-BE49-F238E27FC236}">
                  <a16:creationId xmlns:a16="http://schemas.microsoft.com/office/drawing/2014/main" id="{E428FA41-7E12-CED2-ED01-B1DC4277B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12" name="Rectangle 1185">
              <a:extLst>
                <a:ext uri="{FF2B5EF4-FFF2-40B4-BE49-F238E27FC236}">
                  <a16:creationId xmlns:a16="http://schemas.microsoft.com/office/drawing/2014/main" id="{25E27F0C-1008-0E00-897D-5D9159B75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3" name="Group 1186">
            <a:extLst>
              <a:ext uri="{FF2B5EF4-FFF2-40B4-BE49-F238E27FC236}">
                <a16:creationId xmlns:a16="http://schemas.microsoft.com/office/drawing/2014/main" id="{AD07720D-8967-F967-C7EF-7AF26BC0DD63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3543300"/>
            <a:ext cx="1474788" cy="1463675"/>
            <a:chOff x="262" y="1078"/>
            <a:chExt cx="929" cy="922"/>
          </a:xfrm>
        </p:grpSpPr>
        <p:sp>
          <p:nvSpPr>
            <p:cNvPr id="38295" name="Rectangle 1187">
              <a:extLst>
                <a:ext uri="{FF2B5EF4-FFF2-40B4-BE49-F238E27FC236}">
                  <a16:creationId xmlns:a16="http://schemas.microsoft.com/office/drawing/2014/main" id="{F5751D11-0614-6399-83D1-5170B51A0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6" name="Rectangle 1188">
              <a:extLst>
                <a:ext uri="{FF2B5EF4-FFF2-40B4-BE49-F238E27FC236}">
                  <a16:creationId xmlns:a16="http://schemas.microsoft.com/office/drawing/2014/main" id="{9FA8E998-8385-068E-B751-770B2B364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7" name="Rectangle 1189">
              <a:extLst>
                <a:ext uri="{FF2B5EF4-FFF2-40B4-BE49-F238E27FC236}">
                  <a16:creationId xmlns:a16="http://schemas.microsoft.com/office/drawing/2014/main" id="{13D33ACD-5FEE-81BA-CDE1-8DD7238E3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8" name="Rectangle 1190">
              <a:extLst>
                <a:ext uri="{FF2B5EF4-FFF2-40B4-BE49-F238E27FC236}">
                  <a16:creationId xmlns:a16="http://schemas.microsoft.com/office/drawing/2014/main" id="{1DFF6E8B-41AF-59CB-AAAA-1D991F13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9" name="Rectangle 1191">
              <a:extLst>
                <a:ext uri="{FF2B5EF4-FFF2-40B4-BE49-F238E27FC236}">
                  <a16:creationId xmlns:a16="http://schemas.microsoft.com/office/drawing/2014/main" id="{E1B20747-80A3-43DF-E379-D30E12232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0" name="Rectangle 1192">
              <a:extLst>
                <a:ext uri="{FF2B5EF4-FFF2-40B4-BE49-F238E27FC236}">
                  <a16:creationId xmlns:a16="http://schemas.microsoft.com/office/drawing/2014/main" id="{E6C6E719-EDFD-08B3-8E06-B9FB3046C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1" name="Rectangle 1193">
              <a:extLst>
                <a:ext uri="{FF2B5EF4-FFF2-40B4-BE49-F238E27FC236}">
                  <a16:creationId xmlns:a16="http://schemas.microsoft.com/office/drawing/2014/main" id="{80B2499D-0BD7-627E-6C57-ECA1F242D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2" name="Rectangle 1194">
              <a:extLst>
                <a:ext uri="{FF2B5EF4-FFF2-40B4-BE49-F238E27FC236}">
                  <a16:creationId xmlns:a16="http://schemas.microsoft.com/office/drawing/2014/main" id="{73D4F757-E2BA-5B0D-A10B-5244A0029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303" name="Rectangle 1195">
              <a:extLst>
                <a:ext uri="{FF2B5EF4-FFF2-40B4-BE49-F238E27FC236}">
                  <a16:creationId xmlns:a16="http://schemas.microsoft.com/office/drawing/2014/main" id="{DF764833-9E5A-3879-1572-4DE469994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4" name="Group 1196">
            <a:extLst>
              <a:ext uri="{FF2B5EF4-FFF2-40B4-BE49-F238E27FC236}">
                <a16:creationId xmlns:a16="http://schemas.microsoft.com/office/drawing/2014/main" id="{CDB7B452-CE08-814F-546A-5B7E990ED389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3543300"/>
            <a:ext cx="1474787" cy="1463675"/>
            <a:chOff x="262" y="1078"/>
            <a:chExt cx="929" cy="922"/>
          </a:xfrm>
        </p:grpSpPr>
        <p:sp>
          <p:nvSpPr>
            <p:cNvPr id="38286" name="Rectangle 1197">
              <a:extLst>
                <a:ext uri="{FF2B5EF4-FFF2-40B4-BE49-F238E27FC236}">
                  <a16:creationId xmlns:a16="http://schemas.microsoft.com/office/drawing/2014/main" id="{DD126E2A-2512-76C9-7162-AC5F1C997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7" name="Rectangle 1198">
              <a:extLst>
                <a:ext uri="{FF2B5EF4-FFF2-40B4-BE49-F238E27FC236}">
                  <a16:creationId xmlns:a16="http://schemas.microsoft.com/office/drawing/2014/main" id="{A65922B3-0D1F-3FC2-4F86-FEE3029E5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8" name="Rectangle 1199">
              <a:extLst>
                <a:ext uri="{FF2B5EF4-FFF2-40B4-BE49-F238E27FC236}">
                  <a16:creationId xmlns:a16="http://schemas.microsoft.com/office/drawing/2014/main" id="{3BBBBD13-7641-63FF-A668-54B32BF5A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9" name="Rectangle 1200">
              <a:extLst>
                <a:ext uri="{FF2B5EF4-FFF2-40B4-BE49-F238E27FC236}">
                  <a16:creationId xmlns:a16="http://schemas.microsoft.com/office/drawing/2014/main" id="{83D3B9EC-2F9F-2769-D919-EF70D133D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0" name="Rectangle 1201">
              <a:extLst>
                <a:ext uri="{FF2B5EF4-FFF2-40B4-BE49-F238E27FC236}">
                  <a16:creationId xmlns:a16="http://schemas.microsoft.com/office/drawing/2014/main" id="{9AC833CA-A14B-1F26-22C0-245F9D5F1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1" name="Rectangle 1202">
              <a:extLst>
                <a:ext uri="{FF2B5EF4-FFF2-40B4-BE49-F238E27FC236}">
                  <a16:creationId xmlns:a16="http://schemas.microsoft.com/office/drawing/2014/main" id="{7DA79832-4BB6-E2BE-E857-C7E1B809A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2" name="Rectangle 1203">
              <a:extLst>
                <a:ext uri="{FF2B5EF4-FFF2-40B4-BE49-F238E27FC236}">
                  <a16:creationId xmlns:a16="http://schemas.microsoft.com/office/drawing/2014/main" id="{69B0A2C7-F6E8-70F1-3EFE-A156AD54F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3" name="Rectangle 1204">
              <a:extLst>
                <a:ext uri="{FF2B5EF4-FFF2-40B4-BE49-F238E27FC236}">
                  <a16:creationId xmlns:a16="http://schemas.microsoft.com/office/drawing/2014/main" id="{B2F43433-401F-39A7-7E0C-928F1AF73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94" name="Rectangle 1205">
              <a:extLst>
                <a:ext uri="{FF2B5EF4-FFF2-40B4-BE49-F238E27FC236}">
                  <a16:creationId xmlns:a16="http://schemas.microsoft.com/office/drawing/2014/main" id="{A7D2FA14-9AD2-18F6-9175-38C5C4842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5" name="Group 1206">
            <a:extLst>
              <a:ext uri="{FF2B5EF4-FFF2-40B4-BE49-F238E27FC236}">
                <a16:creationId xmlns:a16="http://schemas.microsoft.com/office/drawing/2014/main" id="{6A4D59C9-34DD-6A39-4B93-B63C58951051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3543300"/>
            <a:ext cx="1474788" cy="1463675"/>
            <a:chOff x="262" y="1078"/>
            <a:chExt cx="929" cy="922"/>
          </a:xfrm>
        </p:grpSpPr>
        <p:sp>
          <p:nvSpPr>
            <p:cNvPr id="38277" name="Rectangle 1207">
              <a:extLst>
                <a:ext uri="{FF2B5EF4-FFF2-40B4-BE49-F238E27FC236}">
                  <a16:creationId xmlns:a16="http://schemas.microsoft.com/office/drawing/2014/main" id="{2672704F-0ED3-2057-7FBB-1ADC528B1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8" name="Rectangle 1208">
              <a:extLst>
                <a:ext uri="{FF2B5EF4-FFF2-40B4-BE49-F238E27FC236}">
                  <a16:creationId xmlns:a16="http://schemas.microsoft.com/office/drawing/2014/main" id="{51701221-0E4D-098F-0C09-BAFF2D01D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9" name="Rectangle 1209">
              <a:extLst>
                <a:ext uri="{FF2B5EF4-FFF2-40B4-BE49-F238E27FC236}">
                  <a16:creationId xmlns:a16="http://schemas.microsoft.com/office/drawing/2014/main" id="{DD7D0C91-CABE-176B-D912-10634CF33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0" name="Rectangle 1210">
              <a:extLst>
                <a:ext uri="{FF2B5EF4-FFF2-40B4-BE49-F238E27FC236}">
                  <a16:creationId xmlns:a16="http://schemas.microsoft.com/office/drawing/2014/main" id="{8E6B296B-3276-C93C-D346-20F9D2925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1" name="Rectangle 1211">
              <a:extLst>
                <a:ext uri="{FF2B5EF4-FFF2-40B4-BE49-F238E27FC236}">
                  <a16:creationId xmlns:a16="http://schemas.microsoft.com/office/drawing/2014/main" id="{44000BFA-53C2-E713-5839-FD336C97C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2" name="Rectangle 1212">
              <a:extLst>
                <a:ext uri="{FF2B5EF4-FFF2-40B4-BE49-F238E27FC236}">
                  <a16:creationId xmlns:a16="http://schemas.microsoft.com/office/drawing/2014/main" id="{95CB6CEF-A7B9-271A-CC3D-C30F8F38B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3" name="Rectangle 1213">
              <a:extLst>
                <a:ext uri="{FF2B5EF4-FFF2-40B4-BE49-F238E27FC236}">
                  <a16:creationId xmlns:a16="http://schemas.microsoft.com/office/drawing/2014/main" id="{9A1DDBA1-D99E-5B78-2C81-C82EA3501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4" name="Rectangle 1214">
              <a:extLst>
                <a:ext uri="{FF2B5EF4-FFF2-40B4-BE49-F238E27FC236}">
                  <a16:creationId xmlns:a16="http://schemas.microsoft.com/office/drawing/2014/main" id="{BE47758C-8A2C-B93A-B580-955ABEB4D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85" name="Rectangle 1215">
              <a:extLst>
                <a:ext uri="{FF2B5EF4-FFF2-40B4-BE49-F238E27FC236}">
                  <a16:creationId xmlns:a16="http://schemas.microsoft.com/office/drawing/2014/main" id="{E8550F1B-01EF-CF87-A2B2-969830BAD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6" name="Group 1216">
            <a:extLst>
              <a:ext uri="{FF2B5EF4-FFF2-40B4-BE49-F238E27FC236}">
                <a16:creationId xmlns:a16="http://schemas.microsoft.com/office/drawing/2014/main" id="{30B9F437-730C-6EDA-8769-C22F4C796BB2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3543300"/>
            <a:ext cx="1474788" cy="1463675"/>
            <a:chOff x="262" y="1078"/>
            <a:chExt cx="929" cy="922"/>
          </a:xfrm>
        </p:grpSpPr>
        <p:sp>
          <p:nvSpPr>
            <p:cNvPr id="38268" name="Rectangle 1217">
              <a:extLst>
                <a:ext uri="{FF2B5EF4-FFF2-40B4-BE49-F238E27FC236}">
                  <a16:creationId xmlns:a16="http://schemas.microsoft.com/office/drawing/2014/main" id="{D30FE85F-CBC4-3E6B-0709-EE7E07418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9" name="Rectangle 1218">
              <a:extLst>
                <a:ext uri="{FF2B5EF4-FFF2-40B4-BE49-F238E27FC236}">
                  <a16:creationId xmlns:a16="http://schemas.microsoft.com/office/drawing/2014/main" id="{4FA2E989-4C8A-7036-9814-7BDE4404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0" name="Rectangle 1219">
              <a:extLst>
                <a:ext uri="{FF2B5EF4-FFF2-40B4-BE49-F238E27FC236}">
                  <a16:creationId xmlns:a16="http://schemas.microsoft.com/office/drawing/2014/main" id="{F2DEB276-BBED-64EC-4EF3-6D771AC7E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1" name="Rectangle 1220">
              <a:extLst>
                <a:ext uri="{FF2B5EF4-FFF2-40B4-BE49-F238E27FC236}">
                  <a16:creationId xmlns:a16="http://schemas.microsoft.com/office/drawing/2014/main" id="{8003FDF1-DED4-7117-C4EC-B64CCAC60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2" name="Rectangle 1221">
              <a:extLst>
                <a:ext uri="{FF2B5EF4-FFF2-40B4-BE49-F238E27FC236}">
                  <a16:creationId xmlns:a16="http://schemas.microsoft.com/office/drawing/2014/main" id="{591B14A1-ABA0-F2E1-A307-D2270989E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3" name="Rectangle 1222">
              <a:extLst>
                <a:ext uri="{FF2B5EF4-FFF2-40B4-BE49-F238E27FC236}">
                  <a16:creationId xmlns:a16="http://schemas.microsoft.com/office/drawing/2014/main" id="{5D1DE59B-1637-8D59-6F92-36E814DB1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4" name="Rectangle 1223">
              <a:extLst>
                <a:ext uri="{FF2B5EF4-FFF2-40B4-BE49-F238E27FC236}">
                  <a16:creationId xmlns:a16="http://schemas.microsoft.com/office/drawing/2014/main" id="{6476E3FF-4D03-2343-0F92-44A825C5A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5" name="Rectangle 1224">
              <a:extLst>
                <a:ext uri="{FF2B5EF4-FFF2-40B4-BE49-F238E27FC236}">
                  <a16:creationId xmlns:a16="http://schemas.microsoft.com/office/drawing/2014/main" id="{82C2924A-22DE-54CA-F626-044C4CD6C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76" name="Rectangle 1225">
              <a:extLst>
                <a:ext uri="{FF2B5EF4-FFF2-40B4-BE49-F238E27FC236}">
                  <a16:creationId xmlns:a16="http://schemas.microsoft.com/office/drawing/2014/main" id="{80B0B77A-896D-AD0B-DF11-000DC58A3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7" name="Group 1226">
            <a:extLst>
              <a:ext uri="{FF2B5EF4-FFF2-40B4-BE49-F238E27FC236}">
                <a16:creationId xmlns:a16="http://schemas.microsoft.com/office/drawing/2014/main" id="{B6C21A87-6E5A-FC04-EDFD-FC959864CF2B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3543300"/>
            <a:ext cx="1474788" cy="1463675"/>
            <a:chOff x="262" y="1078"/>
            <a:chExt cx="929" cy="922"/>
          </a:xfrm>
        </p:grpSpPr>
        <p:sp>
          <p:nvSpPr>
            <p:cNvPr id="38259" name="Rectangle 1227">
              <a:extLst>
                <a:ext uri="{FF2B5EF4-FFF2-40B4-BE49-F238E27FC236}">
                  <a16:creationId xmlns:a16="http://schemas.microsoft.com/office/drawing/2014/main" id="{4329AF91-3129-7DC0-CC40-AFFF2BEFA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0" name="Rectangle 1228">
              <a:extLst>
                <a:ext uri="{FF2B5EF4-FFF2-40B4-BE49-F238E27FC236}">
                  <a16:creationId xmlns:a16="http://schemas.microsoft.com/office/drawing/2014/main" id="{35377300-61F4-92AE-8FB6-8BF084C7C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1" name="Rectangle 1229">
              <a:extLst>
                <a:ext uri="{FF2B5EF4-FFF2-40B4-BE49-F238E27FC236}">
                  <a16:creationId xmlns:a16="http://schemas.microsoft.com/office/drawing/2014/main" id="{81B53226-9234-95FC-C801-683213513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2" name="Rectangle 1230">
              <a:extLst>
                <a:ext uri="{FF2B5EF4-FFF2-40B4-BE49-F238E27FC236}">
                  <a16:creationId xmlns:a16="http://schemas.microsoft.com/office/drawing/2014/main" id="{9F6E3A6F-8431-4411-D24C-299BCA48D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3" name="Rectangle 1231">
              <a:extLst>
                <a:ext uri="{FF2B5EF4-FFF2-40B4-BE49-F238E27FC236}">
                  <a16:creationId xmlns:a16="http://schemas.microsoft.com/office/drawing/2014/main" id="{75663EE0-9BDE-6885-EDC3-C3D60AE9F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4" name="Rectangle 1232">
              <a:extLst>
                <a:ext uri="{FF2B5EF4-FFF2-40B4-BE49-F238E27FC236}">
                  <a16:creationId xmlns:a16="http://schemas.microsoft.com/office/drawing/2014/main" id="{112CF83D-2ED8-0C28-49EA-388030F4F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5" name="Rectangle 1233">
              <a:extLst>
                <a:ext uri="{FF2B5EF4-FFF2-40B4-BE49-F238E27FC236}">
                  <a16:creationId xmlns:a16="http://schemas.microsoft.com/office/drawing/2014/main" id="{805B61B9-B2F7-29D1-1DCB-BF4ADD1CD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6" name="Rectangle 1234">
              <a:extLst>
                <a:ext uri="{FF2B5EF4-FFF2-40B4-BE49-F238E27FC236}">
                  <a16:creationId xmlns:a16="http://schemas.microsoft.com/office/drawing/2014/main" id="{7A92835C-99CB-4AF9-CC5F-329A90C24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7" name="Rectangle 1235">
              <a:extLst>
                <a:ext uri="{FF2B5EF4-FFF2-40B4-BE49-F238E27FC236}">
                  <a16:creationId xmlns:a16="http://schemas.microsoft.com/office/drawing/2014/main" id="{2A2BC29F-B3A6-6754-1A96-C4329E04B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8" name="Group 1236">
            <a:extLst>
              <a:ext uri="{FF2B5EF4-FFF2-40B4-BE49-F238E27FC236}">
                <a16:creationId xmlns:a16="http://schemas.microsoft.com/office/drawing/2014/main" id="{20227115-2A36-6A14-470D-65EC1F5B7E09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3543300"/>
            <a:ext cx="1474787" cy="1463675"/>
            <a:chOff x="262" y="1078"/>
            <a:chExt cx="929" cy="922"/>
          </a:xfrm>
        </p:grpSpPr>
        <p:sp>
          <p:nvSpPr>
            <p:cNvPr id="38250" name="Rectangle 1237">
              <a:extLst>
                <a:ext uri="{FF2B5EF4-FFF2-40B4-BE49-F238E27FC236}">
                  <a16:creationId xmlns:a16="http://schemas.microsoft.com/office/drawing/2014/main" id="{8935A996-38A4-F165-58D7-92A30FDA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1" name="Rectangle 1238">
              <a:extLst>
                <a:ext uri="{FF2B5EF4-FFF2-40B4-BE49-F238E27FC236}">
                  <a16:creationId xmlns:a16="http://schemas.microsoft.com/office/drawing/2014/main" id="{65E54941-F736-1271-8908-B04DC3C06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2" name="Rectangle 1239">
              <a:extLst>
                <a:ext uri="{FF2B5EF4-FFF2-40B4-BE49-F238E27FC236}">
                  <a16:creationId xmlns:a16="http://schemas.microsoft.com/office/drawing/2014/main" id="{4BB009BA-5D7E-DA71-D60D-BD6334352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3" name="Rectangle 1240">
              <a:extLst>
                <a:ext uri="{FF2B5EF4-FFF2-40B4-BE49-F238E27FC236}">
                  <a16:creationId xmlns:a16="http://schemas.microsoft.com/office/drawing/2014/main" id="{308D6E56-9437-8CFC-7D83-19CF12DC1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4" name="Rectangle 1241">
              <a:extLst>
                <a:ext uri="{FF2B5EF4-FFF2-40B4-BE49-F238E27FC236}">
                  <a16:creationId xmlns:a16="http://schemas.microsoft.com/office/drawing/2014/main" id="{3A02822F-E767-01BB-FF4C-D8837E470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5" name="Rectangle 1242">
              <a:extLst>
                <a:ext uri="{FF2B5EF4-FFF2-40B4-BE49-F238E27FC236}">
                  <a16:creationId xmlns:a16="http://schemas.microsoft.com/office/drawing/2014/main" id="{8D2ADEDD-D706-E983-512B-8466EFF6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6" name="Rectangle 1243">
              <a:extLst>
                <a:ext uri="{FF2B5EF4-FFF2-40B4-BE49-F238E27FC236}">
                  <a16:creationId xmlns:a16="http://schemas.microsoft.com/office/drawing/2014/main" id="{D30DDF65-E571-2E9C-C3B2-30874FF9B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7" name="Rectangle 1244">
              <a:extLst>
                <a:ext uri="{FF2B5EF4-FFF2-40B4-BE49-F238E27FC236}">
                  <a16:creationId xmlns:a16="http://schemas.microsoft.com/office/drawing/2014/main" id="{FFC3B216-28AB-A75A-AA3F-8D01783F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8" name="Rectangle 1245">
              <a:extLst>
                <a:ext uri="{FF2B5EF4-FFF2-40B4-BE49-F238E27FC236}">
                  <a16:creationId xmlns:a16="http://schemas.microsoft.com/office/drawing/2014/main" id="{4848089A-BAD8-D837-A92D-20BC16800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1159" name="Group 1246">
            <a:extLst>
              <a:ext uri="{FF2B5EF4-FFF2-40B4-BE49-F238E27FC236}">
                <a16:creationId xmlns:a16="http://schemas.microsoft.com/office/drawing/2014/main" id="{B7304B72-6593-88E7-C108-6E2EA0D3DA30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3543300"/>
            <a:ext cx="1474787" cy="1463675"/>
            <a:chOff x="262" y="1078"/>
            <a:chExt cx="929" cy="922"/>
          </a:xfrm>
        </p:grpSpPr>
        <p:sp>
          <p:nvSpPr>
            <p:cNvPr id="38241" name="Rectangle 1247">
              <a:extLst>
                <a:ext uri="{FF2B5EF4-FFF2-40B4-BE49-F238E27FC236}">
                  <a16:creationId xmlns:a16="http://schemas.microsoft.com/office/drawing/2014/main" id="{DC285046-587F-B09F-BD93-52D9D8FB2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2" name="Rectangle 1248">
              <a:extLst>
                <a:ext uri="{FF2B5EF4-FFF2-40B4-BE49-F238E27FC236}">
                  <a16:creationId xmlns:a16="http://schemas.microsoft.com/office/drawing/2014/main" id="{240FC682-0AAE-69AC-2072-D3342885F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3" name="Rectangle 1249">
              <a:extLst>
                <a:ext uri="{FF2B5EF4-FFF2-40B4-BE49-F238E27FC236}">
                  <a16:creationId xmlns:a16="http://schemas.microsoft.com/office/drawing/2014/main" id="{503CDED5-6869-4BDC-489D-C92B01C97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4" name="Rectangle 1250">
              <a:extLst>
                <a:ext uri="{FF2B5EF4-FFF2-40B4-BE49-F238E27FC236}">
                  <a16:creationId xmlns:a16="http://schemas.microsoft.com/office/drawing/2014/main" id="{1531D3B1-6BCA-64BC-F939-6363BB9D1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5" name="Rectangle 1251">
              <a:extLst>
                <a:ext uri="{FF2B5EF4-FFF2-40B4-BE49-F238E27FC236}">
                  <a16:creationId xmlns:a16="http://schemas.microsoft.com/office/drawing/2014/main" id="{06CD8C76-7BAB-AD8A-C853-153A0C3AF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6" name="Rectangle 1252">
              <a:extLst>
                <a:ext uri="{FF2B5EF4-FFF2-40B4-BE49-F238E27FC236}">
                  <a16:creationId xmlns:a16="http://schemas.microsoft.com/office/drawing/2014/main" id="{BBEB4CAE-DDB6-ABC6-06B2-C88CC9A18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7" name="Rectangle 1253">
              <a:extLst>
                <a:ext uri="{FF2B5EF4-FFF2-40B4-BE49-F238E27FC236}">
                  <a16:creationId xmlns:a16="http://schemas.microsoft.com/office/drawing/2014/main" id="{4D2E9DA8-D5C0-35B9-055A-7FE1CDDFA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8" name="Rectangle 1254">
              <a:extLst>
                <a:ext uri="{FF2B5EF4-FFF2-40B4-BE49-F238E27FC236}">
                  <a16:creationId xmlns:a16="http://schemas.microsoft.com/office/drawing/2014/main" id="{A5CDFFDD-B888-F68E-9162-F05DC92FC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9" name="Rectangle 1255">
              <a:extLst>
                <a:ext uri="{FF2B5EF4-FFF2-40B4-BE49-F238E27FC236}">
                  <a16:creationId xmlns:a16="http://schemas.microsoft.com/office/drawing/2014/main" id="{4336AAC4-527E-B972-4E1B-0C49A1BFF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0" name="Group 1256">
            <a:extLst>
              <a:ext uri="{FF2B5EF4-FFF2-40B4-BE49-F238E27FC236}">
                <a16:creationId xmlns:a16="http://schemas.microsoft.com/office/drawing/2014/main" id="{1F3C9D4B-0E73-D1D3-E247-167FF8FC79BC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3543300"/>
            <a:ext cx="1474787" cy="1463675"/>
            <a:chOff x="262" y="1078"/>
            <a:chExt cx="929" cy="922"/>
          </a:xfrm>
        </p:grpSpPr>
        <p:sp>
          <p:nvSpPr>
            <p:cNvPr id="38232" name="Rectangle 1257">
              <a:extLst>
                <a:ext uri="{FF2B5EF4-FFF2-40B4-BE49-F238E27FC236}">
                  <a16:creationId xmlns:a16="http://schemas.microsoft.com/office/drawing/2014/main" id="{76232A2B-94E6-AACA-67BC-75B160270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3" name="Rectangle 1258">
              <a:extLst>
                <a:ext uri="{FF2B5EF4-FFF2-40B4-BE49-F238E27FC236}">
                  <a16:creationId xmlns:a16="http://schemas.microsoft.com/office/drawing/2014/main" id="{F885CAC6-25CA-01B2-DFC7-B5941916F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4" name="Rectangle 1259">
              <a:extLst>
                <a:ext uri="{FF2B5EF4-FFF2-40B4-BE49-F238E27FC236}">
                  <a16:creationId xmlns:a16="http://schemas.microsoft.com/office/drawing/2014/main" id="{4E4E322E-7520-BA75-8ED7-18E735C92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5" name="Rectangle 1260">
              <a:extLst>
                <a:ext uri="{FF2B5EF4-FFF2-40B4-BE49-F238E27FC236}">
                  <a16:creationId xmlns:a16="http://schemas.microsoft.com/office/drawing/2014/main" id="{9457A7F5-CB51-5635-278D-BFBB95D2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6" name="Rectangle 1261">
              <a:extLst>
                <a:ext uri="{FF2B5EF4-FFF2-40B4-BE49-F238E27FC236}">
                  <a16:creationId xmlns:a16="http://schemas.microsoft.com/office/drawing/2014/main" id="{4488C6DC-E308-0530-8A99-0F70E5688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7" name="Rectangle 1262">
              <a:extLst>
                <a:ext uri="{FF2B5EF4-FFF2-40B4-BE49-F238E27FC236}">
                  <a16:creationId xmlns:a16="http://schemas.microsoft.com/office/drawing/2014/main" id="{0C52B7C9-7E58-4BFB-14DC-D2BE3EA50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8" name="Rectangle 1263">
              <a:extLst>
                <a:ext uri="{FF2B5EF4-FFF2-40B4-BE49-F238E27FC236}">
                  <a16:creationId xmlns:a16="http://schemas.microsoft.com/office/drawing/2014/main" id="{5EC7918F-4F46-A8DC-924B-F6F1A4A57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9" name="Rectangle 1264">
              <a:extLst>
                <a:ext uri="{FF2B5EF4-FFF2-40B4-BE49-F238E27FC236}">
                  <a16:creationId xmlns:a16="http://schemas.microsoft.com/office/drawing/2014/main" id="{3ADA5B43-3B56-17FB-FBC5-1B2EF76BF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40" name="Rectangle 1265">
              <a:extLst>
                <a:ext uri="{FF2B5EF4-FFF2-40B4-BE49-F238E27FC236}">
                  <a16:creationId xmlns:a16="http://schemas.microsoft.com/office/drawing/2014/main" id="{14D49528-2FD9-F94E-7D83-39D16526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1" name="Group 1266">
            <a:extLst>
              <a:ext uri="{FF2B5EF4-FFF2-40B4-BE49-F238E27FC236}">
                <a16:creationId xmlns:a16="http://schemas.microsoft.com/office/drawing/2014/main" id="{E47991C7-3704-8172-C6AC-0709A7344DCD}"/>
              </a:ext>
            </a:extLst>
          </p:cNvPr>
          <p:cNvGrpSpPr>
            <a:grpSpLocks/>
          </p:cNvGrpSpPr>
          <p:nvPr/>
        </p:nvGrpSpPr>
        <p:grpSpPr bwMode="auto">
          <a:xfrm>
            <a:off x="4306888" y="4016375"/>
            <a:ext cx="1474787" cy="1463675"/>
            <a:chOff x="262" y="1078"/>
            <a:chExt cx="929" cy="922"/>
          </a:xfrm>
        </p:grpSpPr>
        <p:sp>
          <p:nvSpPr>
            <p:cNvPr id="38223" name="Rectangle 1267">
              <a:extLst>
                <a:ext uri="{FF2B5EF4-FFF2-40B4-BE49-F238E27FC236}">
                  <a16:creationId xmlns:a16="http://schemas.microsoft.com/office/drawing/2014/main" id="{E8EA59B0-F139-6762-90E6-0426375BA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4" name="Rectangle 1268">
              <a:extLst>
                <a:ext uri="{FF2B5EF4-FFF2-40B4-BE49-F238E27FC236}">
                  <a16:creationId xmlns:a16="http://schemas.microsoft.com/office/drawing/2014/main" id="{11AABBF5-5717-40BC-E236-E42B0B249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5" name="Rectangle 1269">
              <a:extLst>
                <a:ext uri="{FF2B5EF4-FFF2-40B4-BE49-F238E27FC236}">
                  <a16:creationId xmlns:a16="http://schemas.microsoft.com/office/drawing/2014/main" id="{3D18F14A-6693-C155-7D29-B0FE28267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6" name="Rectangle 1270">
              <a:extLst>
                <a:ext uri="{FF2B5EF4-FFF2-40B4-BE49-F238E27FC236}">
                  <a16:creationId xmlns:a16="http://schemas.microsoft.com/office/drawing/2014/main" id="{4580E04E-9196-8EC1-0032-CEC528AB0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7" name="Rectangle 1271">
              <a:extLst>
                <a:ext uri="{FF2B5EF4-FFF2-40B4-BE49-F238E27FC236}">
                  <a16:creationId xmlns:a16="http://schemas.microsoft.com/office/drawing/2014/main" id="{5BEF83C1-C21D-5081-595B-F5D4FA637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8" name="Rectangle 1272">
              <a:extLst>
                <a:ext uri="{FF2B5EF4-FFF2-40B4-BE49-F238E27FC236}">
                  <a16:creationId xmlns:a16="http://schemas.microsoft.com/office/drawing/2014/main" id="{87CF988E-D797-E979-1AA4-7048BC1C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9" name="Rectangle 1273">
              <a:extLst>
                <a:ext uri="{FF2B5EF4-FFF2-40B4-BE49-F238E27FC236}">
                  <a16:creationId xmlns:a16="http://schemas.microsoft.com/office/drawing/2014/main" id="{FACA63E6-71EB-F8CE-7705-AF2CE920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0" name="Rectangle 1274">
              <a:extLst>
                <a:ext uri="{FF2B5EF4-FFF2-40B4-BE49-F238E27FC236}">
                  <a16:creationId xmlns:a16="http://schemas.microsoft.com/office/drawing/2014/main" id="{915AFD1C-12C0-EE61-BB78-23627D3A9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31" name="Rectangle 1275">
              <a:extLst>
                <a:ext uri="{FF2B5EF4-FFF2-40B4-BE49-F238E27FC236}">
                  <a16:creationId xmlns:a16="http://schemas.microsoft.com/office/drawing/2014/main" id="{CB0AE637-4294-1527-C82D-6D792729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2" name="Group 1276">
            <a:extLst>
              <a:ext uri="{FF2B5EF4-FFF2-40B4-BE49-F238E27FC236}">
                <a16:creationId xmlns:a16="http://schemas.microsoft.com/office/drawing/2014/main" id="{24E01523-77CC-6082-C277-F6259792F075}"/>
              </a:ext>
            </a:extLst>
          </p:cNvPr>
          <p:cNvGrpSpPr>
            <a:grpSpLocks/>
          </p:cNvGrpSpPr>
          <p:nvPr/>
        </p:nvGrpSpPr>
        <p:grpSpPr bwMode="auto">
          <a:xfrm>
            <a:off x="4794250" y="4016375"/>
            <a:ext cx="1474788" cy="1463675"/>
            <a:chOff x="262" y="1078"/>
            <a:chExt cx="929" cy="922"/>
          </a:xfrm>
        </p:grpSpPr>
        <p:sp>
          <p:nvSpPr>
            <p:cNvPr id="38214" name="Rectangle 1277">
              <a:extLst>
                <a:ext uri="{FF2B5EF4-FFF2-40B4-BE49-F238E27FC236}">
                  <a16:creationId xmlns:a16="http://schemas.microsoft.com/office/drawing/2014/main" id="{27BA46B0-0BC1-97E0-4A0F-7523F292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5" name="Rectangle 1278">
              <a:extLst>
                <a:ext uri="{FF2B5EF4-FFF2-40B4-BE49-F238E27FC236}">
                  <a16:creationId xmlns:a16="http://schemas.microsoft.com/office/drawing/2014/main" id="{30631C75-1254-2B92-44B0-E936D8AA7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6" name="Rectangle 1279">
              <a:extLst>
                <a:ext uri="{FF2B5EF4-FFF2-40B4-BE49-F238E27FC236}">
                  <a16:creationId xmlns:a16="http://schemas.microsoft.com/office/drawing/2014/main" id="{3FA22859-DFAF-2076-1CE4-39A7E5A7A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7" name="Rectangle 1280">
              <a:extLst>
                <a:ext uri="{FF2B5EF4-FFF2-40B4-BE49-F238E27FC236}">
                  <a16:creationId xmlns:a16="http://schemas.microsoft.com/office/drawing/2014/main" id="{E05F2AFE-1019-A780-2CAA-AD0FB4BEE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8" name="Rectangle 1281">
              <a:extLst>
                <a:ext uri="{FF2B5EF4-FFF2-40B4-BE49-F238E27FC236}">
                  <a16:creationId xmlns:a16="http://schemas.microsoft.com/office/drawing/2014/main" id="{420C5FA7-DB5D-5027-9613-E68C8A1DA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9" name="Rectangle 1282">
              <a:extLst>
                <a:ext uri="{FF2B5EF4-FFF2-40B4-BE49-F238E27FC236}">
                  <a16:creationId xmlns:a16="http://schemas.microsoft.com/office/drawing/2014/main" id="{C64F5BB4-3F97-DD15-DC2F-F725C7D2A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0" name="Rectangle 1283">
              <a:extLst>
                <a:ext uri="{FF2B5EF4-FFF2-40B4-BE49-F238E27FC236}">
                  <a16:creationId xmlns:a16="http://schemas.microsoft.com/office/drawing/2014/main" id="{A5DE90D3-6D32-B1B7-E6A0-83881BD7D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1" name="Rectangle 1284">
              <a:extLst>
                <a:ext uri="{FF2B5EF4-FFF2-40B4-BE49-F238E27FC236}">
                  <a16:creationId xmlns:a16="http://schemas.microsoft.com/office/drawing/2014/main" id="{4CDA63E8-834D-BFC2-0820-D157B2C28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22" name="Rectangle 1285">
              <a:extLst>
                <a:ext uri="{FF2B5EF4-FFF2-40B4-BE49-F238E27FC236}">
                  <a16:creationId xmlns:a16="http://schemas.microsoft.com/office/drawing/2014/main" id="{092884B3-381B-B5A1-55D8-8835B4BCA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3" name="Group 1286">
            <a:extLst>
              <a:ext uri="{FF2B5EF4-FFF2-40B4-BE49-F238E27FC236}">
                <a16:creationId xmlns:a16="http://schemas.microsoft.com/office/drawing/2014/main" id="{D204F993-DA0F-DCDC-4F2B-C855E2D24E8A}"/>
              </a:ext>
            </a:extLst>
          </p:cNvPr>
          <p:cNvGrpSpPr>
            <a:grpSpLocks/>
          </p:cNvGrpSpPr>
          <p:nvPr/>
        </p:nvGrpSpPr>
        <p:grpSpPr bwMode="auto">
          <a:xfrm>
            <a:off x="5291138" y="4016375"/>
            <a:ext cx="1474787" cy="1463675"/>
            <a:chOff x="262" y="1078"/>
            <a:chExt cx="929" cy="922"/>
          </a:xfrm>
        </p:grpSpPr>
        <p:sp>
          <p:nvSpPr>
            <p:cNvPr id="38205" name="Rectangle 1287">
              <a:extLst>
                <a:ext uri="{FF2B5EF4-FFF2-40B4-BE49-F238E27FC236}">
                  <a16:creationId xmlns:a16="http://schemas.microsoft.com/office/drawing/2014/main" id="{0CAFFAD8-1A18-5E44-F820-336E1C855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6" name="Rectangle 1288">
              <a:extLst>
                <a:ext uri="{FF2B5EF4-FFF2-40B4-BE49-F238E27FC236}">
                  <a16:creationId xmlns:a16="http://schemas.microsoft.com/office/drawing/2014/main" id="{37C0A846-F75B-EB8A-32B9-1235D277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7" name="Rectangle 1289">
              <a:extLst>
                <a:ext uri="{FF2B5EF4-FFF2-40B4-BE49-F238E27FC236}">
                  <a16:creationId xmlns:a16="http://schemas.microsoft.com/office/drawing/2014/main" id="{18AFAC11-AD6E-DB20-BA87-0C65F0AB7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8" name="Rectangle 1290">
              <a:extLst>
                <a:ext uri="{FF2B5EF4-FFF2-40B4-BE49-F238E27FC236}">
                  <a16:creationId xmlns:a16="http://schemas.microsoft.com/office/drawing/2014/main" id="{06DA650C-7E4D-1D69-94AB-ECF469727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9" name="Rectangle 1291">
              <a:extLst>
                <a:ext uri="{FF2B5EF4-FFF2-40B4-BE49-F238E27FC236}">
                  <a16:creationId xmlns:a16="http://schemas.microsoft.com/office/drawing/2014/main" id="{F6F849AE-6B93-7F58-9B4F-C847667BA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0" name="Rectangle 1292">
              <a:extLst>
                <a:ext uri="{FF2B5EF4-FFF2-40B4-BE49-F238E27FC236}">
                  <a16:creationId xmlns:a16="http://schemas.microsoft.com/office/drawing/2014/main" id="{85EE013F-A330-16A4-074D-BBF76C470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1" name="Rectangle 1293">
              <a:extLst>
                <a:ext uri="{FF2B5EF4-FFF2-40B4-BE49-F238E27FC236}">
                  <a16:creationId xmlns:a16="http://schemas.microsoft.com/office/drawing/2014/main" id="{75A5E674-145A-80A9-504E-196AC08BA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2" name="Rectangle 1294">
              <a:extLst>
                <a:ext uri="{FF2B5EF4-FFF2-40B4-BE49-F238E27FC236}">
                  <a16:creationId xmlns:a16="http://schemas.microsoft.com/office/drawing/2014/main" id="{83D0B566-6172-C3F7-3AFB-3142D8043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13" name="Rectangle 1295">
              <a:extLst>
                <a:ext uri="{FF2B5EF4-FFF2-40B4-BE49-F238E27FC236}">
                  <a16:creationId xmlns:a16="http://schemas.microsoft.com/office/drawing/2014/main" id="{9BD62266-B383-7249-F459-EAACF290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4" name="Group 1296">
            <a:extLst>
              <a:ext uri="{FF2B5EF4-FFF2-40B4-BE49-F238E27FC236}">
                <a16:creationId xmlns:a16="http://schemas.microsoft.com/office/drawing/2014/main" id="{5DE235F4-2F68-87BA-BD23-3E93EFE4B500}"/>
              </a:ext>
            </a:extLst>
          </p:cNvPr>
          <p:cNvGrpSpPr>
            <a:grpSpLocks/>
          </p:cNvGrpSpPr>
          <p:nvPr/>
        </p:nvGrpSpPr>
        <p:grpSpPr bwMode="auto">
          <a:xfrm>
            <a:off x="6262688" y="4016375"/>
            <a:ext cx="1474787" cy="1463675"/>
            <a:chOff x="262" y="1078"/>
            <a:chExt cx="929" cy="922"/>
          </a:xfrm>
        </p:grpSpPr>
        <p:sp>
          <p:nvSpPr>
            <p:cNvPr id="38196" name="Rectangle 1297">
              <a:extLst>
                <a:ext uri="{FF2B5EF4-FFF2-40B4-BE49-F238E27FC236}">
                  <a16:creationId xmlns:a16="http://schemas.microsoft.com/office/drawing/2014/main" id="{D86BD57E-4706-BE5B-9443-BBE47F2A1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7" name="Rectangle 1298">
              <a:extLst>
                <a:ext uri="{FF2B5EF4-FFF2-40B4-BE49-F238E27FC236}">
                  <a16:creationId xmlns:a16="http://schemas.microsoft.com/office/drawing/2014/main" id="{195BF633-D66C-CFF2-F533-532DCD964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8" name="Rectangle 1299">
              <a:extLst>
                <a:ext uri="{FF2B5EF4-FFF2-40B4-BE49-F238E27FC236}">
                  <a16:creationId xmlns:a16="http://schemas.microsoft.com/office/drawing/2014/main" id="{AEEEFD82-04A4-DACB-C0F4-E80948CE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9" name="Rectangle 1300">
              <a:extLst>
                <a:ext uri="{FF2B5EF4-FFF2-40B4-BE49-F238E27FC236}">
                  <a16:creationId xmlns:a16="http://schemas.microsoft.com/office/drawing/2014/main" id="{C79FC4DF-EFCC-5742-542E-0F1CE213A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0" name="Rectangle 1301">
              <a:extLst>
                <a:ext uri="{FF2B5EF4-FFF2-40B4-BE49-F238E27FC236}">
                  <a16:creationId xmlns:a16="http://schemas.microsoft.com/office/drawing/2014/main" id="{2F5F11F7-EF23-3409-A654-61268CDBB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1" name="Rectangle 1302">
              <a:extLst>
                <a:ext uri="{FF2B5EF4-FFF2-40B4-BE49-F238E27FC236}">
                  <a16:creationId xmlns:a16="http://schemas.microsoft.com/office/drawing/2014/main" id="{4907175F-7425-D5EF-F435-CBA09DC32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2" name="Rectangle 1303">
              <a:extLst>
                <a:ext uri="{FF2B5EF4-FFF2-40B4-BE49-F238E27FC236}">
                  <a16:creationId xmlns:a16="http://schemas.microsoft.com/office/drawing/2014/main" id="{EAE64675-8E22-D96D-9E71-9D454408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3" name="Rectangle 1304">
              <a:extLst>
                <a:ext uri="{FF2B5EF4-FFF2-40B4-BE49-F238E27FC236}">
                  <a16:creationId xmlns:a16="http://schemas.microsoft.com/office/drawing/2014/main" id="{C409CC3B-5CB5-CC5E-A703-86FB37A2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04" name="Rectangle 1305">
              <a:extLst>
                <a:ext uri="{FF2B5EF4-FFF2-40B4-BE49-F238E27FC236}">
                  <a16:creationId xmlns:a16="http://schemas.microsoft.com/office/drawing/2014/main" id="{FE57BBF0-B24C-A22E-718E-875F054A6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5" name="Group 1306">
            <a:extLst>
              <a:ext uri="{FF2B5EF4-FFF2-40B4-BE49-F238E27FC236}">
                <a16:creationId xmlns:a16="http://schemas.microsoft.com/office/drawing/2014/main" id="{EB397A9B-09EC-3AEC-5D0D-6860C5CE49E8}"/>
              </a:ext>
            </a:extLst>
          </p:cNvPr>
          <p:cNvGrpSpPr>
            <a:grpSpLocks/>
          </p:cNvGrpSpPr>
          <p:nvPr/>
        </p:nvGrpSpPr>
        <p:grpSpPr bwMode="auto">
          <a:xfrm>
            <a:off x="6754813" y="4016375"/>
            <a:ext cx="1474787" cy="1463675"/>
            <a:chOff x="262" y="1078"/>
            <a:chExt cx="929" cy="922"/>
          </a:xfrm>
        </p:grpSpPr>
        <p:sp>
          <p:nvSpPr>
            <p:cNvPr id="38187" name="Rectangle 1307">
              <a:extLst>
                <a:ext uri="{FF2B5EF4-FFF2-40B4-BE49-F238E27FC236}">
                  <a16:creationId xmlns:a16="http://schemas.microsoft.com/office/drawing/2014/main" id="{8EDEE7CA-BAD0-8742-0B53-39B309C11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8" name="Rectangle 1308">
              <a:extLst>
                <a:ext uri="{FF2B5EF4-FFF2-40B4-BE49-F238E27FC236}">
                  <a16:creationId xmlns:a16="http://schemas.microsoft.com/office/drawing/2014/main" id="{10FD9898-0712-C066-67ED-9FDC87AB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9" name="Rectangle 1309">
              <a:extLst>
                <a:ext uri="{FF2B5EF4-FFF2-40B4-BE49-F238E27FC236}">
                  <a16:creationId xmlns:a16="http://schemas.microsoft.com/office/drawing/2014/main" id="{93BE3948-86B3-9C56-1027-0D1FB76D4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0" name="Rectangle 1310">
              <a:extLst>
                <a:ext uri="{FF2B5EF4-FFF2-40B4-BE49-F238E27FC236}">
                  <a16:creationId xmlns:a16="http://schemas.microsoft.com/office/drawing/2014/main" id="{23F68793-0EBF-6F2C-D55E-AE25C80A0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1" name="Rectangle 1311">
              <a:extLst>
                <a:ext uri="{FF2B5EF4-FFF2-40B4-BE49-F238E27FC236}">
                  <a16:creationId xmlns:a16="http://schemas.microsoft.com/office/drawing/2014/main" id="{5978693A-7393-C27F-C318-067F2E2A7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2" name="Rectangle 1312">
              <a:extLst>
                <a:ext uri="{FF2B5EF4-FFF2-40B4-BE49-F238E27FC236}">
                  <a16:creationId xmlns:a16="http://schemas.microsoft.com/office/drawing/2014/main" id="{5ABE0492-9820-3FE8-5A0E-A85D57B9A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3" name="Rectangle 1313">
              <a:extLst>
                <a:ext uri="{FF2B5EF4-FFF2-40B4-BE49-F238E27FC236}">
                  <a16:creationId xmlns:a16="http://schemas.microsoft.com/office/drawing/2014/main" id="{C1705D8E-04D7-4A6B-D85C-A10F96D7B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4" name="Rectangle 1314">
              <a:extLst>
                <a:ext uri="{FF2B5EF4-FFF2-40B4-BE49-F238E27FC236}">
                  <a16:creationId xmlns:a16="http://schemas.microsoft.com/office/drawing/2014/main" id="{27E1BBB6-7520-4111-82FF-2A2FFD5B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95" name="Rectangle 1315">
              <a:extLst>
                <a:ext uri="{FF2B5EF4-FFF2-40B4-BE49-F238E27FC236}">
                  <a16:creationId xmlns:a16="http://schemas.microsoft.com/office/drawing/2014/main" id="{89DA725E-9721-31C5-7060-692CA7F2F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6" name="Group 1316">
            <a:extLst>
              <a:ext uri="{FF2B5EF4-FFF2-40B4-BE49-F238E27FC236}">
                <a16:creationId xmlns:a16="http://schemas.microsoft.com/office/drawing/2014/main" id="{BE2D2A3F-E887-6039-61EE-2782020A903B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4016375"/>
            <a:ext cx="1474788" cy="1463675"/>
            <a:chOff x="262" y="1078"/>
            <a:chExt cx="929" cy="922"/>
          </a:xfrm>
        </p:grpSpPr>
        <p:sp>
          <p:nvSpPr>
            <p:cNvPr id="38178" name="Rectangle 1317">
              <a:extLst>
                <a:ext uri="{FF2B5EF4-FFF2-40B4-BE49-F238E27FC236}">
                  <a16:creationId xmlns:a16="http://schemas.microsoft.com/office/drawing/2014/main" id="{C672B191-B86F-1EE3-4C8B-5898E5DAD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9" name="Rectangle 1318">
              <a:extLst>
                <a:ext uri="{FF2B5EF4-FFF2-40B4-BE49-F238E27FC236}">
                  <a16:creationId xmlns:a16="http://schemas.microsoft.com/office/drawing/2014/main" id="{D9999FFA-87DF-8BBC-74EC-C3353CC98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0" name="Rectangle 1319">
              <a:extLst>
                <a:ext uri="{FF2B5EF4-FFF2-40B4-BE49-F238E27FC236}">
                  <a16:creationId xmlns:a16="http://schemas.microsoft.com/office/drawing/2014/main" id="{12435D76-CF48-C1AE-E0AD-4434C088B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1" name="Rectangle 1320">
              <a:extLst>
                <a:ext uri="{FF2B5EF4-FFF2-40B4-BE49-F238E27FC236}">
                  <a16:creationId xmlns:a16="http://schemas.microsoft.com/office/drawing/2014/main" id="{DE6D656C-253B-C00E-1BFD-0D64DCEF0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2" name="Rectangle 1321">
              <a:extLst>
                <a:ext uri="{FF2B5EF4-FFF2-40B4-BE49-F238E27FC236}">
                  <a16:creationId xmlns:a16="http://schemas.microsoft.com/office/drawing/2014/main" id="{64BD8391-D3AB-00F8-971B-E48EE11A5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3" name="Rectangle 1322">
              <a:extLst>
                <a:ext uri="{FF2B5EF4-FFF2-40B4-BE49-F238E27FC236}">
                  <a16:creationId xmlns:a16="http://schemas.microsoft.com/office/drawing/2014/main" id="{81F7A188-AF23-F00E-9259-DF48CE89C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4" name="Rectangle 1323">
              <a:extLst>
                <a:ext uri="{FF2B5EF4-FFF2-40B4-BE49-F238E27FC236}">
                  <a16:creationId xmlns:a16="http://schemas.microsoft.com/office/drawing/2014/main" id="{FF1176ED-7E54-C06A-A808-F97AAFC97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5" name="Rectangle 1324">
              <a:extLst>
                <a:ext uri="{FF2B5EF4-FFF2-40B4-BE49-F238E27FC236}">
                  <a16:creationId xmlns:a16="http://schemas.microsoft.com/office/drawing/2014/main" id="{45360555-FAD3-6058-AF0F-9EE4FBD3E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86" name="Rectangle 1325">
              <a:extLst>
                <a:ext uri="{FF2B5EF4-FFF2-40B4-BE49-F238E27FC236}">
                  <a16:creationId xmlns:a16="http://schemas.microsoft.com/office/drawing/2014/main" id="{98C1F7FE-69CB-EFA6-C7CE-CE34F1B5B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7" name="Group 1326">
            <a:extLst>
              <a:ext uri="{FF2B5EF4-FFF2-40B4-BE49-F238E27FC236}">
                <a16:creationId xmlns:a16="http://schemas.microsoft.com/office/drawing/2014/main" id="{75A40FD7-8D16-D6E8-6560-4096434CB35F}"/>
              </a:ext>
            </a:extLst>
          </p:cNvPr>
          <p:cNvGrpSpPr>
            <a:grpSpLocks/>
          </p:cNvGrpSpPr>
          <p:nvPr/>
        </p:nvGrpSpPr>
        <p:grpSpPr bwMode="auto">
          <a:xfrm>
            <a:off x="7724775" y="4016375"/>
            <a:ext cx="1474788" cy="1463675"/>
            <a:chOff x="262" y="1078"/>
            <a:chExt cx="929" cy="922"/>
          </a:xfrm>
        </p:grpSpPr>
        <p:sp>
          <p:nvSpPr>
            <p:cNvPr id="38169" name="Rectangle 1327">
              <a:extLst>
                <a:ext uri="{FF2B5EF4-FFF2-40B4-BE49-F238E27FC236}">
                  <a16:creationId xmlns:a16="http://schemas.microsoft.com/office/drawing/2014/main" id="{B8BAFC96-CF0C-C00F-060F-BB9DFBF8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0" name="Rectangle 1328">
              <a:extLst>
                <a:ext uri="{FF2B5EF4-FFF2-40B4-BE49-F238E27FC236}">
                  <a16:creationId xmlns:a16="http://schemas.microsoft.com/office/drawing/2014/main" id="{7C301433-E31E-A7FC-8181-0F8D94F41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1" name="Rectangle 1329">
              <a:extLst>
                <a:ext uri="{FF2B5EF4-FFF2-40B4-BE49-F238E27FC236}">
                  <a16:creationId xmlns:a16="http://schemas.microsoft.com/office/drawing/2014/main" id="{0B32FF08-7998-855C-2B59-7024840C0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2" name="Rectangle 1330">
              <a:extLst>
                <a:ext uri="{FF2B5EF4-FFF2-40B4-BE49-F238E27FC236}">
                  <a16:creationId xmlns:a16="http://schemas.microsoft.com/office/drawing/2014/main" id="{71CC2BCB-1E56-8C26-253C-03FB45F8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3" name="Rectangle 1331">
              <a:extLst>
                <a:ext uri="{FF2B5EF4-FFF2-40B4-BE49-F238E27FC236}">
                  <a16:creationId xmlns:a16="http://schemas.microsoft.com/office/drawing/2014/main" id="{1EF86B86-BF7B-5D9C-4092-9CBF7C9E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4" name="Rectangle 1332">
              <a:extLst>
                <a:ext uri="{FF2B5EF4-FFF2-40B4-BE49-F238E27FC236}">
                  <a16:creationId xmlns:a16="http://schemas.microsoft.com/office/drawing/2014/main" id="{1D56472C-2E2D-351B-032F-2ED3C89B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5" name="Rectangle 1333">
              <a:extLst>
                <a:ext uri="{FF2B5EF4-FFF2-40B4-BE49-F238E27FC236}">
                  <a16:creationId xmlns:a16="http://schemas.microsoft.com/office/drawing/2014/main" id="{2424E558-9B12-3165-54F0-14E1710F1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6" name="Rectangle 1334">
              <a:extLst>
                <a:ext uri="{FF2B5EF4-FFF2-40B4-BE49-F238E27FC236}">
                  <a16:creationId xmlns:a16="http://schemas.microsoft.com/office/drawing/2014/main" id="{14F96981-8314-0272-9CF1-FB4B91CCE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77" name="Rectangle 1335">
              <a:extLst>
                <a:ext uri="{FF2B5EF4-FFF2-40B4-BE49-F238E27FC236}">
                  <a16:creationId xmlns:a16="http://schemas.microsoft.com/office/drawing/2014/main" id="{9AD7C89D-1DB3-B0A8-4DCE-932F61A9E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8" name="Group 1336">
            <a:extLst>
              <a:ext uri="{FF2B5EF4-FFF2-40B4-BE49-F238E27FC236}">
                <a16:creationId xmlns:a16="http://schemas.microsoft.com/office/drawing/2014/main" id="{F90164B4-A550-EC43-860C-7C698B311086}"/>
              </a:ext>
            </a:extLst>
          </p:cNvPr>
          <p:cNvGrpSpPr>
            <a:grpSpLocks/>
          </p:cNvGrpSpPr>
          <p:nvPr/>
        </p:nvGrpSpPr>
        <p:grpSpPr bwMode="auto">
          <a:xfrm>
            <a:off x="5788025" y="4016375"/>
            <a:ext cx="1474788" cy="1463675"/>
            <a:chOff x="262" y="1078"/>
            <a:chExt cx="929" cy="922"/>
          </a:xfrm>
        </p:grpSpPr>
        <p:sp>
          <p:nvSpPr>
            <p:cNvPr id="38160" name="Rectangle 1337">
              <a:extLst>
                <a:ext uri="{FF2B5EF4-FFF2-40B4-BE49-F238E27FC236}">
                  <a16:creationId xmlns:a16="http://schemas.microsoft.com/office/drawing/2014/main" id="{858F1ACA-877D-3F52-1177-EBD326F6A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1" name="Rectangle 1338">
              <a:extLst>
                <a:ext uri="{FF2B5EF4-FFF2-40B4-BE49-F238E27FC236}">
                  <a16:creationId xmlns:a16="http://schemas.microsoft.com/office/drawing/2014/main" id="{7F02F753-C18C-8142-6011-C530102A7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2" name="Rectangle 1339">
              <a:extLst>
                <a:ext uri="{FF2B5EF4-FFF2-40B4-BE49-F238E27FC236}">
                  <a16:creationId xmlns:a16="http://schemas.microsoft.com/office/drawing/2014/main" id="{94CBE727-902D-E98E-5ACE-C3C9AA06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3" name="Rectangle 1340">
              <a:extLst>
                <a:ext uri="{FF2B5EF4-FFF2-40B4-BE49-F238E27FC236}">
                  <a16:creationId xmlns:a16="http://schemas.microsoft.com/office/drawing/2014/main" id="{409DA0FF-CDC1-8DA7-EEB2-E502F00C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4" name="Rectangle 1341">
              <a:extLst>
                <a:ext uri="{FF2B5EF4-FFF2-40B4-BE49-F238E27FC236}">
                  <a16:creationId xmlns:a16="http://schemas.microsoft.com/office/drawing/2014/main" id="{8CF18AC0-83C1-C953-6A1C-3B8AFA61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5" name="Rectangle 1342">
              <a:extLst>
                <a:ext uri="{FF2B5EF4-FFF2-40B4-BE49-F238E27FC236}">
                  <a16:creationId xmlns:a16="http://schemas.microsoft.com/office/drawing/2014/main" id="{60BE6022-096C-F260-3EBC-14F41B027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6" name="Rectangle 1343">
              <a:extLst>
                <a:ext uri="{FF2B5EF4-FFF2-40B4-BE49-F238E27FC236}">
                  <a16:creationId xmlns:a16="http://schemas.microsoft.com/office/drawing/2014/main" id="{AD0162D3-6E03-C649-26FB-61CA3CFFD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7" name="Rectangle 1344">
              <a:extLst>
                <a:ext uri="{FF2B5EF4-FFF2-40B4-BE49-F238E27FC236}">
                  <a16:creationId xmlns:a16="http://schemas.microsoft.com/office/drawing/2014/main" id="{EED93BA5-F45C-3B40-422B-556145C19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68" name="Rectangle 1345">
              <a:extLst>
                <a:ext uri="{FF2B5EF4-FFF2-40B4-BE49-F238E27FC236}">
                  <a16:creationId xmlns:a16="http://schemas.microsoft.com/office/drawing/2014/main" id="{73B6D868-77C0-5330-15BF-DDF6D2EC5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09" name="Group 1346">
            <a:extLst>
              <a:ext uri="{FF2B5EF4-FFF2-40B4-BE49-F238E27FC236}">
                <a16:creationId xmlns:a16="http://schemas.microsoft.com/office/drawing/2014/main" id="{21864341-CD8B-CEEB-E7E2-7A61894B7578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513263"/>
            <a:ext cx="1474788" cy="1463675"/>
            <a:chOff x="262" y="1078"/>
            <a:chExt cx="929" cy="922"/>
          </a:xfrm>
        </p:grpSpPr>
        <p:sp>
          <p:nvSpPr>
            <p:cNvPr id="38151" name="Rectangle 1347">
              <a:extLst>
                <a:ext uri="{FF2B5EF4-FFF2-40B4-BE49-F238E27FC236}">
                  <a16:creationId xmlns:a16="http://schemas.microsoft.com/office/drawing/2014/main" id="{859891F9-6DB6-0121-8F3E-B00D8525D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2" name="Rectangle 1348">
              <a:extLst>
                <a:ext uri="{FF2B5EF4-FFF2-40B4-BE49-F238E27FC236}">
                  <a16:creationId xmlns:a16="http://schemas.microsoft.com/office/drawing/2014/main" id="{99A8830A-AAA4-221C-1666-17D5450C5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3" name="Rectangle 1349">
              <a:extLst>
                <a:ext uri="{FF2B5EF4-FFF2-40B4-BE49-F238E27FC236}">
                  <a16:creationId xmlns:a16="http://schemas.microsoft.com/office/drawing/2014/main" id="{77A7182F-BE41-3975-AB53-7FC631042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4" name="Rectangle 1350">
              <a:extLst>
                <a:ext uri="{FF2B5EF4-FFF2-40B4-BE49-F238E27FC236}">
                  <a16:creationId xmlns:a16="http://schemas.microsoft.com/office/drawing/2014/main" id="{7F6DF124-B2E2-CB2A-DCFE-E4C75132B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5" name="Rectangle 1351">
              <a:extLst>
                <a:ext uri="{FF2B5EF4-FFF2-40B4-BE49-F238E27FC236}">
                  <a16:creationId xmlns:a16="http://schemas.microsoft.com/office/drawing/2014/main" id="{F5B5B3DE-D2AD-3E33-B575-07DCD98B8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6" name="Rectangle 1352">
              <a:extLst>
                <a:ext uri="{FF2B5EF4-FFF2-40B4-BE49-F238E27FC236}">
                  <a16:creationId xmlns:a16="http://schemas.microsoft.com/office/drawing/2014/main" id="{003E3CB6-7218-8DC4-ED45-ED820CB30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7" name="Rectangle 1353">
              <a:extLst>
                <a:ext uri="{FF2B5EF4-FFF2-40B4-BE49-F238E27FC236}">
                  <a16:creationId xmlns:a16="http://schemas.microsoft.com/office/drawing/2014/main" id="{0792C75D-68A0-42A0-046B-B91997CB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8" name="Rectangle 1354">
              <a:extLst>
                <a:ext uri="{FF2B5EF4-FFF2-40B4-BE49-F238E27FC236}">
                  <a16:creationId xmlns:a16="http://schemas.microsoft.com/office/drawing/2014/main" id="{4FD6FDF0-00DD-237F-A4EC-D361CDFAE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9" name="Rectangle 1355">
              <a:extLst>
                <a:ext uri="{FF2B5EF4-FFF2-40B4-BE49-F238E27FC236}">
                  <a16:creationId xmlns:a16="http://schemas.microsoft.com/office/drawing/2014/main" id="{37540775-85AB-A133-D8FF-AE71DFA01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0" name="Group 1356">
            <a:extLst>
              <a:ext uri="{FF2B5EF4-FFF2-40B4-BE49-F238E27FC236}">
                <a16:creationId xmlns:a16="http://schemas.microsoft.com/office/drawing/2014/main" id="{1CC37C67-C417-87EC-1EEB-7D8218BD532E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4513263"/>
            <a:ext cx="1474787" cy="1463675"/>
            <a:chOff x="262" y="1078"/>
            <a:chExt cx="929" cy="922"/>
          </a:xfrm>
        </p:grpSpPr>
        <p:sp>
          <p:nvSpPr>
            <p:cNvPr id="38142" name="Rectangle 1357">
              <a:extLst>
                <a:ext uri="{FF2B5EF4-FFF2-40B4-BE49-F238E27FC236}">
                  <a16:creationId xmlns:a16="http://schemas.microsoft.com/office/drawing/2014/main" id="{E961F610-E171-3555-CCC6-5640F72BA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3" name="Rectangle 1358">
              <a:extLst>
                <a:ext uri="{FF2B5EF4-FFF2-40B4-BE49-F238E27FC236}">
                  <a16:creationId xmlns:a16="http://schemas.microsoft.com/office/drawing/2014/main" id="{BDC843A9-1285-4548-9D77-9432D53B5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4" name="Rectangle 1359">
              <a:extLst>
                <a:ext uri="{FF2B5EF4-FFF2-40B4-BE49-F238E27FC236}">
                  <a16:creationId xmlns:a16="http://schemas.microsoft.com/office/drawing/2014/main" id="{6981704D-207F-F472-EA11-A3A5F96BD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5" name="Rectangle 1360">
              <a:extLst>
                <a:ext uri="{FF2B5EF4-FFF2-40B4-BE49-F238E27FC236}">
                  <a16:creationId xmlns:a16="http://schemas.microsoft.com/office/drawing/2014/main" id="{CA327F9B-E0F8-DBAB-CCEF-F4D5BAE5F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6" name="Rectangle 1361">
              <a:extLst>
                <a:ext uri="{FF2B5EF4-FFF2-40B4-BE49-F238E27FC236}">
                  <a16:creationId xmlns:a16="http://schemas.microsoft.com/office/drawing/2014/main" id="{C44D5B0A-24E6-3CFA-6942-1409E96C1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7" name="Rectangle 1362">
              <a:extLst>
                <a:ext uri="{FF2B5EF4-FFF2-40B4-BE49-F238E27FC236}">
                  <a16:creationId xmlns:a16="http://schemas.microsoft.com/office/drawing/2014/main" id="{0820F24C-55FD-D26D-078E-0C7BF0A64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8" name="Rectangle 1363">
              <a:extLst>
                <a:ext uri="{FF2B5EF4-FFF2-40B4-BE49-F238E27FC236}">
                  <a16:creationId xmlns:a16="http://schemas.microsoft.com/office/drawing/2014/main" id="{AADDB00F-2652-B508-49D3-5ECFF9636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9" name="Rectangle 1364">
              <a:extLst>
                <a:ext uri="{FF2B5EF4-FFF2-40B4-BE49-F238E27FC236}">
                  <a16:creationId xmlns:a16="http://schemas.microsoft.com/office/drawing/2014/main" id="{79BDB0B8-80A8-096F-E2A2-7380F4352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50" name="Rectangle 1365">
              <a:extLst>
                <a:ext uri="{FF2B5EF4-FFF2-40B4-BE49-F238E27FC236}">
                  <a16:creationId xmlns:a16="http://schemas.microsoft.com/office/drawing/2014/main" id="{481B34EC-85FF-289D-3258-2AD191902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1" name="Group 1366">
            <a:extLst>
              <a:ext uri="{FF2B5EF4-FFF2-40B4-BE49-F238E27FC236}">
                <a16:creationId xmlns:a16="http://schemas.microsoft.com/office/drawing/2014/main" id="{D393385C-7BF9-4316-87CB-995358166CB5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4513263"/>
            <a:ext cx="1474788" cy="1463675"/>
            <a:chOff x="262" y="1078"/>
            <a:chExt cx="929" cy="922"/>
          </a:xfrm>
        </p:grpSpPr>
        <p:sp>
          <p:nvSpPr>
            <p:cNvPr id="38133" name="Rectangle 1367">
              <a:extLst>
                <a:ext uri="{FF2B5EF4-FFF2-40B4-BE49-F238E27FC236}">
                  <a16:creationId xmlns:a16="http://schemas.microsoft.com/office/drawing/2014/main" id="{845F77DB-0DB5-D9BE-D431-9F0B32935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4" name="Rectangle 1368">
              <a:extLst>
                <a:ext uri="{FF2B5EF4-FFF2-40B4-BE49-F238E27FC236}">
                  <a16:creationId xmlns:a16="http://schemas.microsoft.com/office/drawing/2014/main" id="{729E5FE3-14E2-A976-C3A8-ADEADD647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5" name="Rectangle 1369">
              <a:extLst>
                <a:ext uri="{FF2B5EF4-FFF2-40B4-BE49-F238E27FC236}">
                  <a16:creationId xmlns:a16="http://schemas.microsoft.com/office/drawing/2014/main" id="{03AE7C42-39CD-D1B2-3357-EF3A78E5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6" name="Rectangle 1370">
              <a:extLst>
                <a:ext uri="{FF2B5EF4-FFF2-40B4-BE49-F238E27FC236}">
                  <a16:creationId xmlns:a16="http://schemas.microsoft.com/office/drawing/2014/main" id="{8676E6FF-94EB-6E9B-5AEA-C6B41091C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7" name="Rectangle 1371">
              <a:extLst>
                <a:ext uri="{FF2B5EF4-FFF2-40B4-BE49-F238E27FC236}">
                  <a16:creationId xmlns:a16="http://schemas.microsoft.com/office/drawing/2014/main" id="{8E508D03-477C-B949-5CA5-F9D618477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8" name="Rectangle 1372">
              <a:extLst>
                <a:ext uri="{FF2B5EF4-FFF2-40B4-BE49-F238E27FC236}">
                  <a16:creationId xmlns:a16="http://schemas.microsoft.com/office/drawing/2014/main" id="{F6927B2F-06AE-2DF5-182C-15D458A72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9" name="Rectangle 1373">
              <a:extLst>
                <a:ext uri="{FF2B5EF4-FFF2-40B4-BE49-F238E27FC236}">
                  <a16:creationId xmlns:a16="http://schemas.microsoft.com/office/drawing/2014/main" id="{96F16028-B3AB-50BB-9718-EA6591D68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0" name="Rectangle 1374">
              <a:extLst>
                <a:ext uri="{FF2B5EF4-FFF2-40B4-BE49-F238E27FC236}">
                  <a16:creationId xmlns:a16="http://schemas.microsoft.com/office/drawing/2014/main" id="{826C4B6B-1D47-27BF-B235-FC4F8AF3F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41" name="Rectangle 1375">
              <a:extLst>
                <a:ext uri="{FF2B5EF4-FFF2-40B4-BE49-F238E27FC236}">
                  <a16:creationId xmlns:a16="http://schemas.microsoft.com/office/drawing/2014/main" id="{04BAD3A6-5968-163A-578F-1257507B5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2" name="Group 1376">
            <a:extLst>
              <a:ext uri="{FF2B5EF4-FFF2-40B4-BE49-F238E27FC236}">
                <a16:creationId xmlns:a16="http://schemas.microsoft.com/office/drawing/2014/main" id="{FE673C99-7922-03BD-AC35-DBD2848810DF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513263"/>
            <a:ext cx="1474788" cy="1463675"/>
            <a:chOff x="262" y="1078"/>
            <a:chExt cx="929" cy="922"/>
          </a:xfrm>
        </p:grpSpPr>
        <p:sp>
          <p:nvSpPr>
            <p:cNvPr id="38124" name="Rectangle 1377">
              <a:extLst>
                <a:ext uri="{FF2B5EF4-FFF2-40B4-BE49-F238E27FC236}">
                  <a16:creationId xmlns:a16="http://schemas.microsoft.com/office/drawing/2014/main" id="{AC4DE1F9-C6A9-368C-6889-0AA539585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5" name="Rectangle 1378">
              <a:extLst>
                <a:ext uri="{FF2B5EF4-FFF2-40B4-BE49-F238E27FC236}">
                  <a16:creationId xmlns:a16="http://schemas.microsoft.com/office/drawing/2014/main" id="{F44AFD98-FCD6-6ED1-856F-06BA6743F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6" name="Rectangle 1379">
              <a:extLst>
                <a:ext uri="{FF2B5EF4-FFF2-40B4-BE49-F238E27FC236}">
                  <a16:creationId xmlns:a16="http://schemas.microsoft.com/office/drawing/2014/main" id="{C6491955-E4E7-181C-9504-E0B24B80F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7" name="Rectangle 1380">
              <a:extLst>
                <a:ext uri="{FF2B5EF4-FFF2-40B4-BE49-F238E27FC236}">
                  <a16:creationId xmlns:a16="http://schemas.microsoft.com/office/drawing/2014/main" id="{DABA321E-7C53-F6C5-949C-EA39B6CAD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8" name="Rectangle 1381">
              <a:extLst>
                <a:ext uri="{FF2B5EF4-FFF2-40B4-BE49-F238E27FC236}">
                  <a16:creationId xmlns:a16="http://schemas.microsoft.com/office/drawing/2014/main" id="{C92E202E-881C-1EE4-3049-90646CAFF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9" name="Rectangle 1382">
              <a:extLst>
                <a:ext uri="{FF2B5EF4-FFF2-40B4-BE49-F238E27FC236}">
                  <a16:creationId xmlns:a16="http://schemas.microsoft.com/office/drawing/2014/main" id="{16DACD48-E288-9A67-ED22-0F00BE86B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0" name="Rectangle 1383">
              <a:extLst>
                <a:ext uri="{FF2B5EF4-FFF2-40B4-BE49-F238E27FC236}">
                  <a16:creationId xmlns:a16="http://schemas.microsoft.com/office/drawing/2014/main" id="{EDF3B5B4-F0AF-F774-585D-573DA3F83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1" name="Rectangle 1384">
              <a:extLst>
                <a:ext uri="{FF2B5EF4-FFF2-40B4-BE49-F238E27FC236}">
                  <a16:creationId xmlns:a16="http://schemas.microsoft.com/office/drawing/2014/main" id="{3D49CEEC-614C-7107-E968-72C415C11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32" name="Rectangle 1385">
              <a:extLst>
                <a:ext uri="{FF2B5EF4-FFF2-40B4-BE49-F238E27FC236}">
                  <a16:creationId xmlns:a16="http://schemas.microsoft.com/office/drawing/2014/main" id="{63F06CF1-CB48-9C5C-5708-26918D5EF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3" name="Group 1386">
            <a:extLst>
              <a:ext uri="{FF2B5EF4-FFF2-40B4-BE49-F238E27FC236}">
                <a16:creationId xmlns:a16="http://schemas.microsoft.com/office/drawing/2014/main" id="{CC478E35-F60D-B9AD-DAAE-B041B99672CA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4513263"/>
            <a:ext cx="1474788" cy="1463675"/>
            <a:chOff x="262" y="1078"/>
            <a:chExt cx="929" cy="922"/>
          </a:xfrm>
        </p:grpSpPr>
        <p:sp>
          <p:nvSpPr>
            <p:cNvPr id="38115" name="Rectangle 1387">
              <a:extLst>
                <a:ext uri="{FF2B5EF4-FFF2-40B4-BE49-F238E27FC236}">
                  <a16:creationId xmlns:a16="http://schemas.microsoft.com/office/drawing/2014/main" id="{2AA79555-F27C-0964-C3F4-27557CE5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6" name="Rectangle 1388">
              <a:extLst>
                <a:ext uri="{FF2B5EF4-FFF2-40B4-BE49-F238E27FC236}">
                  <a16:creationId xmlns:a16="http://schemas.microsoft.com/office/drawing/2014/main" id="{450AF356-0A03-DF0E-4BF0-537163140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7" name="Rectangle 1389">
              <a:extLst>
                <a:ext uri="{FF2B5EF4-FFF2-40B4-BE49-F238E27FC236}">
                  <a16:creationId xmlns:a16="http://schemas.microsoft.com/office/drawing/2014/main" id="{9AE9D683-C8DF-824A-78D0-C92EBB4C0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8" name="Rectangle 1390">
              <a:extLst>
                <a:ext uri="{FF2B5EF4-FFF2-40B4-BE49-F238E27FC236}">
                  <a16:creationId xmlns:a16="http://schemas.microsoft.com/office/drawing/2014/main" id="{99AD5B95-3D46-D576-46E0-2131F03B2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9" name="Rectangle 1391">
              <a:extLst>
                <a:ext uri="{FF2B5EF4-FFF2-40B4-BE49-F238E27FC236}">
                  <a16:creationId xmlns:a16="http://schemas.microsoft.com/office/drawing/2014/main" id="{A297B957-6873-0BF5-A5B9-595FA7DF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0" name="Rectangle 1392">
              <a:extLst>
                <a:ext uri="{FF2B5EF4-FFF2-40B4-BE49-F238E27FC236}">
                  <a16:creationId xmlns:a16="http://schemas.microsoft.com/office/drawing/2014/main" id="{29F70E01-9372-4E65-9D11-923661D1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1" name="Rectangle 1393">
              <a:extLst>
                <a:ext uri="{FF2B5EF4-FFF2-40B4-BE49-F238E27FC236}">
                  <a16:creationId xmlns:a16="http://schemas.microsoft.com/office/drawing/2014/main" id="{387D0405-AFA3-F60C-99F8-44973B558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2" name="Rectangle 1394">
              <a:extLst>
                <a:ext uri="{FF2B5EF4-FFF2-40B4-BE49-F238E27FC236}">
                  <a16:creationId xmlns:a16="http://schemas.microsoft.com/office/drawing/2014/main" id="{88DFA583-1965-8D2A-0994-728F326FE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23" name="Rectangle 1395">
              <a:extLst>
                <a:ext uri="{FF2B5EF4-FFF2-40B4-BE49-F238E27FC236}">
                  <a16:creationId xmlns:a16="http://schemas.microsoft.com/office/drawing/2014/main" id="{2DC84CBD-003D-8BC3-9B2C-72E398ECD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4" name="Group 1396">
            <a:extLst>
              <a:ext uri="{FF2B5EF4-FFF2-40B4-BE49-F238E27FC236}">
                <a16:creationId xmlns:a16="http://schemas.microsoft.com/office/drawing/2014/main" id="{79180FAE-6156-6C8D-8DED-FED3899CD664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4513263"/>
            <a:ext cx="1474787" cy="1463675"/>
            <a:chOff x="262" y="1078"/>
            <a:chExt cx="929" cy="922"/>
          </a:xfrm>
        </p:grpSpPr>
        <p:sp>
          <p:nvSpPr>
            <p:cNvPr id="38106" name="Rectangle 1397">
              <a:extLst>
                <a:ext uri="{FF2B5EF4-FFF2-40B4-BE49-F238E27FC236}">
                  <a16:creationId xmlns:a16="http://schemas.microsoft.com/office/drawing/2014/main" id="{BB4E23A0-A228-DC82-9ACA-AA5A53A5C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7" name="Rectangle 1398">
              <a:extLst>
                <a:ext uri="{FF2B5EF4-FFF2-40B4-BE49-F238E27FC236}">
                  <a16:creationId xmlns:a16="http://schemas.microsoft.com/office/drawing/2014/main" id="{3AB7A86A-8F3E-8052-B047-3FFD2A9B8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8" name="Rectangle 1399">
              <a:extLst>
                <a:ext uri="{FF2B5EF4-FFF2-40B4-BE49-F238E27FC236}">
                  <a16:creationId xmlns:a16="http://schemas.microsoft.com/office/drawing/2014/main" id="{9D926FCE-71DE-EACF-56D1-14530289C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9" name="Rectangle 1400">
              <a:extLst>
                <a:ext uri="{FF2B5EF4-FFF2-40B4-BE49-F238E27FC236}">
                  <a16:creationId xmlns:a16="http://schemas.microsoft.com/office/drawing/2014/main" id="{90B7ADC4-7397-FAA8-5543-8391948CD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0" name="Rectangle 1401">
              <a:extLst>
                <a:ext uri="{FF2B5EF4-FFF2-40B4-BE49-F238E27FC236}">
                  <a16:creationId xmlns:a16="http://schemas.microsoft.com/office/drawing/2014/main" id="{B5776242-D0BA-CA26-BFD3-9381739C0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1" name="Rectangle 1402">
              <a:extLst>
                <a:ext uri="{FF2B5EF4-FFF2-40B4-BE49-F238E27FC236}">
                  <a16:creationId xmlns:a16="http://schemas.microsoft.com/office/drawing/2014/main" id="{F05BD563-AD84-1633-D4F7-5414774C5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2" name="Rectangle 1403">
              <a:extLst>
                <a:ext uri="{FF2B5EF4-FFF2-40B4-BE49-F238E27FC236}">
                  <a16:creationId xmlns:a16="http://schemas.microsoft.com/office/drawing/2014/main" id="{59C6A855-2A9B-50E0-6B2C-8B7B38C52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3" name="Rectangle 1404">
              <a:extLst>
                <a:ext uri="{FF2B5EF4-FFF2-40B4-BE49-F238E27FC236}">
                  <a16:creationId xmlns:a16="http://schemas.microsoft.com/office/drawing/2014/main" id="{F8BBD56F-4580-7048-740A-1808C7BC1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14" name="Rectangle 1405">
              <a:extLst>
                <a:ext uri="{FF2B5EF4-FFF2-40B4-BE49-F238E27FC236}">
                  <a16:creationId xmlns:a16="http://schemas.microsoft.com/office/drawing/2014/main" id="{576B5631-5400-B75B-2AE2-39B636656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5" name="Group 1406">
            <a:extLst>
              <a:ext uri="{FF2B5EF4-FFF2-40B4-BE49-F238E27FC236}">
                <a16:creationId xmlns:a16="http://schemas.microsoft.com/office/drawing/2014/main" id="{A2B0A00D-720E-F366-8D3D-CECAE2899066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4513263"/>
            <a:ext cx="1474787" cy="1463675"/>
            <a:chOff x="262" y="1078"/>
            <a:chExt cx="929" cy="922"/>
          </a:xfrm>
        </p:grpSpPr>
        <p:sp>
          <p:nvSpPr>
            <p:cNvPr id="38097" name="Rectangle 1407">
              <a:extLst>
                <a:ext uri="{FF2B5EF4-FFF2-40B4-BE49-F238E27FC236}">
                  <a16:creationId xmlns:a16="http://schemas.microsoft.com/office/drawing/2014/main" id="{42562354-0549-66EC-54EA-35544012B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8" name="Rectangle 1408">
              <a:extLst>
                <a:ext uri="{FF2B5EF4-FFF2-40B4-BE49-F238E27FC236}">
                  <a16:creationId xmlns:a16="http://schemas.microsoft.com/office/drawing/2014/main" id="{28D1D12E-2952-301A-C719-6B7B66F15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9" name="Rectangle 1409">
              <a:extLst>
                <a:ext uri="{FF2B5EF4-FFF2-40B4-BE49-F238E27FC236}">
                  <a16:creationId xmlns:a16="http://schemas.microsoft.com/office/drawing/2014/main" id="{42DC6BA6-CF57-2F39-E204-E3ECB15A2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0" name="Rectangle 1410">
              <a:extLst>
                <a:ext uri="{FF2B5EF4-FFF2-40B4-BE49-F238E27FC236}">
                  <a16:creationId xmlns:a16="http://schemas.microsoft.com/office/drawing/2014/main" id="{8D4367FA-7F0F-D412-C4F9-872B7B52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1" name="Rectangle 1411">
              <a:extLst>
                <a:ext uri="{FF2B5EF4-FFF2-40B4-BE49-F238E27FC236}">
                  <a16:creationId xmlns:a16="http://schemas.microsoft.com/office/drawing/2014/main" id="{9034F6F1-B848-8087-9552-93E145313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2" name="Rectangle 1412">
              <a:extLst>
                <a:ext uri="{FF2B5EF4-FFF2-40B4-BE49-F238E27FC236}">
                  <a16:creationId xmlns:a16="http://schemas.microsoft.com/office/drawing/2014/main" id="{589CDDCF-9CDE-BDA4-7223-1163CA10B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3" name="Rectangle 1413">
              <a:extLst>
                <a:ext uri="{FF2B5EF4-FFF2-40B4-BE49-F238E27FC236}">
                  <a16:creationId xmlns:a16="http://schemas.microsoft.com/office/drawing/2014/main" id="{40670037-7926-ED12-6B5E-6992A2C28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4" name="Rectangle 1414">
              <a:extLst>
                <a:ext uri="{FF2B5EF4-FFF2-40B4-BE49-F238E27FC236}">
                  <a16:creationId xmlns:a16="http://schemas.microsoft.com/office/drawing/2014/main" id="{0F2AA3F2-0BFD-69B9-E602-03F98614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05" name="Rectangle 1415">
              <a:extLst>
                <a:ext uri="{FF2B5EF4-FFF2-40B4-BE49-F238E27FC236}">
                  <a16:creationId xmlns:a16="http://schemas.microsoft.com/office/drawing/2014/main" id="{F4A57DC1-4BDE-5371-5CEB-A96135954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416" name="Group 1416">
            <a:extLst>
              <a:ext uri="{FF2B5EF4-FFF2-40B4-BE49-F238E27FC236}">
                <a16:creationId xmlns:a16="http://schemas.microsoft.com/office/drawing/2014/main" id="{92994A9D-EDD7-3114-E22E-2DE436123A0D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4513263"/>
            <a:ext cx="1474787" cy="1463675"/>
            <a:chOff x="262" y="1078"/>
            <a:chExt cx="929" cy="922"/>
          </a:xfrm>
        </p:grpSpPr>
        <p:sp>
          <p:nvSpPr>
            <p:cNvPr id="38088" name="Rectangle 1417">
              <a:extLst>
                <a:ext uri="{FF2B5EF4-FFF2-40B4-BE49-F238E27FC236}">
                  <a16:creationId xmlns:a16="http://schemas.microsoft.com/office/drawing/2014/main" id="{395D678E-33D7-E193-6488-ECFB373E8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89" name="Rectangle 1418">
              <a:extLst>
                <a:ext uri="{FF2B5EF4-FFF2-40B4-BE49-F238E27FC236}">
                  <a16:creationId xmlns:a16="http://schemas.microsoft.com/office/drawing/2014/main" id="{292FB205-EB9E-4F0F-D327-A88FAEBD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0" name="Rectangle 1419">
              <a:extLst>
                <a:ext uri="{FF2B5EF4-FFF2-40B4-BE49-F238E27FC236}">
                  <a16:creationId xmlns:a16="http://schemas.microsoft.com/office/drawing/2014/main" id="{AB34C002-542E-B42D-86EF-85892C6AB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1" name="Rectangle 1420">
              <a:extLst>
                <a:ext uri="{FF2B5EF4-FFF2-40B4-BE49-F238E27FC236}">
                  <a16:creationId xmlns:a16="http://schemas.microsoft.com/office/drawing/2014/main" id="{C6893BC9-3BDD-7FE0-0546-7D4977378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2" name="Rectangle 1421">
              <a:extLst>
                <a:ext uri="{FF2B5EF4-FFF2-40B4-BE49-F238E27FC236}">
                  <a16:creationId xmlns:a16="http://schemas.microsoft.com/office/drawing/2014/main" id="{F3297A6F-3E11-D4C9-322A-7A7ED3167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3" name="Rectangle 1422">
              <a:extLst>
                <a:ext uri="{FF2B5EF4-FFF2-40B4-BE49-F238E27FC236}">
                  <a16:creationId xmlns:a16="http://schemas.microsoft.com/office/drawing/2014/main" id="{A03E0554-9C4D-74D0-44AF-41DAB3357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4" name="Rectangle 1423">
              <a:extLst>
                <a:ext uri="{FF2B5EF4-FFF2-40B4-BE49-F238E27FC236}">
                  <a16:creationId xmlns:a16="http://schemas.microsoft.com/office/drawing/2014/main" id="{878C2B0F-B3A8-6C63-EDC9-2CB85CEDD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5" name="Rectangle 1424">
              <a:extLst>
                <a:ext uri="{FF2B5EF4-FFF2-40B4-BE49-F238E27FC236}">
                  <a16:creationId xmlns:a16="http://schemas.microsoft.com/office/drawing/2014/main" id="{41A9E0DE-F615-8D6B-25DB-F4AF4EEFE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96" name="Rectangle 1425">
              <a:extLst>
                <a:ext uri="{FF2B5EF4-FFF2-40B4-BE49-F238E27FC236}">
                  <a16:creationId xmlns:a16="http://schemas.microsoft.com/office/drawing/2014/main" id="{C03D570E-9DF4-D4AC-A866-10831F59F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 nodeType="clickPar">
                      <p:stCondLst>
                        <p:cond delay="indefinite"/>
                      </p:stCondLst>
                      <p:childTnLst>
                        <p:par>
                          <p:cTn id="2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 nodeType="clickPar">
                      <p:stCondLst>
                        <p:cond delay="indefinite"/>
                      </p:stCondLst>
                      <p:childTnLst>
                        <p:par>
                          <p:cTn id="2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 nodeType="clickPar">
                      <p:stCondLst>
                        <p:cond delay="indefinite"/>
                      </p:stCondLst>
                      <p:childTnLst>
                        <p:par>
                          <p:cTn id="2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 nodeType="clickPar">
                      <p:stCondLst>
                        <p:cond delay="indefinite"/>
                      </p:stCondLst>
                      <p:childTnLst>
                        <p:par>
                          <p:cTn id="2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 nodeType="clickPar">
                      <p:stCondLst>
                        <p:cond delay="indefinite"/>
                      </p:stCondLst>
                      <p:childTnLst>
                        <p:par>
                          <p:cTn id="2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 nodeType="clickPar">
                      <p:stCondLst>
                        <p:cond delay="indefinite"/>
                      </p:stCondLst>
                      <p:childTnLst>
                        <p:par>
                          <p:cTn id="2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 nodeType="clickPar">
                      <p:stCondLst>
                        <p:cond delay="indefinite"/>
                      </p:stCondLst>
                      <p:childTnLst>
                        <p:par>
                          <p:cTn id="2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 nodeType="clickPar">
                      <p:stCondLst>
                        <p:cond delay="indefinite"/>
                      </p:stCondLst>
                      <p:childTnLst>
                        <p:par>
                          <p:cTn id="2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 nodeType="clickPar">
                      <p:stCondLst>
                        <p:cond delay="indefinite"/>
                      </p:stCondLst>
                      <p:childTnLst>
                        <p:par>
                          <p:cTn id="3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 nodeType="clickPar">
                      <p:stCondLst>
                        <p:cond delay="indefinite"/>
                      </p:stCondLst>
                      <p:childTnLst>
                        <p:par>
                          <p:cTn id="3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 nodeType="clickPar">
                      <p:stCondLst>
                        <p:cond delay="indefinite"/>
                      </p:stCondLst>
                      <p:childTnLst>
                        <p:par>
                          <p:cTn id="3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 nodeType="clickPar">
                      <p:stCondLst>
                        <p:cond delay="indefinite"/>
                      </p:stCondLst>
                      <p:childTnLst>
                        <p:par>
                          <p:cTn id="3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 nodeType="clickPar">
                      <p:stCondLst>
                        <p:cond delay="indefinite"/>
                      </p:stCondLst>
                      <p:childTnLst>
                        <p:par>
                          <p:cTn id="3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 nodeType="clickPar">
                      <p:stCondLst>
                        <p:cond delay="indefinite"/>
                      </p:stCondLst>
                      <p:childTnLst>
                        <p:par>
                          <p:cTn id="3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 nodeType="clickPar">
                      <p:stCondLst>
                        <p:cond delay="indefinite"/>
                      </p:stCondLst>
                      <p:childTnLst>
                        <p:par>
                          <p:cTn id="3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 nodeType="clickPar">
                      <p:stCondLst>
                        <p:cond delay="indefinite"/>
                      </p:stCondLst>
                      <p:childTnLst>
                        <p:par>
                          <p:cTn id="3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 nodeType="clickPar">
                      <p:stCondLst>
                        <p:cond delay="indefinite"/>
                      </p:stCondLst>
                      <p:childTnLst>
                        <p:par>
                          <p:cTn id="3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 nodeType="clickPar">
                      <p:stCondLst>
                        <p:cond delay="indefinite"/>
                      </p:stCondLst>
                      <p:childTnLst>
                        <p:par>
                          <p:cTn id="3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 nodeType="clickPar">
                      <p:stCondLst>
                        <p:cond delay="indefinite"/>
                      </p:stCondLst>
                      <p:childTnLst>
                        <p:par>
                          <p:cTn id="3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8" fill="hold" nodeType="clickPar">
                      <p:stCondLst>
                        <p:cond delay="indefinite"/>
                      </p:stCondLst>
                      <p:childTnLst>
                        <p:par>
                          <p:cTn id="3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 nodeType="clickPar">
                      <p:stCondLst>
                        <p:cond delay="indefinite"/>
                      </p:stCondLst>
                      <p:childTnLst>
                        <p:par>
                          <p:cTn id="3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2" fill="hold" nodeType="clickPar">
                      <p:stCondLst>
                        <p:cond delay="indefinite"/>
                      </p:stCondLst>
                      <p:childTnLst>
                        <p:par>
                          <p:cTn id="3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 nodeType="clickPar">
                      <p:stCondLst>
                        <p:cond delay="indefinite"/>
                      </p:stCondLst>
                      <p:childTnLst>
                        <p:par>
                          <p:cTn id="4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6" fill="hold" nodeType="clickPar">
                      <p:stCondLst>
                        <p:cond delay="indefinite"/>
                      </p:stCondLst>
                      <p:childTnLst>
                        <p:par>
                          <p:cTn id="4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 nodeType="clickPar">
                      <p:stCondLst>
                        <p:cond delay="indefinite"/>
                      </p:stCondLst>
                      <p:childTnLst>
                        <p:par>
                          <p:cTn id="4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0" fill="hold" nodeType="clickPar">
                      <p:stCondLst>
                        <p:cond delay="indefinite"/>
                      </p:stCondLst>
                      <p:childTnLst>
                        <p:par>
                          <p:cTn id="4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 nodeType="clickPar">
                      <p:stCondLst>
                        <p:cond delay="indefinite"/>
                      </p:stCondLst>
                      <p:childTnLst>
                        <p:par>
                          <p:cTn id="4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 nodeType="clickPar">
                      <p:stCondLst>
                        <p:cond delay="indefinite"/>
                      </p:stCondLst>
                      <p:childTnLst>
                        <p:par>
                          <p:cTn id="4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 nodeType="clickPar">
                      <p:stCondLst>
                        <p:cond delay="indefinite"/>
                      </p:stCondLst>
                      <p:childTnLst>
                        <p:par>
                          <p:cTn id="4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8" fill="hold" nodeType="clickPar">
                      <p:stCondLst>
                        <p:cond delay="indefinite"/>
                      </p:stCondLst>
                      <p:childTnLst>
                        <p:par>
                          <p:cTn id="4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2" fill="hold" nodeType="clickPar">
                      <p:stCondLst>
                        <p:cond delay="indefinite"/>
                      </p:stCondLst>
                      <p:childTnLst>
                        <p:par>
                          <p:cTn id="4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6" fill="hold" nodeType="clickPar">
                      <p:stCondLst>
                        <p:cond delay="indefinite"/>
                      </p:stCondLst>
                      <p:childTnLst>
                        <p:par>
                          <p:cTn id="4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3" fill="hold" nodeType="clickPar">
                      <p:stCondLst>
                        <p:cond delay="indefinite"/>
                      </p:stCondLst>
                      <p:childTnLst>
                        <p:par>
                          <p:cTn id="4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0" fill="hold" nodeType="clickPar">
                      <p:stCondLst>
                        <p:cond delay="indefinite"/>
                      </p:stCondLst>
                      <p:childTnLst>
                        <p:par>
                          <p:cTn id="4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7" fill="hold" nodeType="clickPar">
                      <p:stCondLst>
                        <p:cond delay="indefinite"/>
                      </p:stCondLst>
                      <p:childTnLst>
                        <p:par>
                          <p:cTn id="4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4" fill="hold" nodeType="clickPar">
                      <p:stCondLst>
                        <p:cond delay="indefinite"/>
                      </p:stCondLst>
                      <p:childTnLst>
                        <p:par>
                          <p:cTn id="4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1" fill="hold" nodeType="clickPar">
                      <p:stCondLst>
                        <p:cond delay="indefinite"/>
                      </p:stCondLst>
                      <p:childTnLst>
                        <p:par>
                          <p:cTn id="4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8" fill="hold" nodeType="clickPar">
                      <p:stCondLst>
                        <p:cond delay="indefinite"/>
                      </p:stCondLst>
                      <p:childTnLst>
                        <p:par>
                          <p:cTn id="4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5" fill="hold" nodeType="clickPar">
                      <p:stCondLst>
                        <p:cond delay="indefinite"/>
                      </p:stCondLst>
                      <p:childTnLst>
                        <p:par>
                          <p:cTn id="5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2" fill="hold" nodeType="clickPar">
                      <p:stCondLst>
                        <p:cond delay="indefinite"/>
                      </p:stCondLst>
                      <p:childTnLst>
                        <p:par>
                          <p:cTn id="5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9" fill="hold" nodeType="clickPar">
                      <p:stCondLst>
                        <p:cond delay="indefinite"/>
                      </p:stCondLst>
                      <p:childTnLst>
                        <p:par>
                          <p:cTn id="5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6" fill="hold" nodeType="clickPar">
                      <p:stCondLst>
                        <p:cond delay="indefinite"/>
                      </p:stCondLst>
                      <p:childTnLst>
                        <p:par>
                          <p:cTn id="5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3" fill="hold" nodeType="clickPar">
                      <p:stCondLst>
                        <p:cond delay="indefinite"/>
                      </p:stCondLst>
                      <p:childTnLst>
                        <p:par>
                          <p:cTn id="5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0" fill="hold" nodeType="clickPar">
                      <p:stCondLst>
                        <p:cond delay="indefinite"/>
                      </p:stCondLst>
                      <p:childTnLst>
                        <p:par>
                          <p:cTn id="5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7" fill="hold" nodeType="clickPar">
                      <p:stCondLst>
                        <p:cond delay="indefinite"/>
                      </p:stCondLst>
                      <p:childTnLst>
                        <p:par>
                          <p:cTn id="5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4" fill="hold" nodeType="clickPar">
                      <p:stCondLst>
                        <p:cond delay="indefinite"/>
                      </p:stCondLst>
                      <p:childTnLst>
                        <p:par>
                          <p:cTn id="5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1" fill="hold" nodeType="clickPar">
                      <p:stCondLst>
                        <p:cond delay="indefinite"/>
                      </p:stCondLst>
                      <p:childTnLst>
                        <p:par>
                          <p:cTn id="5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8" fill="hold" nodeType="clickPar">
                      <p:stCondLst>
                        <p:cond delay="indefinite"/>
                      </p:stCondLst>
                      <p:childTnLst>
                        <p:par>
                          <p:cTn id="5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5" fill="hold" nodeType="clickPar">
                      <p:stCondLst>
                        <p:cond delay="indefinite"/>
                      </p:stCondLst>
                      <p:childTnLst>
                        <p:par>
                          <p:cTn id="5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2" fill="hold" nodeType="clickPar">
                      <p:stCondLst>
                        <p:cond delay="indefinite"/>
                      </p:stCondLst>
                      <p:childTnLst>
                        <p:par>
                          <p:cTn id="5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9" fill="hold" nodeType="clickPar">
                      <p:stCondLst>
                        <p:cond delay="indefinite"/>
                      </p:stCondLst>
                      <p:childTnLst>
                        <p:par>
                          <p:cTn id="5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6" fill="hold" nodeType="clickPar">
                      <p:stCondLst>
                        <p:cond delay="indefinite"/>
                      </p:stCondLst>
                      <p:childTnLst>
                        <p:par>
                          <p:cTn id="5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3" fill="hold" nodeType="clickPar">
                      <p:stCondLst>
                        <p:cond delay="indefinite"/>
                      </p:stCondLst>
                      <p:childTnLst>
                        <p:par>
                          <p:cTn id="6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0" fill="hold" nodeType="clickPar">
                      <p:stCondLst>
                        <p:cond delay="indefinite"/>
                      </p:stCondLst>
                      <p:childTnLst>
                        <p:par>
                          <p:cTn id="6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7" fill="hold" nodeType="clickPar">
                      <p:stCondLst>
                        <p:cond delay="indefinite"/>
                      </p:stCondLst>
                      <p:childTnLst>
                        <p:par>
                          <p:cTn id="6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4" fill="hold" nodeType="clickPar">
                      <p:stCondLst>
                        <p:cond delay="indefinite"/>
                      </p:stCondLst>
                      <p:childTnLst>
                        <p:par>
                          <p:cTn id="6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1" fill="hold" nodeType="clickPar">
                      <p:stCondLst>
                        <p:cond delay="indefinite"/>
                      </p:stCondLst>
                      <p:childTnLst>
                        <p:par>
                          <p:cTn id="6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8" fill="hold" nodeType="clickPar">
                      <p:stCondLst>
                        <p:cond delay="indefinite"/>
                      </p:stCondLst>
                      <p:childTnLst>
                        <p:par>
                          <p:cTn id="6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5" fill="hold" nodeType="clickPar">
                      <p:stCondLst>
                        <p:cond delay="indefinite"/>
                      </p:stCondLst>
                      <p:childTnLst>
                        <p:par>
                          <p:cTn id="6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2" fill="hold" nodeType="clickPar">
                      <p:stCondLst>
                        <p:cond delay="indefinite"/>
                      </p:stCondLst>
                      <p:childTnLst>
                        <p:par>
                          <p:cTn id="6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9" fill="hold" nodeType="clickPar">
                      <p:stCondLst>
                        <p:cond delay="indefinite"/>
                      </p:stCondLst>
                      <p:childTnLst>
                        <p:par>
                          <p:cTn id="6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6" fill="hold" nodeType="clickPar">
                      <p:stCondLst>
                        <p:cond delay="indefinite"/>
                      </p:stCondLst>
                      <p:childTnLst>
                        <p:par>
                          <p:cTn id="6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3" fill="hold" nodeType="clickPar">
                      <p:stCondLst>
                        <p:cond delay="indefinite"/>
                      </p:stCondLst>
                      <p:childTnLst>
                        <p:par>
                          <p:cTn id="6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0" fill="hold" nodeType="clickPar">
                      <p:stCondLst>
                        <p:cond delay="indefinite"/>
                      </p:stCondLst>
                      <p:childTnLst>
                        <p:par>
                          <p:cTn id="6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7" fill="hold" nodeType="clickPar">
                      <p:stCondLst>
                        <p:cond delay="indefinite"/>
                      </p:stCondLst>
                      <p:childTnLst>
                        <p:par>
                          <p:cTn id="6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4" fill="hold" nodeType="clickPar">
                      <p:stCondLst>
                        <p:cond delay="indefinite"/>
                      </p:stCondLst>
                      <p:childTnLst>
                        <p:par>
                          <p:cTn id="6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1" fill="hold" nodeType="clickPar">
                      <p:stCondLst>
                        <p:cond delay="indefinite"/>
                      </p:stCondLst>
                      <p:childTnLst>
                        <p:par>
                          <p:cTn id="7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8" fill="hold" nodeType="clickPar">
                      <p:stCondLst>
                        <p:cond delay="indefinite"/>
                      </p:stCondLst>
                      <p:childTnLst>
                        <p:par>
                          <p:cTn id="7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5" fill="hold" nodeType="clickPar">
                      <p:stCondLst>
                        <p:cond delay="indefinite"/>
                      </p:stCondLst>
                      <p:childTnLst>
                        <p:par>
                          <p:cTn id="7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2" fill="hold" nodeType="clickPar">
                      <p:stCondLst>
                        <p:cond delay="indefinite"/>
                      </p:stCondLst>
                      <p:childTnLst>
                        <p:par>
                          <p:cTn id="7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9" fill="hold" nodeType="clickPar">
                      <p:stCondLst>
                        <p:cond delay="indefinite"/>
                      </p:stCondLst>
                      <p:childTnLst>
                        <p:par>
                          <p:cTn id="7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6" fill="hold" nodeType="clickPar">
                      <p:stCondLst>
                        <p:cond delay="indefinite"/>
                      </p:stCondLst>
                      <p:childTnLst>
                        <p:par>
                          <p:cTn id="7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3" fill="hold" nodeType="clickPar">
                      <p:stCondLst>
                        <p:cond delay="indefinite"/>
                      </p:stCondLst>
                      <p:childTnLst>
                        <p:par>
                          <p:cTn id="7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0" fill="hold" nodeType="clickPar">
                      <p:stCondLst>
                        <p:cond delay="indefinite"/>
                      </p:stCondLst>
                      <p:childTnLst>
                        <p:par>
                          <p:cTn id="7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7" fill="hold" nodeType="clickPar">
                      <p:stCondLst>
                        <p:cond delay="indefinite"/>
                      </p:stCondLst>
                      <p:childTnLst>
                        <p:par>
                          <p:cTn id="7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4" fill="hold" nodeType="clickPar">
                      <p:stCondLst>
                        <p:cond delay="indefinite"/>
                      </p:stCondLst>
                      <p:childTnLst>
                        <p:par>
                          <p:cTn id="7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1" fill="hold" nodeType="clickPar">
                      <p:stCondLst>
                        <p:cond delay="indefinite"/>
                      </p:stCondLst>
                      <p:childTnLst>
                        <p:par>
                          <p:cTn id="7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8" fill="hold" nodeType="clickPar">
                      <p:stCondLst>
                        <p:cond delay="indefinite"/>
                      </p:stCondLst>
                      <p:childTnLst>
                        <p:par>
                          <p:cTn id="7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5" fill="hold" nodeType="clickPar">
                      <p:stCondLst>
                        <p:cond delay="indefinite"/>
                      </p:stCondLst>
                      <p:childTnLst>
                        <p:par>
                          <p:cTn id="7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2" fill="hold" nodeType="clickPar">
                      <p:stCondLst>
                        <p:cond delay="indefinite"/>
                      </p:stCondLst>
                      <p:childTnLst>
                        <p:par>
                          <p:cTn id="7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9" fill="hold" nodeType="clickPar">
                      <p:stCondLst>
                        <p:cond delay="indefinite"/>
                      </p:stCondLst>
                      <p:childTnLst>
                        <p:par>
                          <p:cTn id="8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6" fill="hold" nodeType="clickPar">
                      <p:stCondLst>
                        <p:cond delay="indefinite"/>
                      </p:stCondLst>
                      <p:childTnLst>
                        <p:par>
                          <p:cTn id="8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3" fill="hold" nodeType="clickPar">
                      <p:stCondLst>
                        <p:cond delay="indefinite"/>
                      </p:stCondLst>
                      <p:childTnLst>
                        <p:par>
                          <p:cTn id="8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0" fill="hold" nodeType="clickPar">
                      <p:stCondLst>
                        <p:cond delay="indefinite"/>
                      </p:stCondLst>
                      <p:childTnLst>
                        <p:par>
                          <p:cTn id="8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7" fill="hold" nodeType="clickPar">
                      <p:stCondLst>
                        <p:cond delay="indefinite"/>
                      </p:stCondLst>
                      <p:childTnLst>
                        <p:par>
                          <p:cTn id="8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4" fill="hold" nodeType="clickPar">
                      <p:stCondLst>
                        <p:cond delay="indefinite"/>
                      </p:stCondLst>
                      <p:childTnLst>
                        <p:par>
                          <p:cTn id="8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1" fill="hold" nodeType="clickPar">
                      <p:stCondLst>
                        <p:cond delay="indefinite"/>
                      </p:stCondLst>
                      <p:childTnLst>
                        <p:par>
                          <p:cTn id="8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8" fill="hold" nodeType="clickPar">
                      <p:stCondLst>
                        <p:cond delay="indefinite"/>
                      </p:stCondLst>
                      <p:childTnLst>
                        <p:par>
                          <p:cTn id="8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5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5" fill="hold" nodeType="clickPar">
                      <p:stCondLst>
                        <p:cond delay="indefinite"/>
                      </p:stCondLst>
                      <p:childTnLst>
                        <p:par>
                          <p:cTn id="8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6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2" fill="hold" nodeType="clickPar">
                      <p:stCondLst>
                        <p:cond delay="indefinite"/>
                      </p:stCondLst>
                      <p:childTnLst>
                        <p:par>
                          <p:cTn id="8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6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9" fill="hold" nodeType="clickPar">
                      <p:stCondLst>
                        <p:cond delay="indefinite"/>
                      </p:stCondLst>
                      <p:childTnLst>
                        <p:par>
                          <p:cTn id="8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7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6" fill="hold" nodeType="clickPar">
                      <p:stCondLst>
                        <p:cond delay="indefinite"/>
                      </p:stCondLst>
                      <p:childTnLst>
                        <p:par>
                          <p:cTn id="8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8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3" fill="hold" nodeType="clickPar">
                      <p:stCondLst>
                        <p:cond delay="indefinite"/>
                      </p:stCondLst>
                      <p:childTnLst>
                        <p:par>
                          <p:cTn id="8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8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0" fill="hold" nodeType="clickPar">
                      <p:stCondLst>
                        <p:cond delay="indefinite"/>
                      </p:stCondLst>
                      <p:childTnLst>
                        <p:par>
                          <p:cTn id="8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7" fill="hold" nodeType="clickPar">
                      <p:stCondLst>
                        <p:cond delay="indefinite"/>
                      </p:stCondLst>
                      <p:childTnLst>
                        <p:par>
                          <p:cTn id="8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3D113CFC-2B03-7788-6FDC-47B613D109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Opening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39939" name="Rectangle 3">
            <a:extLst>
              <a:ext uri="{FF2B5EF4-FFF2-40B4-BE49-F238E27FC236}">
                <a16:creationId xmlns:a16="http://schemas.microsoft.com/office/drawing/2014/main" id="{F4E31F96-C330-D709-78D3-9D31EA4FA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0" name="Rectangle 4">
            <a:extLst>
              <a:ext uri="{FF2B5EF4-FFF2-40B4-BE49-F238E27FC236}">
                <a16:creationId xmlns:a16="http://schemas.microsoft.com/office/drawing/2014/main" id="{B39A6030-12FA-51B4-3E0D-A2EDBC300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1" name="Rectangle 5">
            <a:extLst>
              <a:ext uri="{FF2B5EF4-FFF2-40B4-BE49-F238E27FC236}">
                <a16:creationId xmlns:a16="http://schemas.microsoft.com/office/drawing/2014/main" id="{53303EED-D5FB-A866-F663-77BFC24DF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2" name="Rectangle 6">
            <a:extLst>
              <a:ext uri="{FF2B5EF4-FFF2-40B4-BE49-F238E27FC236}">
                <a16:creationId xmlns:a16="http://schemas.microsoft.com/office/drawing/2014/main" id="{E10AB109-D91C-833D-6CCF-C6A304F2D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3" name="Rectangle 7">
            <a:extLst>
              <a:ext uri="{FF2B5EF4-FFF2-40B4-BE49-F238E27FC236}">
                <a16:creationId xmlns:a16="http://schemas.microsoft.com/office/drawing/2014/main" id="{9AA38F84-C20C-7E3A-B4D5-A913381EB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4" name="Rectangle 8">
            <a:extLst>
              <a:ext uri="{FF2B5EF4-FFF2-40B4-BE49-F238E27FC236}">
                <a16:creationId xmlns:a16="http://schemas.microsoft.com/office/drawing/2014/main" id="{AB3EB14E-0513-B2CE-9C79-42BC3EA79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5" name="Rectangle 9">
            <a:extLst>
              <a:ext uri="{FF2B5EF4-FFF2-40B4-BE49-F238E27FC236}">
                <a16:creationId xmlns:a16="http://schemas.microsoft.com/office/drawing/2014/main" id="{A629E1D1-CE6D-7003-0A0F-A58BF7A60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6" name="Rectangle 10">
            <a:extLst>
              <a:ext uri="{FF2B5EF4-FFF2-40B4-BE49-F238E27FC236}">
                <a16:creationId xmlns:a16="http://schemas.microsoft.com/office/drawing/2014/main" id="{550F510A-CA81-41ED-1FD8-870D134D2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7" name="Rectangle 11">
            <a:extLst>
              <a:ext uri="{FF2B5EF4-FFF2-40B4-BE49-F238E27FC236}">
                <a16:creationId xmlns:a16="http://schemas.microsoft.com/office/drawing/2014/main" id="{7140804D-3C5F-8DE0-7B53-885AF3675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8" name="Rectangle 12">
            <a:extLst>
              <a:ext uri="{FF2B5EF4-FFF2-40B4-BE49-F238E27FC236}">
                <a16:creationId xmlns:a16="http://schemas.microsoft.com/office/drawing/2014/main" id="{FBF68ECD-6A61-B212-8428-C2130502B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49" name="Rectangle 13">
            <a:extLst>
              <a:ext uri="{FF2B5EF4-FFF2-40B4-BE49-F238E27FC236}">
                <a16:creationId xmlns:a16="http://schemas.microsoft.com/office/drawing/2014/main" id="{AFC3B922-EE70-F509-6A3E-F078A7559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0" name="Rectangle 14">
            <a:extLst>
              <a:ext uri="{FF2B5EF4-FFF2-40B4-BE49-F238E27FC236}">
                <a16:creationId xmlns:a16="http://schemas.microsoft.com/office/drawing/2014/main" id="{B0734574-B77F-FA14-B036-0B8C392BA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07645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1" name="Rectangle 15">
            <a:extLst>
              <a:ext uri="{FF2B5EF4-FFF2-40B4-BE49-F238E27FC236}">
                <a16:creationId xmlns:a16="http://schemas.microsoft.com/office/drawing/2014/main" id="{EE323A1F-B4DA-B069-AAC7-99850FFDC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2" name="Rectangle 16">
            <a:extLst>
              <a:ext uri="{FF2B5EF4-FFF2-40B4-BE49-F238E27FC236}">
                <a16:creationId xmlns:a16="http://schemas.microsoft.com/office/drawing/2014/main" id="{169772AC-51E8-56A0-5DA9-1102207CB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3" name="Rectangle 17">
            <a:extLst>
              <a:ext uri="{FF2B5EF4-FFF2-40B4-BE49-F238E27FC236}">
                <a16:creationId xmlns:a16="http://schemas.microsoft.com/office/drawing/2014/main" id="{1FDFD3E3-F5A8-A8F9-E80B-A26A3E5EE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4" name="Rectangle 18">
            <a:extLst>
              <a:ext uri="{FF2B5EF4-FFF2-40B4-BE49-F238E27FC236}">
                <a16:creationId xmlns:a16="http://schemas.microsoft.com/office/drawing/2014/main" id="{3EDECD34-A479-674F-E6A1-E75E18E17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5" name="Rectangle 19">
            <a:extLst>
              <a:ext uri="{FF2B5EF4-FFF2-40B4-BE49-F238E27FC236}">
                <a16:creationId xmlns:a16="http://schemas.microsoft.com/office/drawing/2014/main" id="{5590497C-2BD8-D785-7AEF-C5F4CEEF8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6" name="Rectangle 20">
            <a:extLst>
              <a:ext uri="{FF2B5EF4-FFF2-40B4-BE49-F238E27FC236}">
                <a16:creationId xmlns:a16="http://schemas.microsoft.com/office/drawing/2014/main" id="{721A3B40-BC74-EC84-6C74-D87201605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7" name="Rectangle 21">
            <a:extLst>
              <a:ext uri="{FF2B5EF4-FFF2-40B4-BE49-F238E27FC236}">
                <a16:creationId xmlns:a16="http://schemas.microsoft.com/office/drawing/2014/main" id="{2491C23F-8E4E-C75B-C2A4-18E818BCA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8" name="Rectangle 22">
            <a:extLst>
              <a:ext uri="{FF2B5EF4-FFF2-40B4-BE49-F238E27FC236}">
                <a16:creationId xmlns:a16="http://schemas.microsoft.com/office/drawing/2014/main" id="{443EED80-FA54-9B71-7579-7E7C69B73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557463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59" name="Rectangle 23">
            <a:extLst>
              <a:ext uri="{FF2B5EF4-FFF2-40B4-BE49-F238E27FC236}">
                <a16:creationId xmlns:a16="http://schemas.microsoft.com/office/drawing/2014/main" id="{E67C5138-8737-CDB6-8330-E84BC9A5A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0" name="Rectangle 24">
            <a:extLst>
              <a:ext uri="{FF2B5EF4-FFF2-40B4-BE49-F238E27FC236}">
                <a16:creationId xmlns:a16="http://schemas.microsoft.com/office/drawing/2014/main" id="{E118C011-9E47-45E7-1337-750ACEE7D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1" name="Rectangle 25">
            <a:extLst>
              <a:ext uri="{FF2B5EF4-FFF2-40B4-BE49-F238E27FC236}">
                <a16:creationId xmlns:a16="http://schemas.microsoft.com/office/drawing/2014/main" id="{4FAB1783-16F7-638B-300B-937D50A46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2" name="Rectangle 26">
            <a:extLst>
              <a:ext uri="{FF2B5EF4-FFF2-40B4-BE49-F238E27FC236}">
                <a16:creationId xmlns:a16="http://schemas.microsoft.com/office/drawing/2014/main" id="{47FED132-BE0C-7AFA-292B-D2065A0E9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3" name="Rectangle 27">
            <a:extLst>
              <a:ext uri="{FF2B5EF4-FFF2-40B4-BE49-F238E27FC236}">
                <a16:creationId xmlns:a16="http://schemas.microsoft.com/office/drawing/2014/main" id="{48060DBA-ACCC-CED8-7403-D0FC76406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4" name="Rectangle 28">
            <a:extLst>
              <a:ext uri="{FF2B5EF4-FFF2-40B4-BE49-F238E27FC236}">
                <a16:creationId xmlns:a16="http://schemas.microsoft.com/office/drawing/2014/main" id="{6E3F5073-5A32-395C-88F4-1692D8C84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04800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5" name="Rectangle 29">
            <a:extLst>
              <a:ext uri="{FF2B5EF4-FFF2-40B4-BE49-F238E27FC236}">
                <a16:creationId xmlns:a16="http://schemas.microsoft.com/office/drawing/2014/main" id="{14A389D1-4908-9022-DCA0-2489310E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048000"/>
            <a:ext cx="492125" cy="492125"/>
          </a:xfrm>
          <a:prstGeom prst="rect">
            <a:avLst/>
          </a:prstGeom>
          <a:solidFill>
            <a:srgbClr val="E9F1F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6" name="Rectangle 30">
            <a:extLst>
              <a:ext uri="{FF2B5EF4-FFF2-40B4-BE49-F238E27FC236}">
                <a16:creationId xmlns:a16="http://schemas.microsoft.com/office/drawing/2014/main" id="{4D649BBF-30D8-DA50-D6C3-8755A6856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7" name="Rectangle 31">
            <a:extLst>
              <a:ext uri="{FF2B5EF4-FFF2-40B4-BE49-F238E27FC236}">
                <a16:creationId xmlns:a16="http://schemas.microsoft.com/office/drawing/2014/main" id="{BB1D0DB8-BD2C-8E15-89DE-B5F947023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8" name="Rectangle 32">
            <a:extLst>
              <a:ext uri="{FF2B5EF4-FFF2-40B4-BE49-F238E27FC236}">
                <a16:creationId xmlns:a16="http://schemas.microsoft.com/office/drawing/2014/main" id="{8D6FC734-F032-AC03-4A98-4C147B3A2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69" name="Rectangle 33">
            <a:extLst>
              <a:ext uri="{FF2B5EF4-FFF2-40B4-BE49-F238E27FC236}">
                <a16:creationId xmlns:a16="http://schemas.microsoft.com/office/drawing/2014/main" id="{66A7BF81-0843-0690-F566-107524C52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0" name="Rectangle 34">
            <a:extLst>
              <a:ext uri="{FF2B5EF4-FFF2-40B4-BE49-F238E27FC236}">
                <a16:creationId xmlns:a16="http://schemas.microsoft.com/office/drawing/2014/main" id="{5AC8C4BF-B9A0-5A05-62B0-12A812DCB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1" name="Rectangle 35">
            <a:extLst>
              <a:ext uri="{FF2B5EF4-FFF2-40B4-BE49-F238E27FC236}">
                <a16:creationId xmlns:a16="http://schemas.microsoft.com/office/drawing/2014/main" id="{17795DE2-9F69-36D6-5DD3-FDB04A46D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2" name="Rectangle 36">
            <a:extLst>
              <a:ext uri="{FF2B5EF4-FFF2-40B4-BE49-F238E27FC236}">
                <a16:creationId xmlns:a16="http://schemas.microsoft.com/office/drawing/2014/main" id="{0465706C-684D-6AF4-24CF-623007392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3" name="Rectangle 37">
            <a:extLst>
              <a:ext uri="{FF2B5EF4-FFF2-40B4-BE49-F238E27FC236}">
                <a16:creationId xmlns:a16="http://schemas.microsoft.com/office/drawing/2014/main" id="{145DDCB1-27D4-F225-332D-E805419F2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4" name="Rectangle 38">
            <a:extLst>
              <a:ext uri="{FF2B5EF4-FFF2-40B4-BE49-F238E27FC236}">
                <a16:creationId xmlns:a16="http://schemas.microsoft.com/office/drawing/2014/main" id="{0E26BF55-8E54-7DC7-E653-7748BE61E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5" name="Rectangle 39">
            <a:extLst>
              <a:ext uri="{FF2B5EF4-FFF2-40B4-BE49-F238E27FC236}">
                <a16:creationId xmlns:a16="http://schemas.microsoft.com/office/drawing/2014/main" id="{01ED1CDE-67A1-35EB-6444-C0BF8E512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6" name="Rectangle 40">
            <a:extLst>
              <a:ext uri="{FF2B5EF4-FFF2-40B4-BE49-F238E27FC236}">
                <a16:creationId xmlns:a16="http://schemas.microsoft.com/office/drawing/2014/main" id="{9D3BE0BD-EB27-17FF-EBB8-8F062E8AC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7" name="Rectangle 41">
            <a:extLst>
              <a:ext uri="{FF2B5EF4-FFF2-40B4-BE49-F238E27FC236}">
                <a16:creationId xmlns:a16="http://schemas.microsoft.com/office/drawing/2014/main" id="{82B919A3-DFDE-BBA4-798C-9912CB2BA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8" name="Rectangle 42">
            <a:extLst>
              <a:ext uri="{FF2B5EF4-FFF2-40B4-BE49-F238E27FC236}">
                <a16:creationId xmlns:a16="http://schemas.microsoft.com/office/drawing/2014/main" id="{2E0680AE-8EE3-CDBE-17AD-56B908282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79" name="Rectangle 43">
            <a:extLst>
              <a:ext uri="{FF2B5EF4-FFF2-40B4-BE49-F238E27FC236}">
                <a16:creationId xmlns:a16="http://schemas.microsoft.com/office/drawing/2014/main" id="{04FC2215-1385-EA29-56F3-73E4E6AA0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0" name="Rectangle 44">
            <a:extLst>
              <a:ext uri="{FF2B5EF4-FFF2-40B4-BE49-F238E27FC236}">
                <a16:creationId xmlns:a16="http://schemas.microsoft.com/office/drawing/2014/main" id="{378510F8-4F1B-3B8B-AF4E-DA2612449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1" name="Rectangle 45">
            <a:extLst>
              <a:ext uri="{FF2B5EF4-FFF2-40B4-BE49-F238E27FC236}">
                <a16:creationId xmlns:a16="http://schemas.microsoft.com/office/drawing/2014/main" id="{E8EB0BD7-485C-6D7E-2E41-BD3DE26FE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2" name="Rectangle 46">
            <a:extLst>
              <a:ext uri="{FF2B5EF4-FFF2-40B4-BE49-F238E27FC236}">
                <a16:creationId xmlns:a16="http://schemas.microsoft.com/office/drawing/2014/main" id="{9FB7ECF1-E31E-A43A-A21D-34BAE983C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3" name="Rectangle 47">
            <a:extLst>
              <a:ext uri="{FF2B5EF4-FFF2-40B4-BE49-F238E27FC236}">
                <a16:creationId xmlns:a16="http://schemas.microsoft.com/office/drawing/2014/main" id="{9C9BD964-5A38-15AB-04E3-A5BB46B0E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4" name="Rectangle 48">
            <a:extLst>
              <a:ext uri="{FF2B5EF4-FFF2-40B4-BE49-F238E27FC236}">
                <a16:creationId xmlns:a16="http://schemas.microsoft.com/office/drawing/2014/main" id="{7068916D-66B3-EA27-16A0-769023DAD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5" name="Rectangle 49">
            <a:extLst>
              <a:ext uri="{FF2B5EF4-FFF2-40B4-BE49-F238E27FC236}">
                <a16:creationId xmlns:a16="http://schemas.microsoft.com/office/drawing/2014/main" id="{A4D8D3AC-2C1E-9588-D784-82F4C7EC9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6" name="Rectangle 50">
            <a:extLst>
              <a:ext uri="{FF2B5EF4-FFF2-40B4-BE49-F238E27FC236}">
                <a16:creationId xmlns:a16="http://schemas.microsoft.com/office/drawing/2014/main" id="{177AAC36-6DA3-3725-B1DE-64FF09A8A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7" name="Rectangle 51">
            <a:extLst>
              <a:ext uri="{FF2B5EF4-FFF2-40B4-BE49-F238E27FC236}">
                <a16:creationId xmlns:a16="http://schemas.microsoft.com/office/drawing/2014/main" id="{D1AD5F4E-9B33-E1F1-55A8-9F33D4F10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8" name="Rectangle 52">
            <a:extLst>
              <a:ext uri="{FF2B5EF4-FFF2-40B4-BE49-F238E27FC236}">
                <a16:creationId xmlns:a16="http://schemas.microsoft.com/office/drawing/2014/main" id="{37726BAB-F9A5-16F4-F109-650B18801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89" name="Rectangle 53">
            <a:extLst>
              <a:ext uri="{FF2B5EF4-FFF2-40B4-BE49-F238E27FC236}">
                <a16:creationId xmlns:a16="http://schemas.microsoft.com/office/drawing/2014/main" id="{86F6A8F0-B9E2-3DAF-40D7-41E1760E2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0" name="Rectangle 54">
            <a:extLst>
              <a:ext uri="{FF2B5EF4-FFF2-40B4-BE49-F238E27FC236}">
                <a16:creationId xmlns:a16="http://schemas.microsoft.com/office/drawing/2014/main" id="{834E7CE6-F197-9AE5-3BE4-10065D2CF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1" name="Rectangle 55">
            <a:extLst>
              <a:ext uri="{FF2B5EF4-FFF2-40B4-BE49-F238E27FC236}">
                <a16:creationId xmlns:a16="http://schemas.microsoft.com/office/drawing/2014/main" id="{66B244C8-6D32-60C8-6B7B-C1CC42C8C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2" name="Rectangle 56">
            <a:extLst>
              <a:ext uri="{FF2B5EF4-FFF2-40B4-BE49-F238E27FC236}">
                <a16:creationId xmlns:a16="http://schemas.microsoft.com/office/drawing/2014/main" id="{A7AF75A1-F546-ED7A-1E67-B17A433A4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3" name="Rectangle 57">
            <a:extLst>
              <a:ext uri="{FF2B5EF4-FFF2-40B4-BE49-F238E27FC236}">
                <a16:creationId xmlns:a16="http://schemas.microsoft.com/office/drawing/2014/main" id="{89958921-5882-AC50-4A6C-F435893BE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4" name="Rectangle 58">
            <a:extLst>
              <a:ext uri="{FF2B5EF4-FFF2-40B4-BE49-F238E27FC236}">
                <a16:creationId xmlns:a16="http://schemas.microsoft.com/office/drawing/2014/main" id="{DD4BEA69-7265-06D0-D167-BE73F0CF9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5" name="Rectangle 59">
            <a:extLst>
              <a:ext uri="{FF2B5EF4-FFF2-40B4-BE49-F238E27FC236}">
                <a16:creationId xmlns:a16="http://schemas.microsoft.com/office/drawing/2014/main" id="{F25F3256-4405-C3AE-F8E6-090DC0131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6" name="Rectangle 60">
            <a:extLst>
              <a:ext uri="{FF2B5EF4-FFF2-40B4-BE49-F238E27FC236}">
                <a16:creationId xmlns:a16="http://schemas.microsoft.com/office/drawing/2014/main" id="{FD506471-BB2C-E1A9-4F1A-44597DCBC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7" name="Rectangle 61">
            <a:extLst>
              <a:ext uri="{FF2B5EF4-FFF2-40B4-BE49-F238E27FC236}">
                <a16:creationId xmlns:a16="http://schemas.microsoft.com/office/drawing/2014/main" id="{A64B1EF3-068A-6547-DCAB-E3AA1372A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8" name="Rectangle 62">
            <a:extLst>
              <a:ext uri="{FF2B5EF4-FFF2-40B4-BE49-F238E27FC236}">
                <a16:creationId xmlns:a16="http://schemas.microsoft.com/office/drawing/2014/main" id="{A5A79BF2-A2C0-8218-41AF-E47C1BBFC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999" name="Rectangle 63">
            <a:extLst>
              <a:ext uri="{FF2B5EF4-FFF2-40B4-BE49-F238E27FC236}">
                <a16:creationId xmlns:a16="http://schemas.microsoft.com/office/drawing/2014/main" id="{6A315C20-FAD9-6192-A990-2AD5227E4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0" name="Rectangle 64">
            <a:extLst>
              <a:ext uri="{FF2B5EF4-FFF2-40B4-BE49-F238E27FC236}">
                <a16:creationId xmlns:a16="http://schemas.microsoft.com/office/drawing/2014/main" id="{DE5658D5-57E8-F07A-C4A2-8C8DABB4C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1" name="Rectangle 65">
            <a:extLst>
              <a:ext uri="{FF2B5EF4-FFF2-40B4-BE49-F238E27FC236}">
                <a16:creationId xmlns:a16="http://schemas.microsoft.com/office/drawing/2014/main" id="{F2ED98CB-7D84-E717-8CCE-E3CC863A8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2" name="Rectangle 66">
            <a:extLst>
              <a:ext uri="{FF2B5EF4-FFF2-40B4-BE49-F238E27FC236}">
                <a16:creationId xmlns:a16="http://schemas.microsoft.com/office/drawing/2014/main" id="{7CEA78FB-0283-D680-C2BB-C3EE5B4B7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3" name="Text Box 77">
            <a:extLst>
              <a:ext uri="{FF2B5EF4-FFF2-40B4-BE49-F238E27FC236}">
                <a16:creationId xmlns:a16="http://schemas.microsoft.com/office/drawing/2014/main" id="{349AEC21-BE55-F47F-4B2A-4D21846EC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40004" name="Group 78">
            <a:extLst>
              <a:ext uri="{FF2B5EF4-FFF2-40B4-BE49-F238E27FC236}">
                <a16:creationId xmlns:a16="http://schemas.microsoft.com/office/drawing/2014/main" id="{6E5A496B-0744-F57F-17D1-6041D47F1DC9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40071" name="Rectangle 79">
              <a:extLst>
                <a:ext uri="{FF2B5EF4-FFF2-40B4-BE49-F238E27FC236}">
                  <a16:creationId xmlns:a16="http://schemas.microsoft.com/office/drawing/2014/main" id="{B215FE13-9336-F817-1BF6-40921C29E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2" name="Rectangle 80">
              <a:extLst>
                <a:ext uri="{FF2B5EF4-FFF2-40B4-BE49-F238E27FC236}">
                  <a16:creationId xmlns:a16="http://schemas.microsoft.com/office/drawing/2014/main" id="{0C5453E6-061A-AE0D-0C74-B15B616AE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3" name="Rectangle 81">
              <a:extLst>
                <a:ext uri="{FF2B5EF4-FFF2-40B4-BE49-F238E27FC236}">
                  <a16:creationId xmlns:a16="http://schemas.microsoft.com/office/drawing/2014/main" id="{039DDA94-F68D-C6EF-5A17-02B5EAA31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4" name="Rectangle 82">
              <a:extLst>
                <a:ext uri="{FF2B5EF4-FFF2-40B4-BE49-F238E27FC236}">
                  <a16:creationId xmlns:a16="http://schemas.microsoft.com/office/drawing/2014/main" id="{DD53373B-8806-4697-4DEA-E1F0B0E65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5" name="Rectangle 83">
              <a:extLst>
                <a:ext uri="{FF2B5EF4-FFF2-40B4-BE49-F238E27FC236}">
                  <a16:creationId xmlns:a16="http://schemas.microsoft.com/office/drawing/2014/main" id="{4D947B18-5749-24F1-82DB-47E85F519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6" name="Rectangle 84">
              <a:extLst>
                <a:ext uri="{FF2B5EF4-FFF2-40B4-BE49-F238E27FC236}">
                  <a16:creationId xmlns:a16="http://schemas.microsoft.com/office/drawing/2014/main" id="{B2ABB563-2246-5025-FB3F-4C33ED352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7" name="Rectangle 85">
              <a:extLst>
                <a:ext uri="{FF2B5EF4-FFF2-40B4-BE49-F238E27FC236}">
                  <a16:creationId xmlns:a16="http://schemas.microsoft.com/office/drawing/2014/main" id="{9A82ACC2-BEBC-FA00-A37B-11F207620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8" name="Rectangle 86">
              <a:extLst>
                <a:ext uri="{FF2B5EF4-FFF2-40B4-BE49-F238E27FC236}">
                  <a16:creationId xmlns:a16="http://schemas.microsoft.com/office/drawing/2014/main" id="{6E43D54F-3F1B-B11F-AE52-930D6EE75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9" name="Rectangle 87">
              <a:extLst>
                <a:ext uri="{FF2B5EF4-FFF2-40B4-BE49-F238E27FC236}">
                  <a16:creationId xmlns:a16="http://schemas.microsoft.com/office/drawing/2014/main" id="{0ECEB36B-A0DC-9B61-FD0D-F0128C6D3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0005" name="Rectangle 399">
            <a:extLst>
              <a:ext uri="{FF2B5EF4-FFF2-40B4-BE49-F238E27FC236}">
                <a16:creationId xmlns:a16="http://schemas.microsoft.com/office/drawing/2014/main" id="{E59AA4A4-F981-6BFE-194E-CC8F64D10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6" name="Rectangle 400">
            <a:extLst>
              <a:ext uri="{FF2B5EF4-FFF2-40B4-BE49-F238E27FC236}">
                <a16:creationId xmlns:a16="http://schemas.microsoft.com/office/drawing/2014/main" id="{AD1468D6-B4FD-89BD-D592-7C8AF309C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7" name="Rectangle 401">
            <a:extLst>
              <a:ext uri="{FF2B5EF4-FFF2-40B4-BE49-F238E27FC236}">
                <a16:creationId xmlns:a16="http://schemas.microsoft.com/office/drawing/2014/main" id="{0BDDA9CE-6217-640E-F1B8-54837D0BE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8" name="Rectangle 402">
            <a:extLst>
              <a:ext uri="{FF2B5EF4-FFF2-40B4-BE49-F238E27FC236}">
                <a16:creationId xmlns:a16="http://schemas.microsoft.com/office/drawing/2014/main" id="{E9876E69-74C8-2F78-B587-C78C9229E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09" name="Rectangle 403">
            <a:extLst>
              <a:ext uri="{FF2B5EF4-FFF2-40B4-BE49-F238E27FC236}">
                <a16:creationId xmlns:a16="http://schemas.microsoft.com/office/drawing/2014/main" id="{241BBA04-4DB3-BAC4-4D8A-811692E73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0" name="Rectangle 404">
            <a:extLst>
              <a:ext uri="{FF2B5EF4-FFF2-40B4-BE49-F238E27FC236}">
                <a16:creationId xmlns:a16="http://schemas.microsoft.com/office/drawing/2014/main" id="{4AF91299-A5F5-5DCC-BAC8-5790A7731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157797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1" name="Rectangle 405">
            <a:extLst>
              <a:ext uri="{FF2B5EF4-FFF2-40B4-BE49-F238E27FC236}">
                <a16:creationId xmlns:a16="http://schemas.microsoft.com/office/drawing/2014/main" id="{78E3679E-8A4B-03F2-87A9-22932BC1D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2" name="Rectangle 406">
            <a:extLst>
              <a:ext uri="{FF2B5EF4-FFF2-40B4-BE49-F238E27FC236}">
                <a16:creationId xmlns:a16="http://schemas.microsoft.com/office/drawing/2014/main" id="{3925BF5A-7070-B1E6-9CCF-D866C16BD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157797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3" name="Rectangle 407">
            <a:extLst>
              <a:ext uri="{FF2B5EF4-FFF2-40B4-BE49-F238E27FC236}">
                <a16:creationId xmlns:a16="http://schemas.microsoft.com/office/drawing/2014/main" id="{5DCAF60A-2F69-7F06-2D50-92B182853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06851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4" name="Rectangle 408">
            <a:extLst>
              <a:ext uri="{FF2B5EF4-FFF2-40B4-BE49-F238E27FC236}">
                <a16:creationId xmlns:a16="http://schemas.microsoft.com/office/drawing/2014/main" id="{E99840D3-8551-44A9-FB64-CAD7696C3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06851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5" name="Rectangle 409">
            <a:extLst>
              <a:ext uri="{FF2B5EF4-FFF2-40B4-BE49-F238E27FC236}">
                <a16:creationId xmlns:a16="http://schemas.microsoft.com/office/drawing/2014/main" id="{4D55B64F-76D5-D125-0D92-F9F1014DF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06851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6" name="Rectangle 410">
            <a:extLst>
              <a:ext uri="{FF2B5EF4-FFF2-40B4-BE49-F238E27FC236}">
                <a16:creationId xmlns:a16="http://schemas.microsoft.com/office/drawing/2014/main" id="{155D9FEE-7361-0FAF-599F-6D7FD1F1C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06851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7" name="Rectangle 411">
            <a:extLst>
              <a:ext uri="{FF2B5EF4-FFF2-40B4-BE49-F238E27FC236}">
                <a16:creationId xmlns:a16="http://schemas.microsoft.com/office/drawing/2014/main" id="{160C7613-CCF7-1491-1CC5-0E521CA70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8" name="Rectangle 412">
            <a:extLst>
              <a:ext uri="{FF2B5EF4-FFF2-40B4-BE49-F238E27FC236}">
                <a16:creationId xmlns:a16="http://schemas.microsoft.com/office/drawing/2014/main" id="{860565C6-BA64-8F4B-06F6-C8FF84878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19" name="Rectangle 413">
            <a:extLst>
              <a:ext uri="{FF2B5EF4-FFF2-40B4-BE49-F238E27FC236}">
                <a16:creationId xmlns:a16="http://schemas.microsoft.com/office/drawing/2014/main" id="{F2A306FD-1C49-0739-250C-B21429E21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0685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0" name="Rectangle 414">
            <a:extLst>
              <a:ext uri="{FF2B5EF4-FFF2-40B4-BE49-F238E27FC236}">
                <a16:creationId xmlns:a16="http://schemas.microsoft.com/office/drawing/2014/main" id="{84F30AA7-2431-6ECC-821A-64A51366B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06851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1" name="Rectangle 415">
            <a:extLst>
              <a:ext uri="{FF2B5EF4-FFF2-40B4-BE49-F238E27FC236}">
                <a16:creationId xmlns:a16="http://schemas.microsoft.com/office/drawing/2014/main" id="{64DB5A26-099A-2E13-ABE1-A053C97C0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2" name="Rectangle 416">
            <a:extLst>
              <a:ext uri="{FF2B5EF4-FFF2-40B4-BE49-F238E27FC236}">
                <a16:creationId xmlns:a16="http://schemas.microsoft.com/office/drawing/2014/main" id="{82F6FDC9-C1E1-5CCD-7A9F-AE5F7E32E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3" name="Rectangle 417">
            <a:extLst>
              <a:ext uri="{FF2B5EF4-FFF2-40B4-BE49-F238E27FC236}">
                <a16:creationId xmlns:a16="http://schemas.microsoft.com/office/drawing/2014/main" id="{DB025CC1-8A29-3026-1B3A-A610FF8EC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4" name="Rectangle 418">
            <a:extLst>
              <a:ext uri="{FF2B5EF4-FFF2-40B4-BE49-F238E27FC236}">
                <a16:creationId xmlns:a16="http://schemas.microsoft.com/office/drawing/2014/main" id="{3D552446-FBF8-C0A3-6BF1-7FEC17FBE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5" name="Rectangle 419">
            <a:extLst>
              <a:ext uri="{FF2B5EF4-FFF2-40B4-BE49-F238E27FC236}">
                <a16:creationId xmlns:a16="http://schemas.microsoft.com/office/drawing/2014/main" id="{D829A8FA-27CC-9E0B-C834-805ECDA5E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6" name="Rectangle 420">
            <a:extLst>
              <a:ext uri="{FF2B5EF4-FFF2-40B4-BE49-F238E27FC236}">
                <a16:creationId xmlns:a16="http://schemas.microsoft.com/office/drawing/2014/main" id="{58D3A211-F4FF-B2B9-8F28-4F6CF8354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25495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7" name="Rectangle 421">
            <a:extLst>
              <a:ext uri="{FF2B5EF4-FFF2-40B4-BE49-F238E27FC236}">
                <a16:creationId xmlns:a16="http://schemas.microsoft.com/office/drawing/2014/main" id="{822E9D07-9F83-0C0B-038C-64947E7D5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8" name="Rectangle 422">
            <a:extLst>
              <a:ext uri="{FF2B5EF4-FFF2-40B4-BE49-F238E27FC236}">
                <a16:creationId xmlns:a16="http://schemas.microsoft.com/office/drawing/2014/main" id="{9011BDB7-CDE0-2253-6C10-6237A35C3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2549525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29" name="Rectangle 423">
            <a:extLst>
              <a:ext uri="{FF2B5EF4-FFF2-40B4-BE49-F238E27FC236}">
                <a16:creationId xmlns:a16="http://schemas.microsoft.com/office/drawing/2014/main" id="{1D54D60A-87A4-9B54-4A4D-627B23CD1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0" name="Rectangle 424">
            <a:extLst>
              <a:ext uri="{FF2B5EF4-FFF2-40B4-BE49-F238E27FC236}">
                <a16:creationId xmlns:a16="http://schemas.microsoft.com/office/drawing/2014/main" id="{03C3A26F-2054-D680-8921-BACC55F05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1" name="Rectangle 425">
            <a:extLst>
              <a:ext uri="{FF2B5EF4-FFF2-40B4-BE49-F238E27FC236}">
                <a16:creationId xmlns:a16="http://schemas.microsoft.com/office/drawing/2014/main" id="{1DBA0F34-24E1-DB15-CFBF-03C1916E8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2" name="Rectangle 426">
            <a:extLst>
              <a:ext uri="{FF2B5EF4-FFF2-40B4-BE49-F238E27FC236}">
                <a16:creationId xmlns:a16="http://schemas.microsoft.com/office/drawing/2014/main" id="{35D53FBE-7230-31A8-57A4-C45ADE653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3" name="Rectangle 427">
            <a:extLst>
              <a:ext uri="{FF2B5EF4-FFF2-40B4-BE49-F238E27FC236}">
                <a16:creationId xmlns:a16="http://schemas.microsoft.com/office/drawing/2014/main" id="{7C167129-48B4-24F1-4556-740EA007D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4" name="Rectangle 428">
            <a:extLst>
              <a:ext uri="{FF2B5EF4-FFF2-40B4-BE49-F238E27FC236}">
                <a16:creationId xmlns:a16="http://schemas.microsoft.com/office/drawing/2014/main" id="{277C810F-7F8B-1CE9-030B-CE338526B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5" name="Rectangle 429">
            <a:extLst>
              <a:ext uri="{FF2B5EF4-FFF2-40B4-BE49-F238E27FC236}">
                <a16:creationId xmlns:a16="http://schemas.microsoft.com/office/drawing/2014/main" id="{6A1146FE-ED8F-432A-4866-4EF64D961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6" name="Rectangle 430">
            <a:extLst>
              <a:ext uri="{FF2B5EF4-FFF2-40B4-BE49-F238E27FC236}">
                <a16:creationId xmlns:a16="http://schemas.microsoft.com/office/drawing/2014/main" id="{D2AC4C69-AEE2-3396-A53C-04C16224D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040063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7" name="Rectangle 431">
            <a:extLst>
              <a:ext uri="{FF2B5EF4-FFF2-40B4-BE49-F238E27FC236}">
                <a16:creationId xmlns:a16="http://schemas.microsoft.com/office/drawing/2014/main" id="{F1652FA4-D547-098B-67F5-F1CF0D578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8" name="Rectangle 432">
            <a:extLst>
              <a:ext uri="{FF2B5EF4-FFF2-40B4-BE49-F238E27FC236}">
                <a16:creationId xmlns:a16="http://schemas.microsoft.com/office/drawing/2014/main" id="{3424102A-D705-4436-1C4D-4232C2D82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39" name="Rectangle 433">
            <a:extLst>
              <a:ext uri="{FF2B5EF4-FFF2-40B4-BE49-F238E27FC236}">
                <a16:creationId xmlns:a16="http://schemas.microsoft.com/office/drawing/2014/main" id="{6604DD0D-628A-71AE-F937-13BC4A005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35242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0" name="Rectangle 434">
            <a:extLst>
              <a:ext uri="{FF2B5EF4-FFF2-40B4-BE49-F238E27FC236}">
                <a16:creationId xmlns:a16="http://schemas.microsoft.com/office/drawing/2014/main" id="{81716099-CC0B-51B9-448F-95E1F1D2D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1" name="Rectangle 435">
            <a:extLst>
              <a:ext uri="{FF2B5EF4-FFF2-40B4-BE49-F238E27FC236}">
                <a16:creationId xmlns:a16="http://schemas.microsoft.com/office/drawing/2014/main" id="{ACBE365A-E78F-200E-391C-D59675ECB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2" name="Rectangle 436">
            <a:extLst>
              <a:ext uri="{FF2B5EF4-FFF2-40B4-BE49-F238E27FC236}">
                <a16:creationId xmlns:a16="http://schemas.microsoft.com/office/drawing/2014/main" id="{B5E624EC-BEDB-C8B8-601E-D5E430FFD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3" name="Rectangle 437">
            <a:extLst>
              <a:ext uri="{FF2B5EF4-FFF2-40B4-BE49-F238E27FC236}">
                <a16:creationId xmlns:a16="http://schemas.microsoft.com/office/drawing/2014/main" id="{748107BF-EA2D-2B8D-199C-92A324E39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4" name="Rectangle 438">
            <a:extLst>
              <a:ext uri="{FF2B5EF4-FFF2-40B4-BE49-F238E27FC236}">
                <a16:creationId xmlns:a16="http://schemas.microsoft.com/office/drawing/2014/main" id="{0F9F9FFD-91CB-29A0-FECF-308F803BE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352425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5" name="Rectangle 439">
            <a:extLst>
              <a:ext uri="{FF2B5EF4-FFF2-40B4-BE49-F238E27FC236}">
                <a16:creationId xmlns:a16="http://schemas.microsoft.com/office/drawing/2014/main" id="{3C32664A-5016-DF10-F9E2-EE7490780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01478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6" name="Rectangle 440">
            <a:extLst>
              <a:ext uri="{FF2B5EF4-FFF2-40B4-BE49-F238E27FC236}">
                <a16:creationId xmlns:a16="http://schemas.microsoft.com/office/drawing/2014/main" id="{1A838E90-21A9-684A-3AD4-26F01681D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7" name="Rectangle 441">
            <a:extLst>
              <a:ext uri="{FF2B5EF4-FFF2-40B4-BE49-F238E27FC236}">
                <a16:creationId xmlns:a16="http://schemas.microsoft.com/office/drawing/2014/main" id="{E40BB1A6-8C64-2D93-561E-6A29BCC63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8" name="Rectangle 442">
            <a:extLst>
              <a:ext uri="{FF2B5EF4-FFF2-40B4-BE49-F238E27FC236}">
                <a16:creationId xmlns:a16="http://schemas.microsoft.com/office/drawing/2014/main" id="{F82036E6-417E-FB9D-33D8-D7DB176C0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0147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49" name="Rectangle 443">
            <a:extLst>
              <a:ext uri="{FF2B5EF4-FFF2-40B4-BE49-F238E27FC236}">
                <a16:creationId xmlns:a16="http://schemas.microsoft.com/office/drawing/2014/main" id="{10A0873B-6E5E-A6A0-1AC6-CD6FBABB8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01478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0" name="Rectangle 444">
            <a:extLst>
              <a:ext uri="{FF2B5EF4-FFF2-40B4-BE49-F238E27FC236}">
                <a16:creationId xmlns:a16="http://schemas.microsoft.com/office/drawing/2014/main" id="{9895AE88-E39D-6269-6137-25412F35E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01478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1" name="Rectangle 445">
            <a:extLst>
              <a:ext uri="{FF2B5EF4-FFF2-40B4-BE49-F238E27FC236}">
                <a16:creationId xmlns:a16="http://schemas.microsoft.com/office/drawing/2014/main" id="{76874ED1-D10D-478D-5562-9635A40FB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01478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2" name="Rectangle 446">
            <a:extLst>
              <a:ext uri="{FF2B5EF4-FFF2-40B4-BE49-F238E27FC236}">
                <a16:creationId xmlns:a16="http://schemas.microsoft.com/office/drawing/2014/main" id="{DAB61EC7-57B0-9739-A41B-02A6FE4CD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01478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3" name="Rectangle 447">
            <a:extLst>
              <a:ext uri="{FF2B5EF4-FFF2-40B4-BE49-F238E27FC236}">
                <a16:creationId xmlns:a16="http://schemas.microsoft.com/office/drawing/2014/main" id="{6BEB7042-713E-95C5-06C5-A5EBC0978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4" name="Rectangle 448">
            <a:extLst>
              <a:ext uri="{FF2B5EF4-FFF2-40B4-BE49-F238E27FC236}">
                <a16:creationId xmlns:a16="http://schemas.microsoft.com/office/drawing/2014/main" id="{C8AC3C6E-7049-3CA7-E131-BC0BA38B9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5" name="Rectangle 449">
            <a:extLst>
              <a:ext uri="{FF2B5EF4-FFF2-40B4-BE49-F238E27FC236}">
                <a16:creationId xmlns:a16="http://schemas.microsoft.com/office/drawing/2014/main" id="{83534A9E-2CE0-F39D-D89A-C8937EC0B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4958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6" name="Rectangle 450">
            <a:extLst>
              <a:ext uri="{FF2B5EF4-FFF2-40B4-BE49-F238E27FC236}">
                <a16:creationId xmlns:a16="http://schemas.microsoft.com/office/drawing/2014/main" id="{8F6BF130-8B15-C6BC-EBB7-CCC32D716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7" name="Rectangle 451">
            <a:extLst>
              <a:ext uri="{FF2B5EF4-FFF2-40B4-BE49-F238E27FC236}">
                <a16:creationId xmlns:a16="http://schemas.microsoft.com/office/drawing/2014/main" id="{B63C52C1-C7E7-2E95-6D98-075DF2B99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8" name="Rectangle 452">
            <a:extLst>
              <a:ext uri="{FF2B5EF4-FFF2-40B4-BE49-F238E27FC236}">
                <a16:creationId xmlns:a16="http://schemas.microsoft.com/office/drawing/2014/main" id="{1C3F18A0-89A2-A87C-9E94-D14D2D2F5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59" name="Rectangle 453">
            <a:extLst>
              <a:ext uri="{FF2B5EF4-FFF2-40B4-BE49-F238E27FC236}">
                <a16:creationId xmlns:a16="http://schemas.microsoft.com/office/drawing/2014/main" id="{50692E38-614F-77F6-8E09-C89A1530E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0" name="Rectangle 454">
            <a:extLst>
              <a:ext uri="{FF2B5EF4-FFF2-40B4-BE49-F238E27FC236}">
                <a16:creationId xmlns:a16="http://schemas.microsoft.com/office/drawing/2014/main" id="{0EB033C8-8C49-6417-9B56-E9FD01927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495800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1" name="Rectangle 455">
            <a:extLst>
              <a:ext uri="{FF2B5EF4-FFF2-40B4-BE49-F238E27FC236}">
                <a16:creationId xmlns:a16="http://schemas.microsoft.com/office/drawing/2014/main" id="{0E61F983-9489-0508-5C18-D120DB92F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2" name="Rectangle 456">
            <a:extLst>
              <a:ext uri="{FF2B5EF4-FFF2-40B4-BE49-F238E27FC236}">
                <a16:creationId xmlns:a16="http://schemas.microsoft.com/office/drawing/2014/main" id="{CED70FF7-FBC7-5554-3DDA-E3A12BE7A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4313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3" name="Rectangle 457">
            <a:extLst>
              <a:ext uri="{FF2B5EF4-FFF2-40B4-BE49-F238E27FC236}">
                <a16:creationId xmlns:a16="http://schemas.microsoft.com/office/drawing/2014/main" id="{E817F260-551B-AA2E-E06B-677EAE31D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0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4" name="Rectangle 458">
            <a:extLst>
              <a:ext uri="{FF2B5EF4-FFF2-40B4-BE49-F238E27FC236}">
                <a16:creationId xmlns:a16="http://schemas.microsoft.com/office/drawing/2014/main" id="{0184C6A3-3801-459C-8F95-136879CFE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5" name="Rectangle 459">
            <a:extLst>
              <a:ext uri="{FF2B5EF4-FFF2-40B4-BE49-F238E27FC236}">
                <a16:creationId xmlns:a16="http://schemas.microsoft.com/office/drawing/2014/main" id="{DA5A15BE-C478-291B-B5DE-EA8123A82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5925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6" name="Rectangle 460">
            <a:extLst>
              <a:ext uri="{FF2B5EF4-FFF2-40B4-BE49-F238E27FC236}">
                <a16:creationId xmlns:a16="http://schemas.microsoft.com/office/drawing/2014/main" id="{809CDB9E-672A-8690-DDF4-04EE556E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6463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7" name="Rectangle 461">
            <a:extLst>
              <a:ext uri="{FF2B5EF4-FFF2-40B4-BE49-F238E27FC236}">
                <a16:creationId xmlns:a16="http://schemas.microsoft.com/office/drawing/2014/main" id="{F4A59B90-22DA-EE8E-A191-5E11103CE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0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8" name="Rectangle 462">
            <a:extLst>
              <a:ext uri="{FF2B5EF4-FFF2-40B4-BE49-F238E27FC236}">
                <a16:creationId xmlns:a16="http://schemas.microsoft.com/office/drawing/2014/main" id="{AA403CAC-7A1B-AC51-60D2-2CFA3134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7538" y="4986338"/>
            <a:ext cx="492125" cy="492125"/>
          </a:xfrm>
          <a:prstGeom prst="rect">
            <a:avLst/>
          </a:prstGeom>
          <a:solidFill>
            <a:srgbClr val="E5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069" name="Text Box 783">
            <a:extLst>
              <a:ext uri="{FF2B5EF4-FFF2-40B4-BE49-F238E27FC236}">
                <a16:creationId xmlns:a16="http://schemas.microsoft.com/office/drawing/2014/main" id="{2EEB18BB-BF39-4561-EDF3-D12585601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2413" y="1233488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40070" name="Text Box 1425">
            <a:extLst>
              <a:ext uri="{FF2B5EF4-FFF2-40B4-BE49-F238E27FC236}">
                <a16:creationId xmlns:a16="http://schemas.microsoft.com/office/drawing/2014/main" id="{15D79726-84CE-6ECB-235A-2A702A9B6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3F24D411-D69A-7263-82A0-DDCEB271A4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Closing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40963" name="Rectangle 3">
            <a:extLst>
              <a:ext uri="{FF2B5EF4-FFF2-40B4-BE49-F238E27FC236}">
                <a16:creationId xmlns:a16="http://schemas.microsoft.com/office/drawing/2014/main" id="{4EF900F8-F4FE-29CF-5E49-5A64503B5B0D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The closing of image </a:t>
            </a:r>
            <a:r>
              <a:rPr lang="en-IE" altLang="en-US" i="1">
                <a:latin typeface="Times New Roman" panose="02020603050405020304" pitchFamily="18" charset="0"/>
              </a:rPr>
              <a:t>f</a:t>
            </a:r>
            <a:r>
              <a:rPr lang="en-IE" altLang="en-US"/>
              <a:t> by structuring element </a:t>
            </a:r>
            <a:r>
              <a:rPr lang="en-IE" altLang="en-US" i="1">
                <a:latin typeface="Times New Roman" panose="02020603050405020304" pitchFamily="18" charset="0"/>
              </a:rPr>
              <a:t>s,</a:t>
            </a:r>
            <a:r>
              <a:rPr lang="en-IE" altLang="en-US"/>
              <a:t> denoted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cs typeface="Arial" panose="020B0604020202020204" pitchFamily="34" charset="0"/>
                <a:sym typeface="Webdings" panose="05030102010509060703" pitchFamily="18" charset="2"/>
              </a:rPr>
              <a:t>•</a:t>
            </a:r>
            <a:r>
              <a:rPr lang="en-IE" altLang="en-US" sz="2400">
                <a:sym typeface="Webdings" panose="05030102010509060703" pitchFamily="18" charset="2"/>
              </a:rPr>
              <a:t>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</a:t>
            </a:r>
            <a:r>
              <a:rPr lang="en-IE" altLang="en-US">
                <a:sym typeface="Webdings" panose="05030102010509060703" pitchFamily="18" charset="2"/>
              </a:rPr>
              <a:t> is simply a dilation followed by an erosion</a:t>
            </a:r>
          </a:p>
          <a:p>
            <a:pPr marL="0" indent="0" eaLnBrk="1" hangingPunct="1">
              <a:buFontTx/>
              <a:buNone/>
            </a:pPr>
            <a:r>
              <a:rPr lang="en-IE" altLang="en-US">
                <a:sym typeface="Webdings" panose="05030102010509060703" pitchFamily="18" charset="2"/>
              </a:rPr>
              <a:t>	 </a:t>
            </a:r>
            <a:r>
              <a:rPr lang="en-IE" altLang="en-US" i="1">
                <a:latin typeface="Times New Roman" panose="02020603050405020304" pitchFamily="18" charset="0"/>
              </a:rPr>
              <a:t>f </a:t>
            </a:r>
            <a:r>
              <a:rPr lang="en-IE" altLang="en-US" sz="2400">
                <a:cs typeface="Arial" panose="020B0604020202020204" pitchFamily="34" charset="0"/>
                <a:sym typeface="Webdings" panose="05030102010509060703" pitchFamily="18" charset="2"/>
              </a:rPr>
              <a:t>•</a:t>
            </a:r>
            <a:r>
              <a:rPr lang="en-IE" altLang="en-US" sz="2400">
                <a:sym typeface="Webdings" panose="05030102010509060703" pitchFamily="18" charset="2"/>
              </a:rPr>
              <a:t> 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 = (f    s)</a:t>
            </a:r>
            <a:r>
              <a:rPr lang="en-IE" altLang="en-US" sz="2400">
                <a:sym typeface="Webdings" panose="05030102010509060703" pitchFamily="18" charset="2"/>
              </a:rPr>
              <a:t>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s</a:t>
            </a:r>
          </a:p>
          <a:p>
            <a:pPr marL="0" indent="0" eaLnBrk="1" hangingPunct="1">
              <a:buFontTx/>
              <a:buNone/>
            </a:pPr>
            <a:endParaRPr lang="en-IE" altLang="en-US" i="1">
              <a:latin typeface="Times New Roman" panose="02020603050405020304" pitchFamily="18" charset="0"/>
              <a:sym typeface="Webdings" panose="05030102010509060703" pitchFamily="18" charset="2"/>
            </a:endParaRPr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graphicFrame>
        <p:nvGraphicFramePr>
          <p:cNvPr id="40964" name="Object 2">
            <a:extLst>
              <a:ext uri="{FF2B5EF4-FFF2-40B4-BE49-F238E27FC236}">
                <a16:creationId xmlns:a16="http://schemas.microsoft.com/office/drawing/2014/main" id="{2D4ACDEB-6398-714C-8420-3D9390C0768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498725" y="2505075"/>
          <a:ext cx="377825" cy="406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64814" imgH="177492" progId="Equation.3">
                  <p:embed/>
                </p:oleObj>
              </mc:Choice>
              <mc:Fallback>
                <p:oleObj name="Equation" r:id="rId3" imgW="164814" imgH="177492" progId="Equation.3">
                  <p:embed/>
                  <p:pic>
                    <p:nvPicPr>
                      <p:cNvPr id="40964" name="Object 2">
                        <a:extLst>
                          <a:ext uri="{FF2B5EF4-FFF2-40B4-BE49-F238E27FC236}">
                            <a16:creationId xmlns:a16="http://schemas.microsoft.com/office/drawing/2014/main" id="{2D4ACDEB-6398-714C-8420-3D9390C0768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98725" y="2505075"/>
                        <a:ext cx="377825" cy="406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0965" name="Picture 5">
            <a:extLst>
              <a:ext uri="{FF2B5EF4-FFF2-40B4-BE49-F238E27FC236}">
                <a16:creationId xmlns:a16="http://schemas.microsoft.com/office/drawing/2014/main" id="{798559D7-54D8-9062-EBF6-718C34C9C1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582" r="16278" b="82098"/>
          <a:stretch>
            <a:fillRect/>
          </a:stretch>
        </p:blipFill>
        <p:spPr bwMode="auto">
          <a:xfrm>
            <a:off x="327025" y="3767138"/>
            <a:ext cx="3125788" cy="166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6" name="Text Box 8">
            <a:extLst>
              <a:ext uri="{FF2B5EF4-FFF2-40B4-BE49-F238E27FC236}">
                <a16:creationId xmlns:a16="http://schemas.microsoft.com/office/drawing/2014/main" id="{178C48B2-6FA6-52A0-F1A9-AA801DA4A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5408613"/>
            <a:ext cx="1657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Original shape</a:t>
            </a:r>
            <a:endParaRPr lang="en-US" altLang="en-US"/>
          </a:p>
        </p:txBody>
      </p:sp>
      <p:sp>
        <p:nvSpPr>
          <p:cNvPr id="40967" name="Text Box 9">
            <a:extLst>
              <a:ext uri="{FF2B5EF4-FFF2-40B4-BE49-F238E27FC236}">
                <a16:creationId xmlns:a16="http://schemas.microsoft.com/office/drawing/2014/main" id="{21B5B09E-D6C9-5102-A0F0-77B8B3147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5451475"/>
            <a:ext cx="1454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After dilation</a:t>
            </a:r>
            <a:endParaRPr lang="en-US" altLang="en-US"/>
          </a:p>
        </p:txBody>
      </p:sp>
      <p:sp>
        <p:nvSpPr>
          <p:cNvPr id="40968" name="Text Box 10">
            <a:extLst>
              <a:ext uri="{FF2B5EF4-FFF2-40B4-BE49-F238E27FC236}">
                <a16:creationId xmlns:a16="http://schemas.microsoft.com/office/drawing/2014/main" id="{6399368E-8856-DBBB-656F-5F4D0BFB4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0075" y="5437188"/>
            <a:ext cx="14795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After erosion</a:t>
            </a:r>
            <a:br>
              <a:rPr lang="en-IE" altLang="en-US"/>
            </a:br>
            <a:r>
              <a:rPr lang="en-IE" altLang="en-US"/>
              <a:t>(closing)</a:t>
            </a:r>
            <a:endParaRPr lang="en-US" altLang="en-US"/>
          </a:p>
        </p:txBody>
      </p:sp>
      <p:sp>
        <p:nvSpPr>
          <p:cNvPr id="40969" name="Rectangle 11">
            <a:extLst>
              <a:ext uri="{FF2B5EF4-FFF2-40B4-BE49-F238E27FC236}">
                <a16:creationId xmlns:a16="http://schemas.microsoft.com/office/drawing/2014/main" id="{74D34C16-AFA1-5EBA-30AB-9A8FBB82D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00" y="6334125"/>
            <a:ext cx="8623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en-IE" altLang="en-US" sz="2400"/>
              <a:t>Note a disc shaped structuring element is used</a:t>
            </a:r>
            <a:endParaRPr lang="en-US" altLang="en-US" sz="2400"/>
          </a:p>
        </p:txBody>
      </p:sp>
      <p:pic>
        <p:nvPicPr>
          <p:cNvPr id="40970" name="Picture 12">
            <a:extLst>
              <a:ext uri="{FF2B5EF4-FFF2-40B4-BE49-F238E27FC236}">
                <a16:creationId xmlns:a16="http://schemas.microsoft.com/office/drawing/2014/main" id="{AC4FEFBA-583E-A7CD-439C-CB3599D601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355" t="56981" b="20958"/>
          <a:stretch>
            <a:fillRect/>
          </a:stretch>
        </p:blipFill>
        <p:spPr bwMode="auto">
          <a:xfrm>
            <a:off x="3351213" y="3684588"/>
            <a:ext cx="2801937" cy="174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1" name="Picture 13">
            <a:extLst>
              <a:ext uri="{FF2B5EF4-FFF2-40B4-BE49-F238E27FC236}">
                <a16:creationId xmlns:a16="http://schemas.microsoft.com/office/drawing/2014/main" id="{9804B8F0-AF8B-D05A-9E21-310BE0D1A9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175" t="80997"/>
          <a:stretch>
            <a:fillRect/>
          </a:stretch>
        </p:blipFill>
        <p:spPr bwMode="auto">
          <a:xfrm>
            <a:off x="6300788" y="3748088"/>
            <a:ext cx="2670175" cy="157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72" name="Group 14">
            <a:extLst>
              <a:ext uri="{FF2B5EF4-FFF2-40B4-BE49-F238E27FC236}">
                <a16:creationId xmlns:a16="http://schemas.microsoft.com/office/drawing/2014/main" id="{7C12697A-3C5C-ED09-C412-BD02F9362CA3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40973" name="Picture 15" descr="book">
              <a:extLst>
                <a:ext uri="{FF2B5EF4-FFF2-40B4-BE49-F238E27FC236}">
                  <a16:creationId xmlns:a16="http://schemas.microsoft.com/office/drawing/2014/main" id="{A2F4E33A-0AAB-DDB0-4E1A-EB3005ED8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974" name="Rectangle 16">
              <a:extLst>
                <a:ext uri="{FF2B5EF4-FFF2-40B4-BE49-F238E27FC236}">
                  <a16:creationId xmlns:a16="http://schemas.microsoft.com/office/drawing/2014/main" id="{DA2B112C-F8C9-D9DD-E023-5495CD509F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80A90E6F-5872-1741-D449-21A4AFA246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Closing Example</a:t>
            </a:r>
          </a:p>
        </p:txBody>
      </p:sp>
      <p:graphicFrame>
        <p:nvGraphicFramePr>
          <p:cNvPr id="41987" name="Object 2">
            <a:extLst>
              <a:ext uri="{FF2B5EF4-FFF2-40B4-BE49-F238E27FC236}">
                <a16:creationId xmlns:a16="http://schemas.microsoft.com/office/drawing/2014/main" id="{63B61636-4A20-8A64-8E25-BB678236959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259013" y="1366838"/>
          <a:ext cx="4598987" cy="2622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2" imgW="0" imgH="0" progId="CorelPhotoPaint.Image.11">
                  <p:embed/>
                </p:oleObj>
              </mc:Choice>
              <mc:Fallback>
                <p:oleObj name="CorelPhotoPaint.Image.11" r:id="rId2" imgW="0" imgH="0" progId="CorelPhotoPaint.Image.11">
                  <p:embed/>
                  <p:pic>
                    <p:nvPicPr>
                      <p:cNvPr id="41987" name="Object 2">
                        <a:extLst>
                          <a:ext uri="{FF2B5EF4-FFF2-40B4-BE49-F238E27FC236}">
                            <a16:creationId xmlns:a16="http://schemas.microsoft.com/office/drawing/2014/main" id="{63B61636-4A20-8A64-8E25-BB678236959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065" t="1634" r="49989" b="50177"/>
                      <a:stretch>
                        <a:fillRect/>
                      </a:stretch>
                    </p:blipFill>
                    <p:spPr bwMode="auto">
                      <a:xfrm>
                        <a:off x="2259013" y="1366838"/>
                        <a:ext cx="4598987" cy="2622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88" name="Object 3">
            <a:extLst>
              <a:ext uri="{FF2B5EF4-FFF2-40B4-BE49-F238E27FC236}">
                <a16:creationId xmlns:a16="http://schemas.microsoft.com/office/drawing/2014/main" id="{D4C5BBA4-26B3-5BB0-72AB-B5F75210080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259013" y="4144963"/>
          <a:ext cx="4576762" cy="2579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11" r:id="rId2" imgW="0" imgH="0" progId="CorelPhotoPaint.Image.11">
                  <p:embed/>
                </p:oleObj>
              </mc:Choice>
              <mc:Fallback>
                <p:oleObj name="CorelPhotoPaint.Image.11" r:id="rId2" imgW="0" imgH="0" progId="CorelPhotoPaint.Image.11">
                  <p:embed/>
                  <p:pic>
                    <p:nvPicPr>
                      <p:cNvPr id="41988" name="Object 3">
                        <a:extLst>
                          <a:ext uri="{FF2B5EF4-FFF2-40B4-BE49-F238E27FC236}">
                            <a16:creationId xmlns:a16="http://schemas.microsoft.com/office/drawing/2014/main" id="{D4C5BBA4-26B3-5BB0-72AB-B5F75210080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062" t="51443" r="50221" b="1140"/>
                      <a:stretch>
                        <a:fillRect/>
                      </a:stretch>
                    </p:blipFill>
                    <p:spPr bwMode="auto">
                      <a:xfrm>
                        <a:off x="2259013" y="4144963"/>
                        <a:ext cx="4576762" cy="2579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1989" name="Text Box 5">
            <a:extLst>
              <a:ext uri="{FF2B5EF4-FFF2-40B4-BE49-F238E27FC236}">
                <a16:creationId xmlns:a16="http://schemas.microsoft.com/office/drawing/2014/main" id="{A09483A8-170A-A5DA-A29A-754245BC4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700" y="2263775"/>
            <a:ext cx="137953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 sz="2400"/>
              <a:t>Original Image</a:t>
            </a:r>
          </a:p>
        </p:txBody>
      </p:sp>
      <p:sp>
        <p:nvSpPr>
          <p:cNvPr id="41990" name="Text Box 6">
            <a:extLst>
              <a:ext uri="{FF2B5EF4-FFF2-40B4-BE49-F238E27FC236}">
                <a16:creationId xmlns:a16="http://schemas.microsoft.com/office/drawing/2014/main" id="{E7015780-9AFC-CB5D-3D18-EF180FB1A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700" y="4833938"/>
            <a:ext cx="1379538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IE" altLang="en-US" sz="2400"/>
              <a:t>Image After Closing</a:t>
            </a:r>
          </a:p>
        </p:txBody>
      </p:sp>
      <p:grpSp>
        <p:nvGrpSpPr>
          <p:cNvPr id="41991" name="Group 7">
            <a:extLst>
              <a:ext uri="{FF2B5EF4-FFF2-40B4-BE49-F238E27FC236}">
                <a16:creationId xmlns:a16="http://schemas.microsoft.com/office/drawing/2014/main" id="{DD0DA7D1-5ACC-2478-2748-D89FB1F7F207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41992" name="Picture 8" descr="book">
              <a:extLst>
                <a:ext uri="{FF2B5EF4-FFF2-40B4-BE49-F238E27FC236}">
                  <a16:creationId xmlns:a16="http://schemas.microsoft.com/office/drawing/2014/main" id="{85ED33F8-5AFF-1ACE-142E-D127B7ECAF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993" name="Rectangle 9">
              <a:extLst>
                <a:ext uri="{FF2B5EF4-FFF2-40B4-BE49-F238E27FC236}">
                  <a16:creationId xmlns:a16="http://schemas.microsoft.com/office/drawing/2014/main" id="{689718F0-BD53-714C-04D4-81FF91D8556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450E9F34-9FF5-43C1-55BF-80B66589E7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Closing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43011" name="Group 144">
            <a:extLst>
              <a:ext uri="{FF2B5EF4-FFF2-40B4-BE49-F238E27FC236}">
                <a16:creationId xmlns:a16="http://schemas.microsoft.com/office/drawing/2014/main" id="{47F0CD3B-26F1-6EE0-6984-D6E2880732A5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46" y="999"/>
            <a:chExt cx="2474" cy="2457"/>
          </a:xfrm>
        </p:grpSpPr>
        <p:sp>
          <p:nvSpPr>
            <p:cNvPr id="44370" name="Rectangle 3">
              <a:extLst>
                <a:ext uri="{FF2B5EF4-FFF2-40B4-BE49-F238E27FC236}">
                  <a16:creationId xmlns:a16="http://schemas.microsoft.com/office/drawing/2014/main" id="{C7FC2AC1-C7F5-8C09-C75C-8E71C5739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1" name="Rectangle 4">
              <a:extLst>
                <a:ext uri="{FF2B5EF4-FFF2-40B4-BE49-F238E27FC236}">
                  <a16:creationId xmlns:a16="http://schemas.microsoft.com/office/drawing/2014/main" id="{3051CC88-FDD9-051E-BE2C-78E18D312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2" name="Rectangle 5">
              <a:extLst>
                <a:ext uri="{FF2B5EF4-FFF2-40B4-BE49-F238E27FC236}">
                  <a16:creationId xmlns:a16="http://schemas.microsoft.com/office/drawing/2014/main" id="{19FADD29-A309-905D-350F-CECEA12CC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3" name="Rectangle 6">
              <a:extLst>
                <a:ext uri="{FF2B5EF4-FFF2-40B4-BE49-F238E27FC236}">
                  <a16:creationId xmlns:a16="http://schemas.microsoft.com/office/drawing/2014/main" id="{E9AE1D97-415B-AE00-14AC-F6C52896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4" name="Rectangle 7">
              <a:extLst>
                <a:ext uri="{FF2B5EF4-FFF2-40B4-BE49-F238E27FC236}">
                  <a16:creationId xmlns:a16="http://schemas.microsoft.com/office/drawing/2014/main" id="{FC9E9586-80C4-A48D-DB34-DC36E7DBE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5" name="Rectangle 8">
              <a:extLst>
                <a:ext uri="{FF2B5EF4-FFF2-40B4-BE49-F238E27FC236}">
                  <a16:creationId xmlns:a16="http://schemas.microsoft.com/office/drawing/2014/main" id="{2BA6922B-7750-8CD8-1D08-0425C7BD9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6" name="Rectangle 9">
              <a:extLst>
                <a:ext uri="{FF2B5EF4-FFF2-40B4-BE49-F238E27FC236}">
                  <a16:creationId xmlns:a16="http://schemas.microsoft.com/office/drawing/2014/main" id="{AB557A2F-2201-BDE7-84AA-6B86B473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7" name="Rectangle 10">
              <a:extLst>
                <a:ext uri="{FF2B5EF4-FFF2-40B4-BE49-F238E27FC236}">
                  <a16:creationId xmlns:a16="http://schemas.microsoft.com/office/drawing/2014/main" id="{5AA658FA-FB5F-0A7A-019A-E91F02A4C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8" name="Rectangle 11">
              <a:extLst>
                <a:ext uri="{FF2B5EF4-FFF2-40B4-BE49-F238E27FC236}">
                  <a16:creationId xmlns:a16="http://schemas.microsoft.com/office/drawing/2014/main" id="{746AD977-30F8-AAB2-F248-0F799B8A0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9" name="Rectangle 12">
              <a:extLst>
                <a:ext uri="{FF2B5EF4-FFF2-40B4-BE49-F238E27FC236}">
                  <a16:creationId xmlns:a16="http://schemas.microsoft.com/office/drawing/2014/main" id="{6851E622-5336-A9D5-B3AF-C076DAF5C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0" name="Rectangle 13">
              <a:extLst>
                <a:ext uri="{FF2B5EF4-FFF2-40B4-BE49-F238E27FC236}">
                  <a16:creationId xmlns:a16="http://schemas.microsoft.com/office/drawing/2014/main" id="{4C60A85B-2552-1C91-878C-49D6C603A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1" name="Rectangle 14">
              <a:extLst>
                <a:ext uri="{FF2B5EF4-FFF2-40B4-BE49-F238E27FC236}">
                  <a16:creationId xmlns:a16="http://schemas.microsoft.com/office/drawing/2014/main" id="{C0C1E2D6-B6FE-673C-FD04-8E5638385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308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2" name="Rectangle 15">
              <a:extLst>
                <a:ext uri="{FF2B5EF4-FFF2-40B4-BE49-F238E27FC236}">
                  <a16:creationId xmlns:a16="http://schemas.microsoft.com/office/drawing/2014/main" id="{2F0B1B4E-8747-CE92-5C0A-26152ADBA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3" name="Rectangle 16">
              <a:extLst>
                <a:ext uri="{FF2B5EF4-FFF2-40B4-BE49-F238E27FC236}">
                  <a16:creationId xmlns:a16="http://schemas.microsoft.com/office/drawing/2014/main" id="{168E19B7-88AB-DBED-C377-4D6AF003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4" name="Rectangle 17">
              <a:extLst>
                <a:ext uri="{FF2B5EF4-FFF2-40B4-BE49-F238E27FC236}">
                  <a16:creationId xmlns:a16="http://schemas.microsoft.com/office/drawing/2014/main" id="{30616BCF-0D98-A2B5-EC65-E23AD4E7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5" name="Rectangle 18">
              <a:extLst>
                <a:ext uri="{FF2B5EF4-FFF2-40B4-BE49-F238E27FC236}">
                  <a16:creationId xmlns:a16="http://schemas.microsoft.com/office/drawing/2014/main" id="{3E847486-5B21-BB50-16E4-E59B375E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6" name="Rectangle 19">
              <a:extLst>
                <a:ext uri="{FF2B5EF4-FFF2-40B4-BE49-F238E27FC236}">
                  <a16:creationId xmlns:a16="http://schemas.microsoft.com/office/drawing/2014/main" id="{E089AACA-6D56-CF77-6D47-5D0E70DD0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7" name="Rectangle 20">
              <a:extLst>
                <a:ext uri="{FF2B5EF4-FFF2-40B4-BE49-F238E27FC236}">
                  <a16:creationId xmlns:a16="http://schemas.microsoft.com/office/drawing/2014/main" id="{F45D0589-B932-E1EB-014B-9E78A5405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8" name="Rectangle 21">
              <a:extLst>
                <a:ext uri="{FF2B5EF4-FFF2-40B4-BE49-F238E27FC236}">
                  <a16:creationId xmlns:a16="http://schemas.microsoft.com/office/drawing/2014/main" id="{19941D37-7C3B-0C75-AFEF-59755DD58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611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9" name="Rectangle 22">
              <a:extLst>
                <a:ext uri="{FF2B5EF4-FFF2-40B4-BE49-F238E27FC236}">
                  <a16:creationId xmlns:a16="http://schemas.microsoft.com/office/drawing/2014/main" id="{8569B1FF-D741-2720-472E-7551935E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611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0" name="Rectangle 23">
              <a:extLst>
                <a:ext uri="{FF2B5EF4-FFF2-40B4-BE49-F238E27FC236}">
                  <a16:creationId xmlns:a16="http://schemas.microsoft.com/office/drawing/2014/main" id="{04190F19-B07D-C9A9-1990-26FD6D76D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1" name="Rectangle 24">
              <a:extLst>
                <a:ext uri="{FF2B5EF4-FFF2-40B4-BE49-F238E27FC236}">
                  <a16:creationId xmlns:a16="http://schemas.microsoft.com/office/drawing/2014/main" id="{3934DCC7-77AB-7319-8978-8D2956EB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2" name="Rectangle 25">
              <a:extLst>
                <a:ext uri="{FF2B5EF4-FFF2-40B4-BE49-F238E27FC236}">
                  <a16:creationId xmlns:a16="http://schemas.microsoft.com/office/drawing/2014/main" id="{36F58570-15D7-C220-27F9-1F3E6FFEC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3" name="Rectangle 26">
              <a:extLst>
                <a:ext uri="{FF2B5EF4-FFF2-40B4-BE49-F238E27FC236}">
                  <a16:creationId xmlns:a16="http://schemas.microsoft.com/office/drawing/2014/main" id="{36F09789-ECDC-60E5-D1B2-F9E9363FA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4" name="Rectangle 27">
              <a:extLst>
                <a:ext uri="{FF2B5EF4-FFF2-40B4-BE49-F238E27FC236}">
                  <a16:creationId xmlns:a16="http://schemas.microsoft.com/office/drawing/2014/main" id="{B487BAFF-FE5D-9693-B03B-F2B04EBD0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5" name="Rectangle 28">
              <a:extLst>
                <a:ext uri="{FF2B5EF4-FFF2-40B4-BE49-F238E27FC236}">
                  <a16:creationId xmlns:a16="http://schemas.microsoft.com/office/drawing/2014/main" id="{4A4907DD-BBB2-F62A-F2BC-3B3CFBC0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920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6" name="Rectangle 29">
              <a:extLst>
                <a:ext uri="{FF2B5EF4-FFF2-40B4-BE49-F238E27FC236}">
                  <a16:creationId xmlns:a16="http://schemas.microsoft.com/office/drawing/2014/main" id="{00C36C56-DE94-EBA6-1272-5EE4A43BA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920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7" name="Rectangle 30">
              <a:extLst>
                <a:ext uri="{FF2B5EF4-FFF2-40B4-BE49-F238E27FC236}">
                  <a16:creationId xmlns:a16="http://schemas.microsoft.com/office/drawing/2014/main" id="{CC9BE4DD-D9A0-294F-7D4B-0CDCB7967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8" name="Rectangle 31">
              <a:extLst>
                <a:ext uri="{FF2B5EF4-FFF2-40B4-BE49-F238E27FC236}">
                  <a16:creationId xmlns:a16="http://schemas.microsoft.com/office/drawing/2014/main" id="{F7C4FF2C-B105-4B53-1453-1885BDB03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9" name="Rectangle 32">
              <a:extLst>
                <a:ext uri="{FF2B5EF4-FFF2-40B4-BE49-F238E27FC236}">
                  <a16:creationId xmlns:a16="http://schemas.microsoft.com/office/drawing/2014/main" id="{E55A11B5-083C-B585-46DC-F3507E85E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0" name="Rectangle 33">
              <a:extLst>
                <a:ext uri="{FF2B5EF4-FFF2-40B4-BE49-F238E27FC236}">
                  <a16:creationId xmlns:a16="http://schemas.microsoft.com/office/drawing/2014/main" id="{09DDD70D-2E1D-63D5-F20B-F3D6CC2C9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1" name="Rectangle 34">
              <a:extLst>
                <a:ext uri="{FF2B5EF4-FFF2-40B4-BE49-F238E27FC236}">
                  <a16:creationId xmlns:a16="http://schemas.microsoft.com/office/drawing/2014/main" id="{ABAB28A9-92E5-50EF-7AA1-D65DD852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2" name="Rectangle 35">
              <a:extLst>
                <a:ext uri="{FF2B5EF4-FFF2-40B4-BE49-F238E27FC236}">
                  <a16:creationId xmlns:a16="http://schemas.microsoft.com/office/drawing/2014/main" id="{BD540DFA-A2F1-65A6-DF9A-82E93656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3" name="Rectangle 36">
              <a:extLst>
                <a:ext uri="{FF2B5EF4-FFF2-40B4-BE49-F238E27FC236}">
                  <a16:creationId xmlns:a16="http://schemas.microsoft.com/office/drawing/2014/main" id="{25A87E77-284C-C47E-2C5E-A9E8AE8D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4" name="Rectangle 37">
              <a:extLst>
                <a:ext uri="{FF2B5EF4-FFF2-40B4-BE49-F238E27FC236}">
                  <a16:creationId xmlns:a16="http://schemas.microsoft.com/office/drawing/2014/main" id="{70E3FE63-4035-F440-6F5C-7002B7BF5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5" name="Rectangle 38">
              <a:extLst>
                <a:ext uri="{FF2B5EF4-FFF2-40B4-BE49-F238E27FC236}">
                  <a16:creationId xmlns:a16="http://schemas.microsoft.com/office/drawing/2014/main" id="{40BE0AC6-2158-0E08-E1B5-43A42764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6" name="Rectangle 39">
              <a:extLst>
                <a:ext uri="{FF2B5EF4-FFF2-40B4-BE49-F238E27FC236}">
                  <a16:creationId xmlns:a16="http://schemas.microsoft.com/office/drawing/2014/main" id="{92CE72BE-8497-0E62-C878-BD09DEB30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7" name="Rectangle 40">
              <a:extLst>
                <a:ext uri="{FF2B5EF4-FFF2-40B4-BE49-F238E27FC236}">
                  <a16:creationId xmlns:a16="http://schemas.microsoft.com/office/drawing/2014/main" id="{64CCF2B9-BB55-FA9E-C5CF-D9619A17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8" name="Rectangle 41">
              <a:extLst>
                <a:ext uri="{FF2B5EF4-FFF2-40B4-BE49-F238E27FC236}">
                  <a16:creationId xmlns:a16="http://schemas.microsoft.com/office/drawing/2014/main" id="{A3141037-96AB-A690-CEE4-456842FF4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9" name="Rectangle 42">
              <a:extLst>
                <a:ext uri="{FF2B5EF4-FFF2-40B4-BE49-F238E27FC236}">
                  <a16:creationId xmlns:a16="http://schemas.microsoft.com/office/drawing/2014/main" id="{8EE49A02-D2CF-F7CF-6067-37D0B6C5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0" name="Rectangle 43">
              <a:extLst>
                <a:ext uri="{FF2B5EF4-FFF2-40B4-BE49-F238E27FC236}">
                  <a16:creationId xmlns:a16="http://schemas.microsoft.com/office/drawing/2014/main" id="{D23E1973-A041-5E0A-B5BB-B0A7B8617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1" name="Rectangle 44">
              <a:extLst>
                <a:ext uri="{FF2B5EF4-FFF2-40B4-BE49-F238E27FC236}">
                  <a16:creationId xmlns:a16="http://schemas.microsoft.com/office/drawing/2014/main" id="{3EC2978C-C117-88AF-0AB1-50A362F58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2" name="Rectangle 45">
              <a:extLst>
                <a:ext uri="{FF2B5EF4-FFF2-40B4-BE49-F238E27FC236}">
                  <a16:creationId xmlns:a16="http://schemas.microsoft.com/office/drawing/2014/main" id="{C3AC88B9-D178-D55C-3032-335CE09FE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3" name="Rectangle 46">
              <a:extLst>
                <a:ext uri="{FF2B5EF4-FFF2-40B4-BE49-F238E27FC236}">
                  <a16:creationId xmlns:a16="http://schemas.microsoft.com/office/drawing/2014/main" id="{D1B792A6-5AE1-2248-7702-889CD149F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4" name="Rectangle 47">
              <a:extLst>
                <a:ext uri="{FF2B5EF4-FFF2-40B4-BE49-F238E27FC236}">
                  <a16:creationId xmlns:a16="http://schemas.microsoft.com/office/drawing/2014/main" id="{9478A7FF-1F60-2186-28A1-963D2059B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5" name="Rectangle 48">
              <a:extLst>
                <a:ext uri="{FF2B5EF4-FFF2-40B4-BE49-F238E27FC236}">
                  <a16:creationId xmlns:a16="http://schemas.microsoft.com/office/drawing/2014/main" id="{454C1B88-DC22-CFBD-E7E7-3FCACCCFE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6" name="Rectangle 49">
              <a:extLst>
                <a:ext uri="{FF2B5EF4-FFF2-40B4-BE49-F238E27FC236}">
                  <a16:creationId xmlns:a16="http://schemas.microsoft.com/office/drawing/2014/main" id="{090BFC35-0B64-80A6-4387-2FF7C1CD9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7" name="Rectangle 50">
              <a:extLst>
                <a:ext uri="{FF2B5EF4-FFF2-40B4-BE49-F238E27FC236}">
                  <a16:creationId xmlns:a16="http://schemas.microsoft.com/office/drawing/2014/main" id="{5671FD42-31A0-DFB4-77BF-8578763A9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8" name="Rectangle 51">
              <a:extLst>
                <a:ext uri="{FF2B5EF4-FFF2-40B4-BE49-F238E27FC236}">
                  <a16:creationId xmlns:a16="http://schemas.microsoft.com/office/drawing/2014/main" id="{5BD3CADE-68AA-3A60-0B80-6E75D31D7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19" name="Rectangle 52">
              <a:extLst>
                <a:ext uri="{FF2B5EF4-FFF2-40B4-BE49-F238E27FC236}">
                  <a16:creationId xmlns:a16="http://schemas.microsoft.com/office/drawing/2014/main" id="{14EF874C-DFA2-8917-ED58-6F239E79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0" name="Rectangle 53">
              <a:extLst>
                <a:ext uri="{FF2B5EF4-FFF2-40B4-BE49-F238E27FC236}">
                  <a16:creationId xmlns:a16="http://schemas.microsoft.com/office/drawing/2014/main" id="{C17B39E2-8B3D-D967-0886-B9E8200D2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1" name="Rectangle 54">
              <a:extLst>
                <a:ext uri="{FF2B5EF4-FFF2-40B4-BE49-F238E27FC236}">
                  <a16:creationId xmlns:a16="http://schemas.microsoft.com/office/drawing/2014/main" id="{9B1675AF-7A37-3496-FB45-58AD0E328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2" name="Rectangle 55">
              <a:extLst>
                <a:ext uri="{FF2B5EF4-FFF2-40B4-BE49-F238E27FC236}">
                  <a16:creationId xmlns:a16="http://schemas.microsoft.com/office/drawing/2014/main" id="{993A1325-6CEA-8296-52BD-C81ADE06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3" name="Rectangle 56">
              <a:extLst>
                <a:ext uri="{FF2B5EF4-FFF2-40B4-BE49-F238E27FC236}">
                  <a16:creationId xmlns:a16="http://schemas.microsoft.com/office/drawing/2014/main" id="{0E8C96B1-C2EE-E143-9DA1-68D582700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4" name="Rectangle 57">
              <a:extLst>
                <a:ext uri="{FF2B5EF4-FFF2-40B4-BE49-F238E27FC236}">
                  <a16:creationId xmlns:a16="http://schemas.microsoft.com/office/drawing/2014/main" id="{8A31B7CE-A2EB-AC9C-DB4F-95C16DCAF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5" name="Rectangle 58">
              <a:extLst>
                <a:ext uri="{FF2B5EF4-FFF2-40B4-BE49-F238E27FC236}">
                  <a16:creationId xmlns:a16="http://schemas.microsoft.com/office/drawing/2014/main" id="{3AC2A5A2-0A01-2296-6EC0-ED04F2E76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6" name="Rectangle 59">
              <a:extLst>
                <a:ext uri="{FF2B5EF4-FFF2-40B4-BE49-F238E27FC236}">
                  <a16:creationId xmlns:a16="http://schemas.microsoft.com/office/drawing/2014/main" id="{A918DCF6-5A19-6550-3FCB-0AE15DDA4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7" name="Rectangle 60">
              <a:extLst>
                <a:ext uri="{FF2B5EF4-FFF2-40B4-BE49-F238E27FC236}">
                  <a16:creationId xmlns:a16="http://schemas.microsoft.com/office/drawing/2014/main" id="{EEABABA9-FDDF-31B4-8E3F-7461353FC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8" name="Rectangle 61">
              <a:extLst>
                <a:ext uri="{FF2B5EF4-FFF2-40B4-BE49-F238E27FC236}">
                  <a16:creationId xmlns:a16="http://schemas.microsoft.com/office/drawing/2014/main" id="{D9DCD0FB-8392-4E4C-4EA8-AF1FA401C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29" name="Rectangle 62">
              <a:extLst>
                <a:ext uri="{FF2B5EF4-FFF2-40B4-BE49-F238E27FC236}">
                  <a16:creationId xmlns:a16="http://schemas.microsoft.com/office/drawing/2014/main" id="{785BEE1D-C070-22F2-530B-8EB4B3099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30" name="Rectangle 63">
              <a:extLst>
                <a:ext uri="{FF2B5EF4-FFF2-40B4-BE49-F238E27FC236}">
                  <a16:creationId xmlns:a16="http://schemas.microsoft.com/office/drawing/2014/main" id="{5C2B654C-935F-97FF-073B-C7338C15A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31" name="Rectangle 64">
              <a:extLst>
                <a:ext uri="{FF2B5EF4-FFF2-40B4-BE49-F238E27FC236}">
                  <a16:creationId xmlns:a16="http://schemas.microsoft.com/office/drawing/2014/main" id="{AA082E47-EE1E-F9FE-3BA5-F1AD48FA2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32" name="Rectangle 65">
              <a:extLst>
                <a:ext uri="{FF2B5EF4-FFF2-40B4-BE49-F238E27FC236}">
                  <a16:creationId xmlns:a16="http://schemas.microsoft.com/office/drawing/2014/main" id="{1DEA6AC9-3B7E-A756-2284-901FCBB8B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33" name="Rectangle 66">
              <a:extLst>
                <a:ext uri="{FF2B5EF4-FFF2-40B4-BE49-F238E27FC236}">
                  <a16:creationId xmlns:a16="http://schemas.microsoft.com/office/drawing/2014/main" id="{479BC5D0-590A-AB78-6229-21DDFF626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3012" name="Text Box 67">
            <a:extLst>
              <a:ext uri="{FF2B5EF4-FFF2-40B4-BE49-F238E27FC236}">
                <a16:creationId xmlns:a16="http://schemas.microsoft.com/office/drawing/2014/main" id="{49818E5A-B357-4631-79C0-F126EA704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43013" name="Group 68">
            <a:extLst>
              <a:ext uri="{FF2B5EF4-FFF2-40B4-BE49-F238E27FC236}">
                <a16:creationId xmlns:a16="http://schemas.microsoft.com/office/drawing/2014/main" id="{BFF26357-540E-8629-7F1A-0B51F4854B2F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44361" name="Rectangle 69">
              <a:extLst>
                <a:ext uri="{FF2B5EF4-FFF2-40B4-BE49-F238E27FC236}">
                  <a16:creationId xmlns:a16="http://schemas.microsoft.com/office/drawing/2014/main" id="{AD46DA3C-FBF7-C54B-09AD-97547666C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2" name="Rectangle 70">
              <a:extLst>
                <a:ext uri="{FF2B5EF4-FFF2-40B4-BE49-F238E27FC236}">
                  <a16:creationId xmlns:a16="http://schemas.microsoft.com/office/drawing/2014/main" id="{3649D230-41BB-5043-B328-80F779108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3" name="Rectangle 71">
              <a:extLst>
                <a:ext uri="{FF2B5EF4-FFF2-40B4-BE49-F238E27FC236}">
                  <a16:creationId xmlns:a16="http://schemas.microsoft.com/office/drawing/2014/main" id="{8C3922DA-CD41-9729-4BEA-1CE06C4DF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4" name="Rectangle 72">
              <a:extLst>
                <a:ext uri="{FF2B5EF4-FFF2-40B4-BE49-F238E27FC236}">
                  <a16:creationId xmlns:a16="http://schemas.microsoft.com/office/drawing/2014/main" id="{F8140000-8D9C-A1AD-C126-CF6A03016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5" name="Rectangle 73">
              <a:extLst>
                <a:ext uri="{FF2B5EF4-FFF2-40B4-BE49-F238E27FC236}">
                  <a16:creationId xmlns:a16="http://schemas.microsoft.com/office/drawing/2014/main" id="{0F392702-EDCB-5DB3-9229-82DC0650B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6" name="Rectangle 74">
              <a:extLst>
                <a:ext uri="{FF2B5EF4-FFF2-40B4-BE49-F238E27FC236}">
                  <a16:creationId xmlns:a16="http://schemas.microsoft.com/office/drawing/2014/main" id="{A7575944-CD59-77B9-AFAE-3380829E1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7" name="Rectangle 75">
              <a:extLst>
                <a:ext uri="{FF2B5EF4-FFF2-40B4-BE49-F238E27FC236}">
                  <a16:creationId xmlns:a16="http://schemas.microsoft.com/office/drawing/2014/main" id="{4A261369-3F91-5835-3641-3C8A74CCA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8" name="Rectangle 76">
              <a:extLst>
                <a:ext uri="{FF2B5EF4-FFF2-40B4-BE49-F238E27FC236}">
                  <a16:creationId xmlns:a16="http://schemas.microsoft.com/office/drawing/2014/main" id="{138F8875-0833-DA57-F4ED-FE0DCBC79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9" name="Rectangle 77">
              <a:extLst>
                <a:ext uri="{FF2B5EF4-FFF2-40B4-BE49-F238E27FC236}">
                  <a16:creationId xmlns:a16="http://schemas.microsoft.com/office/drawing/2014/main" id="{2D62F867-5229-D606-E3A4-32A9A2961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3014" name="Group 143">
            <a:extLst>
              <a:ext uri="{FF2B5EF4-FFF2-40B4-BE49-F238E27FC236}">
                <a16:creationId xmlns:a16="http://schemas.microsoft.com/office/drawing/2014/main" id="{39E2CE4B-CBEB-150E-5DE1-70D1B62E8CDF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025" y="994"/>
            <a:chExt cx="2474" cy="2457"/>
          </a:xfrm>
        </p:grpSpPr>
        <p:sp>
          <p:nvSpPr>
            <p:cNvPr id="44297" name="Rectangle 78">
              <a:extLst>
                <a:ext uri="{FF2B5EF4-FFF2-40B4-BE49-F238E27FC236}">
                  <a16:creationId xmlns:a16="http://schemas.microsoft.com/office/drawing/2014/main" id="{A6995AF1-1A5B-9028-3E36-8BED5E824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8" name="Rectangle 79">
              <a:extLst>
                <a:ext uri="{FF2B5EF4-FFF2-40B4-BE49-F238E27FC236}">
                  <a16:creationId xmlns:a16="http://schemas.microsoft.com/office/drawing/2014/main" id="{4DA8A4AE-146B-E08F-F156-21A2B860B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9" name="Rectangle 80">
              <a:extLst>
                <a:ext uri="{FF2B5EF4-FFF2-40B4-BE49-F238E27FC236}">
                  <a16:creationId xmlns:a16="http://schemas.microsoft.com/office/drawing/2014/main" id="{A6C7A464-2008-C0E5-D907-F039AA5DA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0" name="Rectangle 81">
              <a:extLst>
                <a:ext uri="{FF2B5EF4-FFF2-40B4-BE49-F238E27FC236}">
                  <a16:creationId xmlns:a16="http://schemas.microsoft.com/office/drawing/2014/main" id="{0A312E46-DFE1-F4BD-FDE3-8FDC2204A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1" name="Rectangle 82">
              <a:extLst>
                <a:ext uri="{FF2B5EF4-FFF2-40B4-BE49-F238E27FC236}">
                  <a16:creationId xmlns:a16="http://schemas.microsoft.com/office/drawing/2014/main" id="{9F96AFE5-B205-2B31-5F49-2D21D847D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2" name="Rectangle 83">
              <a:extLst>
                <a:ext uri="{FF2B5EF4-FFF2-40B4-BE49-F238E27FC236}">
                  <a16:creationId xmlns:a16="http://schemas.microsoft.com/office/drawing/2014/main" id="{C3951263-710D-ED5F-CF4B-A0FE8A99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3" name="Rectangle 84">
              <a:extLst>
                <a:ext uri="{FF2B5EF4-FFF2-40B4-BE49-F238E27FC236}">
                  <a16:creationId xmlns:a16="http://schemas.microsoft.com/office/drawing/2014/main" id="{2AA99374-05EB-6A64-F4EA-0746F55D0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4" name="Rectangle 85">
              <a:extLst>
                <a:ext uri="{FF2B5EF4-FFF2-40B4-BE49-F238E27FC236}">
                  <a16:creationId xmlns:a16="http://schemas.microsoft.com/office/drawing/2014/main" id="{43A16ED0-444D-CF40-6A12-4FFC4CC9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5" name="Rectangle 86">
              <a:extLst>
                <a:ext uri="{FF2B5EF4-FFF2-40B4-BE49-F238E27FC236}">
                  <a16:creationId xmlns:a16="http://schemas.microsoft.com/office/drawing/2014/main" id="{DCBDD19D-DF06-476F-AC48-16CBD7315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6" name="Rectangle 87">
              <a:extLst>
                <a:ext uri="{FF2B5EF4-FFF2-40B4-BE49-F238E27FC236}">
                  <a16:creationId xmlns:a16="http://schemas.microsoft.com/office/drawing/2014/main" id="{EDAB526D-A621-FAE8-0531-5A74DE3CA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7" name="Rectangle 88">
              <a:extLst>
                <a:ext uri="{FF2B5EF4-FFF2-40B4-BE49-F238E27FC236}">
                  <a16:creationId xmlns:a16="http://schemas.microsoft.com/office/drawing/2014/main" id="{8A6DF3E1-2488-8745-495A-DD189E117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8" name="Rectangle 89">
              <a:extLst>
                <a:ext uri="{FF2B5EF4-FFF2-40B4-BE49-F238E27FC236}">
                  <a16:creationId xmlns:a16="http://schemas.microsoft.com/office/drawing/2014/main" id="{3631F1F3-312F-BDE9-8EF6-A76C27827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09" name="Rectangle 90">
              <a:extLst>
                <a:ext uri="{FF2B5EF4-FFF2-40B4-BE49-F238E27FC236}">
                  <a16:creationId xmlns:a16="http://schemas.microsoft.com/office/drawing/2014/main" id="{33B27371-B764-0358-B196-56F398273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0" name="Rectangle 91">
              <a:extLst>
                <a:ext uri="{FF2B5EF4-FFF2-40B4-BE49-F238E27FC236}">
                  <a16:creationId xmlns:a16="http://schemas.microsoft.com/office/drawing/2014/main" id="{777EDB1C-1983-A976-E4AE-738FB728D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1" name="Rectangle 92">
              <a:extLst>
                <a:ext uri="{FF2B5EF4-FFF2-40B4-BE49-F238E27FC236}">
                  <a16:creationId xmlns:a16="http://schemas.microsoft.com/office/drawing/2014/main" id="{041271A2-C3BD-1A60-4B60-FC456182F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2" name="Rectangle 93">
              <a:extLst>
                <a:ext uri="{FF2B5EF4-FFF2-40B4-BE49-F238E27FC236}">
                  <a16:creationId xmlns:a16="http://schemas.microsoft.com/office/drawing/2014/main" id="{285BA25A-118A-7B72-E0F5-1C2A35202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30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3" name="Rectangle 94">
              <a:extLst>
                <a:ext uri="{FF2B5EF4-FFF2-40B4-BE49-F238E27FC236}">
                  <a16:creationId xmlns:a16="http://schemas.microsoft.com/office/drawing/2014/main" id="{F41CD8A9-291A-A46E-91A3-0C2D9AB19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4" name="Rectangle 95">
              <a:extLst>
                <a:ext uri="{FF2B5EF4-FFF2-40B4-BE49-F238E27FC236}">
                  <a16:creationId xmlns:a16="http://schemas.microsoft.com/office/drawing/2014/main" id="{33FB8C03-4211-9568-74EB-ABB763582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5" name="Rectangle 96">
              <a:extLst>
                <a:ext uri="{FF2B5EF4-FFF2-40B4-BE49-F238E27FC236}">
                  <a16:creationId xmlns:a16="http://schemas.microsoft.com/office/drawing/2014/main" id="{58EF1038-6CA7-E07C-3D8D-E5CD9FC0E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6" name="Rectangle 97">
              <a:extLst>
                <a:ext uri="{FF2B5EF4-FFF2-40B4-BE49-F238E27FC236}">
                  <a16:creationId xmlns:a16="http://schemas.microsoft.com/office/drawing/2014/main" id="{686A5D2D-44C0-5115-98A7-30518629D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7" name="Rectangle 98">
              <a:extLst>
                <a:ext uri="{FF2B5EF4-FFF2-40B4-BE49-F238E27FC236}">
                  <a16:creationId xmlns:a16="http://schemas.microsoft.com/office/drawing/2014/main" id="{EECDCBB0-A18B-E291-71A8-2463B6BDA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8" name="Rectangle 99">
              <a:extLst>
                <a:ext uri="{FF2B5EF4-FFF2-40B4-BE49-F238E27FC236}">
                  <a16:creationId xmlns:a16="http://schemas.microsoft.com/office/drawing/2014/main" id="{D5AA178F-7D4D-C1DC-B3B1-C4998A78A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19" name="Rectangle 100">
              <a:extLst>
                <a:ext uri="{FF2B5EF4-FFF2-40B4-BE49-F238E27FC236}">
                  <a16:creationId xmlns:a16="http://schemas.microsoft.com/office/drawing/2014/main" id="{509516F8-F388-B687-EB9B-B5B886123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0" name="Rectangle 101">
              <a:extLst>
                <a:ext uri="{FF2B5EF4-FFF2-40B4-BE49-F238E27FC236}">
                  <a16:creationId xmlns:a16="http://schemas.microsoft.com/office/drawing/2014/main" id="{36FC39B8-94E9-12D0-6BEE-5C36C0227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60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1" name="Rectangle 102">
              <a:extLst>
                <a:ext uri="{FF2B5EF4-FFF2-40B4-BE49-F238E27FC236}">
                  <a16:creationId xmlns:a16="http://schemas.microsoft.com/office/drawing/2014/main" id="{23639DDD-C9AF-BC04-8667-A9891F869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2" name="Rectangle 103">
              <a:extLst>
                <a:ext uri="{FF2B5EF4-FFF2-40B4-BE49-F238E27FC236}">
                  <a16:creationId xmlns:a16="http://schemas.microsoft.com/office/drawing/2014/main" id="{D06C92AC-6E54-2A02-D812-5745D5E7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3" name="Rectangle 104">
              <a:extLst>
                <a:ext uri="{FF2B5EF4-FFF2-40B4-BE49-F238E27FC236}">
                  <a16:creationId xmlns:a16="http://schemas.microsoft.com/office/drawing/2014/main" id="{98790334-1201-C6E8-8389-F76011483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4" name="Rectangle 105">
              <a:extLst>
                <a:ext uri="{FF2B5EF4-FFF2-40B4-BE49-F238E27FC236}">
                  <a16:creationId xmlns:a16="http://schemas.microsoft.com/office/drawing/2014/main" id="{5487328A-CAA4-0F5E-6C4C-3D67636C4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5" name="Rectangle 106">
              <a:extLst>
                <a:ext uri="{FF2B5EF4-FFF2-40B4-BE49-F238E27FC236}">
                  <a16:creationId xmlns:a16="http://schemas.microsoft.com/office/drawing/2014/main" id="{76F79FDC-9EC3-490B-124E-C54E2A093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6" name="Rectangle 107">
              <a:extLst>
                <a:ext uri="{FF2B5EF4-FFF2-40B4-BE49-F238E27FC236}">
                  <a16:creationId xmlns:a16="http://schemas.microsoft.com/office/drawing/2014/main" id="{D5497395-5756-1DB2-963D-A69EEB43E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7" name="Rectangle 108">
              <a:extLst>
                <a:ext uri="{FF2B5EF4-FFF2-40B4-BE49-F238E27FC236}">
                  <a16:creationId xmlns:a16="http://schemas.microsoft.com/office/drawing/2014/main" id="{B81B3B2D-32FF-D373-FE57-D4A0FA7FB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8" name="Rectangle 109">
              <a:extLst>
                <a:ext uri="{FF2B5EF4-FFF2-40B4-BE49-F238E27FC236}">
                  <a16:creationId xmlns:a16="http://schemas.microsoft.com/office/drawing/2014/main" id="{EE0DCA24-13FD-0CB0-8619-9BA836CC3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91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29" name="Rectangle 110">
              <a:extLst>
                <a:ext uri="{FF2B5EF4-FFF2-40B4-BE49-F238E27FC236}">
                  <a16:creationId xmlns:a16="http://schemas.microsoft.com/office/drawing/2014/main" id="{13D01860-E630-DC9C-10B1-5FF4275CE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0" name="Rectangle 111">
              <a:extLst>
                <a:ext uri="{FF2B5EF4-FFF2-40B4-BE49-F238E27FC236}">
                  <a16:creationId xmlns:a16="http://schemas.microsoft.com/office/drawing/2014/main" id="{D3B21825-48B9-FADF-1E2A-7BB4389C5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1" name="Rectangle 112">
              <a:extLst>
                <a:ext uri="{FF2B5EF4-FFF2-40B4-BE49-F238E27FC236}">
                  <a16:creationId xmlns:a16="http://schemas.microsoft.com/office/drawing/2014/main" id="{E0A814E8-29F9-B4A2-D2E0-BBCACF42B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2" name="Rectangle 113">
              <a:extLst>
                <a:ext uri="{FF2B5EF4-FFF2-40B4-BE49-F238E27FC236}">
                  <a16:creationId xmlns:a16="http://schemas.microsoft.com/office/drawing/2014/main" id="{116FB23E-1942-DA67-C99F-46D27796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3" name="Rectangle 114">
              <a:extLst>
                <a:ext uri="{FF2B5EF4-FFF2-40B4-BE49-F238E27FC236}">
                  <a16:creationId xmlns:a16="http://schemas.microsoft.com/office/drawing/2014/main" id="{EE755656-F450-FF59-C13B-DC1ADC351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4" name="Rectangle 115">
              <a:extLst>
                <a:ext uri="{FF2B5EF4-FFF2-40B4-BE49-F238E27FC236}">
                  <a16:creationId xmlns:a16="http://schemas.microsoft.com/office/drawing/2014/main" id="{456EFED0-2691-D959-4527-D820F59E8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5" name="Rectangle 116">
              <a:extLst>
                <a:ext uri="{FF2B5EF4-FFF2-40B4-BE49-F238E27FC236}">
                  <a16:creationId xmlns:a16="http://schemas.microsoft.com/office/drawing/2014/main" id="{6CFAA838-65ED-E703-4031-E912BE7CA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6" name="Rectangle 117">
              <a:extLst>
                <a:ext uri="{FF2B5EF4-FFF2-40B4-BE49-F238E27FC236}">
                  <a16:creationId xmlns:a16="http://schemas.microsoft.com/office/drawing/2014/main" id="{83E404FC-A47E-47FD-9DB5-E2778C75D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2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7" name="Rectangle 118">
              <a:extLst>
                <a:ext uri="{FF2B5EF4-FFF2-40B4-BE49-F238E27FC236}">
                  <a16:creationId xmlns:a16="http://schemas.microsoft.com/office/drawing/2014/main" id="{30C4452F-5E25-86D5-9F24-337939A72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8" name="Rectangle 119">
              <a:extLst>
                <a:ext uri="{FF2B5EF4-FFF2-40B4-BE49-F238E27FC236}">
                  <a16:creationId xmlns:a16="http://schemas.microsoft.com/office/drawing/2014/main" id="{9F35ACE3-1585-E88B-4CDC-679F80EF4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39" name="Rectangle 120">
              <a:extLst>
                <a:ext uri="{FF2B5EF4-FFF2-40B4-BE49-F238E27FC236}">
                  <a16:creationId xmlns:a16="http://schemas.microsoft.com/office/drawing/2014/main" id="{E25F6258-422D-A2F9-2E76-BFE04715D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0" name="Rectangle 121">
              <a:extLst>
                <a:ext uri="{FF2B5EF4-FFF2-40B4-BE49-F238E27FC236}">
                  <a16:creationId xmlns:a16="http://schemas.microsoft.com/office/drawing/2014/main" id="{C82FF3C6-D01E-4D30-963D-B525888A4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1" name="Rectangle 122">
              <a:extLst>
                <a:ext uri="{FF2B5EF4-FFF2-40B4-BE49-F238E27FC236}">
                  <a16:creationId xmlns:a16="http://schemas.microsoft.com/office/drawing/2014/main" id="{A7225712-EAAD-7919-4763-E65F72542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2" name="Rectangle 123">
              <a:extLst>
                <a:ext uri="{FF2B5EF4-FFF2-40B4-BE49-F238E27FC236}">
                  <a16:creationId xmlns:a16="http://schemas.microsoft.com/office/drawing/2014/main" id="{4C3E865B-34AB-CD95-D217-688CE89EB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3" name="Rectangle 124">
              <a:extLst>
                <a:ext uri="{FF2B5EF4-FFF2-40B4-BE49-F238E27FC236}">
                  <a16:creationId xmlns:a16="http://schemas.microsoft.com/office/drawing/2014/main" id="{C6FBB1DE-096C-825C-049A-FA9F21A7D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4" name="Rectangle 125">
              <a:extLst>
                <a:ext uri="{FF2B5EF4-FFF2-40B4-BE49-F238E27FC236}">
                  <a16:creationId xmlns:a16="http://schemas.microsoft.com/office/drawing/2014/main" id="{156BBD1A-ADA3-913D-27E3-1ABB6884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52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5" name="Rectangle 126">
              <a:extLst>
                <a:ext uri="{FF2B5EF4-FFF2-40B4-BE49-F238E27FC236}">
                  <a16:creationId xmlns:a16="http://schemas.microsoft.com/office/drawing/2014/main" id="{3E036E3B-BD79-644E-653A-7F281421C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6" name="Rectangle 127">
              <a:extLst>
                <a:ext uri="{FF2B5EF4-FFF2-40B4-BE49-F238E27FC236}">
                  <a16:creationId xmlns:a16="http://schemas.microsoft.com/office/drawing/2014/main" id="{EE8B52BF-B02D-431E-0CAB-1AA867954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7" name="Rectangle 128">
              <a:extLst>
                <a:ext uri="{FF2B5EF4-FFF2-40B4-BE49-F238E27FC236}">
                  <a16:creationId xmlns:a16="http://schemas.microsoft.com/office/drawing/2014/main" id="{B50F3AE3-7355-FCF2-502B-B5F7CBC5B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8" name="Rectangle 129">
              <a:extLst>
                <a:ext uri="{FF2B5EF4-FFF2-40B4-BE49-F238E27FC236}">
                  <a16:creationId xmlns:a16="http://schemas.microsoft.com/office/drawing/2014/main" id="{50873026-D87F-4125-EF51-8D293090C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49" name="Rectangle 130">
              <a:extLst>
                <a:ext uri="{FF2B5EF4-FFF2-40B4-BE49-F238E27FC236}">
                  <a16:creationId xmlns:a16="http://schemas.microsoft.com/office/drawing/2014/main" id="{A770801D-0772-5BE6-F81C-55FABD252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0" name="Rectangle 131">
              <a:extLst>
                <a:ext uri="{FF2B5EF4-FFF2-40B4-BE49-F238E27FC236}">
                  <a16:creationId xmlns:a16="http://schemas.microsoft.com/office/drawing/2014/main" id="{AFE442D1-27B1-50CA-3ABD-E51CF493D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1" name="Rectangle 132">
              <a:extLst>
                <a:ext uri="{FF2B5EF4-FFF2-40B4-BE49-F238E27FC236}">
                  <a16:creationId xmlns:a16="http://schemas.microsoft.com/office/drawing/2014/main" id="{5B8FD18A-FACF-74A7-3FA4-8DCF422A1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2" name="Rectangle 133">
              <a:extLst>
                <a:ext uri="{FF2B5EF4-FFF2-40B4-BE49-F238E27FC236}">
                  <a16:creationId xmlns:a16="http://schemas.microsoft.com/office/drawing/2014/main" id="{BFCB12B4-C2F4-8661-7870-5617C8F3B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83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3" name="Rectangle 134">
              <a:extLst>
                <a:ext uri="{FF2B5EF4-FFF2-40B4-BE49-F238E27FC236}">
                  <a16:creationId xmlns:a16="http://schemas.microsoft.com/office/drawing/2014/main" id="{4BA3CC18-EABC-6B28-F377-8BB8AAD4C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4" name="Rectangle 135">
              <a:extLst>
                <a:ext uri="{FF2B5EF4-FFF2-40B4-BE49-F238E27FC236}">
                  <a16:creationId xmlns:a16="http://schemas.microsoft.com/office/drawing/2014/main" id="{C08EADC6-C69D-E069-161C-E80D8EF78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5" name="Rectangle 136">
              <a:extLst>
                <a:ext uri="{FF2B5EF4-FFF2-40B4-BE49-F238E27FC236}">
                  <a16:creationId xmlns:a16="http://schemas.microsoft.com/office/drawing/2014/main" id="{C51F7366-391F-9356-B653-BFC7B7994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6" name="Rectangle 137">
              <a:extLst>
                <a:ext uri="{FF2B5EF4-FFF2-40B4-BE49-F238E27FC236}">
                  <a16:creationId xmlns:a16="http://schemas.microsoft.com/office/drawing/2014/main" id="{9C1BD606-2A20-2F93-B011-66F488142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7" name="Rectangle 138">
              <a:extLst>
                <a:ext uri="{FF2B5EF4-FFF2-40B4-BE49-F238E27FC236}">
                  <a16:creationId xmlns:a16="http://schemas.microsoft.com/office/drawing/2014/main" id="{7C1FF8DE-2237-7433-3812-6B43FBA64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8" name="Rectangle 139">
              <a:extLst>
                <a:ext uri="{FF2B5EF4-FFF2-40B4-BE49-F238E27FC236}">
                  <a16:creationId xmlns:a16="http://schemas.microsoft.com/office/drawing/2014/main" id="{DCB01C23-04D5-FAD5-3852-B8B7AD993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59" name="Rectangle 140">
              <a:extLst>
                <a:ext uri="{FF2B5EF4-FFF2-40B4-BE49-F238E27FC236}">
                  <a16:creationId xmlns:a16="http://schemas.microsoft.com/office/drawing/2014/main" id="{8991B1D4-A8A6-2067-AFD6-92AC8E1E3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0" name="Rectangle 141">
              <a:extLst>
                <a:ext uri="{FF2B5EF4-FFF2-40B4-BE49-F238E27FC236}">
                  <a16:creationId xmlns:a16="http://schemas.microsoft.com/office/drawing/2014/main" id="{6CD7A507-CDA1-A0F4-040B-FE50B0A0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" name="Group 145">
            <a:extLst>
              <a:ext uri="{FF2B5EF4-FFF2-40B4-BE49-F238E27FC236}">
                <a16:creationId xmlns:a16="http://schemas.microsoft.com/office/drawing/2014/main" id="{460539D2-5D1D-99EA-0FC8-B5F0F9EF9CB7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1600200"/>
            <a:ext cx="1474788" cy="1463675"/>
            <a:chOff x="262" y="1078"/>
            <a:chExt cx="929" cy="922"/>
          </a:xfrm>
        </p:grpSpPr>
        <p:sp>
          <p:nvSpPr>
            <p:cNvPr id="44288" name="Rectangle 146">
              <a:extLst>
                <a:ext uri="{FF2B5EF4-FFF2-40B4-BE49-F238E27FC236}">
                  <a16:creationId xmlns:a16="http://schemas.microsoft.com/office/drawing/2014/main" id="{668A249C-0686-EED7-720C-B9164BF19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9" name="Rectangle 147">
              <a:extLst>
                <a:ext uri="{FF2B5EF4-FFF2-40B4-BE49-F238E27FC236}">
                  <a16:creationId xmlns:a16="http://schemas.microsoft.com/office/drawing/2014/main" id="{AA213D60-C7BE-882D-F1B7-9FF685B98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0" name="Rectangle 148">
              <a:extLst>
                <a:ext uri="{FF2B5EF4-FFF2-40B4-BE49-F238E27FC236}">
                  <a16:creationId xmlns:a16="http://schemas.microsoft.com/office/drawing/2014/main" id="{0485FFAB-41EB-575E-82B1-B728186FE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1" name="Rectangle 149">
              <a:extLst>
                <a:ext uri="{FF2B5EF4-FFF2-40B4-BE49-F238E27FC236}">
                  <a16:creationId xmlns:a16="http://schemas.microsoft.com/office/drawing/2014/main" id="{EDCE662E-541F-E4BA-5F76-82EB6F605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2" name="Rectangle 150">
              <a:extLst>
                <a:ext uri="{FF2B5EF4-FFF2-40B4-BE49-F238E27FC236}">
                  <a16:creationId xmlns:a16="http://schemas.microsoft.com/office/drawing/2014/main" id="{7E3CC52B-CA14-801E-921A-E5786F01D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3" name="Rectangle 151">
              <a:extLst>
                <a:ext uri="{FF2B5EF4-FFF2-40B4-BE49-F238E27FC236}">
                  <a16:creationId xmlns:a16="http://schemas.microsoft.com/office/drawing/2014/main" id="{99405847-D48C-C5EC-3103-CDC44F811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4" name="Rectangle 152">
              <a:extLst>
                <a:ext uri="{FF2B5EF4-FFF2-40B4-BE49-F238E27FC236}">
                  <a16:creationId xmlns:a16="http://schemas.microsoft.com/office/drawing/2014/main" id="{36000054-C600-E9FC-329F-205806EC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5" name="Rectangle 153">
              <a:extLst>
                <a:ext uri="{FF2B5EF4-FFF2-40B4-BE49-F238E27FC236}">
                  <a16:creationId xmlns:a16="http://schemas.microsoft.com/office/drawing/2014/main" id="{5D120A74-4E00-89C5-68F3-4B27BFE46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6" name="Rectangle 154">
              <a:extLst>
                <a:ext uri="{FF2B5EF4-FFF2-40B4-BE49-F238E27FC236}">
                  <a16:creationId xmlns:a16="http://schemas.microsoft.com/office/drawing/2014/main" id="{A79D8457-9095-7012-430B-CC21AB3BB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" name="Group 155">
            <a:extLst>
              <a:ext uri="{FF2B5EF4-FFF2-40B4-BE49-F238E27FC236}">
                <a16:creationId xmlns:a16="http://schemas.microsoft.com/office/drawing/2014/main" id="{7AF2C9CD-3F82-75B3-F239-1F7633B36BD5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1600200"/>
            <a:ext cx="1474788" cy="1463675"/>
            <a:chOff x="262" y="1078"/>
            <a:chExt cx="929" cy="922"/>
          </a:xfrm>
        </p:grpSpPr>
        <p:sp>
          <p:nvSpPr>
            <p:cNvPr id="44279" name="Rectangle 156">
              <a:extLst>
                <a:ext uri="{FF2B5EF4-FFF2-40B4-BE49-F238E27FC236}">
                  <a16:creationId xmlns:a16="http://schemas.microsoft.com/office/drawing/2014/main" id="{2189E647-EA03-B6D0-9699-3B75C8B32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0" name="Rectangle 157">
              <a:extLst>
                <a:ext uri="{FF2B5EF4-FFF2-40B4-BE49-F238E27FC236}">
                  <a16:creationId xmlns:a16="http://schemas.microsoft.com/office/drawing/2014/main" id="{721BC4FF-7848-9C70-66B5-510D2FB43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1" name="Rectangle 158">
              <a:extLst>
                <a:ext uri="{FF2B5EF4-FFF2-40B4-BE49-F238E27FC236}">
                  <a16:creationId xmlns:a16="http://schemas.microsoft.com/office/drawing/2014/main" id="{8B3FB729-EEB9-E0A6-4DD2-270C50182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2" name="Rectangle 159">
              <a:extLst>
                <a:ext uri="{FF2B5EF4-FFF2-40B4-BE49-F238E27FC236}">
                  <a16:creationId xmlns:a16="http://schemas.microsoft.com/office/drawing/2014/main" id="{81D4AF44-EB01-55A9-559C-D337F1DA3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3" name="Rectangle 160">
              <a:extLst>
                <a:ext uri="{FF2B5EF4-FFF2-40B4-BE49-F238E27FC236}">
                  <a16:creationId xmlns:a16="http://schemas.microsoft.com/office/drawing/2014/main" id="{3B128D11-ADCF-D3B0-B3EA-BCAB870EB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4" name="Rectangle 161">
              <a:extLst>
                <a:ext uri="{FF2B5EF4-FFF2-40B4-BE49-F238E27FC236}">
                  <a16:creationId xmlns:a16="http://schemas.microsoft.com/office/drawing/2014/main" id="{05D3B115-CEC6-ABBA-2F78-299E33F39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5" name="Rectangle 162">
              <a:extLst>
                <a:ext uri="{FF2B5EF4-FFF2-40B4-BE49-F238E27FC236}">
                  <a16:creationId xmlns:a16="http://schemas.microsoft.com/office/drawing/2014/main" id="{8C09059C-A6AA-3796-345A-6033DA3A1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6" name="Rectangle 163">
              <a:extLst>
                <a:ext uri="{FF2B5EF4-FFF2-40B4-BE49-F238E27FC236}">
                  <a16:creationId xmlns:a16="http://schemas.microsoft.com/office/drawing/2014/main" id="{4EA59FBE-B629-0EA4-C9F7-D9E55D91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7" name="Rectangle 164">
              <a:extLst>
                <a:ext uri="{FF2B5EF4-FFF2-40B4-BE49-F238E27FC236}">
                  <a16:creationId xmlns:a16="http://schemas.microsoft.com/office/drawing/2014/main" id="{31C903EA-FE31-1D68-E8A1-59AE2E3CE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7" name="Group 165">
            <a:extLst>
              <a:ext uri="{FF2B5EF4-FFF2-40B4-BE49-F238E27FC236}">
                <a16:creationId xmlns:a16="http://schemas.microsoft.com/office/drawing/2014/main" id="{CD42A5CA-3540-18C5-42D9-0C467DBF3D40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1600200"/>
            <a:ext cx="1474787" cy="1463675"/>
            <a:chOff x="262" y="1078"/>
            <a:chExt cx="929" cy="922"/>
          </a:xfrm>
        </p:grpSpPr>
        <p:sp>
          <p:nvSpPr>
            <p:cNvPr id="44270" name="Rectangle 166">
              <a:extLst>
                <a:ext uri="{FF2B5EF4-FFF2-40B4-BE49-F238E27FC236}">
                  <a16:creationId xmlns:a16="http://schemas.microsoft.com/office/drawing/2014/main" id="{F9C3AD13-9A6F-EA78-F03D-3AB2F67A1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1" name="Rectangle 167">
              <a:extLst>
                <a:ext uri="{FF2B5EF4-FFF2-40B4-BE49-F238E27FC236}">
                  <a16:creationId xmlns:a16="http://schemas.microsoft.com/office/drawing/2014/main" id="{A478FF2B-D083-2F36-9270-A15E8D427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2" name="Rectangle 168">
              <a:extLst>
                <a:ext uri="{FF2B5EF4-FFF2-40B4-BE49-F238E27FC236}">
                  <a16:creationId xmlns:a16="http://schemas.microsoft.com/office/drawing/2014/main" id="{3D8A5B28-AA18-9C5E-B2AC-3F80CF260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3" name="Rectangle 169">
              <a:extLst>
                <a:ext uri="{FF2B5EF4-FFF2-40B4-BE49-F238E27FC236}">
                  <a16:creationId xmlns:a16="http://schemas.microsoft.com/office/drawing/2014/main" id="{FBA725B8-2D6E-74D5-6210-914D68BCA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4" name="Rectangle 170">
              <a:extLst>
                <a:ext uri="{FF2B5EF4-FFF2-40B4-BE49-F238E27FC236}">
                  <a16:creationId xmlns:a16="http://schemas.microsoft.com/office/drawing/2014/main" id="{E23E6A6F-BF4C-4D86-60A1-6EE724594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5" name="Rectangle 171">
              <a:extLst>
                <a:ext uri="{FF2B5EF4-FFF2-40B4-BE49-F238E27FC236}">
                  <a16:creationId xmlns:a16="http://schemas.microsoft.com/office/drawing/2014/main" id="{4A4359D0-F258-1FE7-C5C1-D16EA700B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6" name="Rectangle 172">
              <a:extLst>
                <a:ext uri="{FF2B5EF4-FFF2-40B4-BE49-F238E27FC236}">
                  <a16:creationId xmlns:a16="http://schemas.microsoft.com/office/drawing/2014/main" id="{87CF2C7A-87E9-AE0C-7DC6-950A607DD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7" name="Rectangle 173">
              <a:extLst>
                <a:ext uri="{FF2B5EF4-FFF2-40B4-BE49-F238E27FC236}">
                  <a16:creationId xmlns:a16="http://schemas.microsoft.com/office/drawing/2014/main" id="{4944EECC-C7AC-53D8-6C0A-3192120F3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8" name="Rectangle 174">
              <a:extLst>
                <a:ext uri="{FF2B5EF4-FFF2-40B4-BE49-F238E27FC236}">
                  <a16:creationId xmlns:a16="http://schemas.microsoft.com/office/drawing/2014/main" id="{33919D28-D602-5F01-1651-68B478035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8" name="Group 175">
            <a:extLst>
              <a:ext uri="{FF2B5EF4-FFF2-40B4-BE49-F238E27FC236}">
                <a16:creationId xmlns:a16="http://schemas.microsoft.com/office/drawing/2014/main" id="{153D1352-C246-BF6A-C896-7DFDF3CC0957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1600200"/>
            <a:ext cx="1474787" cy="1463675"/>
            <a:chOff x="262" y="1078"/>
            <a:chExt cx="929" cy="922"/>
          </a:xfrm>
        </p:grpSpPr>
        <p:sp>
          <p:nvSpPr>
            <p:cNvPr id="44261" name="Rectangle 176">
              <a:extLst>
                <a:ext uri="{FF2B5EF4-FFF2-40B4-BE49-F238E27FC236}">
                  <a16:creationId xmlns:a16="http://schemas.microsoft.com/office/drawing/2014/main" id="{7834E060-A85C-0ACF-D60B-FB425787D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2" name="Rectangle 177">
              <a:extLst>
                <a:ext uri="{FF2B5EF4-FFF2-40B4-BE49-F238E27FC236}">
                  <a16:creationId xmlns:a16="http://schemas.microsoft.com/office/drawing/2014/main" id="{37C50769-7D8C-1F98-8A8C-3E007AC93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3" name="Rectangle 178">
              <a:extLst>
                <a:ext uri="{FF2B5EF4-FFF2-40B4-BE49-F238E27FC236}">
                  <a16:creationId xmlns:a16="http://schemas.microsoft.com/office/drawing/2014/main" id="{B16AC9EE-25E1-ACE4-46A6-39472643A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4" name="Rectangle 179">
              <a:extLst>
                <a:ext uri="{FF2B5EF4-FFF2-40B4-BE49-F238E27FC236}">
                  <a16:creationId xmlns:a16="http://schemas.microsoft.com/office/drawing/2014/main" id="{A31726D1-5EE2-54A9-1B6B-6D54A983F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5" name="Rectangle 180">
              <a:extLst>
                <a:ext uri="{FF2B5EF4-FFF2-40B4-BE49-F238E27FC236}">
                  <a16:creationId xmlns:a16="http://schemas.microsoft.com/office/drawing/2014/main" id="{A57FFA84-C848-30B7-E0AC-FC2DEEAE7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6" name="Rectangle 181">
              <a:extLst>
                <a:ext uri="{FF2B5EF4-FFF2-40B4-BE49-F238E27FC236}">
                  <a16:creationId xmlns:a16="http://schemas.microsoft.com/office/drawing/2014/main" id="{C4D40C9D-9E35-6D3F-1BBA-E73733259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7" name="Rectangle 182">
              <a:extLst>
                <a:ext uri="{FF2B5EF4-FFF2-40B4-BE49-F238E27FC236}">
                  <a16:creationId xmlns:a16="http://schemas.microsoft.com/office/drawing/2014/main" id="{D62B09F0-F936-CFE4-A6BB-088EB2695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8" name="Rectangle 183">
              <a:extLst>
                <a:ext uri="{FF2B5EF4-FFF2-40B4-BE49-F238E27FC236}">
                  <a16:creationId xmlns:a16="http://schemas.microsoft.com/office/drawing/2014/main" id="{BFEA5D22-6095-B06D-5F45-1F17B3054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9" name="Rectangle 184">
              <a:extLst>
                <a:ext uri="{FF2B5EF4-FFF2-40B4-BE49-F238E27FC236}">
                  <a16:creationId xmlns:a16="http://schemas.microsoft.com/office/drawing/2014/main" id="{D5EB198B-418D-E65C-3549-6A7650D4D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9" name="Group 185">
            <a:extLst>
              <a:ext uri="{FF2B5EF4-FFF2-40B4-BE49-F238E27FC236}">
                <a16:creationId xmlns:a16="http://schemas.microsoft.com/office/drawing/2014/main" id="{B176D458-11BD-6B1D-9B9F-A1D5A23DD1B3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1600200"/>
            <a:ext cx="1474787" cy="1463675"/>
            <a:chOff x="262" y="1078"/>
            <a:chExt cx="929" cy="922"/>
          </a:xfrm>
        </p:grpSpPr>
        <p:sp>
          <p:nvSpPr>
            <p:cNvPr id="44252" name="Rectangle 186">
              <a:extLst>
                <a:ext uri="{FF2B5EF4-FFF2-40B4-BE49-F238E27FC236}">
                  <a16:creationId xmlns:a16="http://schemas.microsoft.com/office/drawing/2014/main" id="{2DA5E6C2-12DA-4F0B-67A9-919FC07AD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3" name="Rectangle 187">
              <a:extLst>
                <a:ext uri="{FF2B5EF4-FFF2-40B4-BE49-F238E27FC236}">
                  <a16:creationId xmlns:a16="http://schemas.microsoft.com/office/drawing/2014/main" id="{750F72ED-7844-F988-E3B8-C916EDA66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4" name="Rectangle 188">
              <a:extLst>
                <a:ext uri="{FF2B5EF4-FFF2-40B4-BE49-F238E27FC236}">
                  <a16:creationId xmlns:a16="http://schemas.microsoft.com/office/drawing/2014/main" id="{BC8427BC-E79C-8693-7F6D-59E1FD07E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5" name="Rectangle 189">
              <a:extLst>
                <a:ext uri="{FF2B5EF4-FFF2-40B4-BE49-F238E27FC236}">
                  <a16:creationId xmlns:a16="http://schemas.microsoft.com/office/drawing/2014/main" id="{3D85035E-D361-6BB5-4024-CED8EC73C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6" name="Rectangle 190">
              <a:extLst>
                <a:ext uri="{FF2B5EF4-FFF2-40B4-BE49-F238E27FC236}">
                  <a16:creationId xmlns:a16="http://schemas.microsoft.com/office/drawing/2014/main" id="{FE16FFA7-5E90-188F-5A44-456AFA060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7" name="Rectangle 191">
              <a:extLst>
                <a:ext uri="{FF2B5EF4-FFF2-40B4-BE49-F238E27FC236}">
                  <a16:creationId xmlns:a16="http://schemas.microsoft.com/office/drawing/2014/main" id="{C1073DB3-974F-C4BB-703E-E66BF4C7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8" name="Rectangle 192">
              <a:extLst>
                <a:ext uri="{FF2B5EF4-FFF2-40B4-BE49-F238E27FC236}">
                  <a16:creationId xmlns:a16="http://schemas.microsoft.com/office/drawing/2014/main" id="{6205E15D-4E9E-E9AF-0E1B-1981F8901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9" name="Rectangle 193">
              <a:extLst>
                <a:ext uri="{FF2B5EF4-FFF2-40B4-BE49-F238E27FC236}">
                  <a16:creationId xmlns:a16="http://schemas.microsoft.com/office/drawing/2014/main" id="{3A31E308-A973-34FA-4FD1-BAA4DA0A5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0" name="Rectangle 194">
              <a:extLst>
                <a:ext uri="{FF2B5EF4-FFF2-40B4-BE49-F238E27FC236}">
                  <a16:creationId xmlns:a16="http://schemas.microsoft.com/office/drawing/2014/main" id="{DE48151F-514E-E31B-472A-4BDD9815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0" name="Group 195">
            <a:extLst>
              <a:ext uri="{FF2B5EF4-FFF2-40B4-BE49-F238E27FC236}">
                <a16:creationId xmlns:a16="http://schemas.microsoft.com/office/drawing/2014/main" id="{74B27070-3705-85DD-699C-4CFCC7009DB4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1600200"/>
            <a:ext cx="1474788" cy="1463675"/>
            <a:chOff x="262" y="1078"/>
            <a:chExt cx="929" cy="922"/>
          </a:xfrm>
        </p:grpSpPr>
        <p:sp>
          <p:nvSpPr>
            <p:cNvPr id="44243" name="Rectangle 196">
              <a:extLst>
                <a:ext uri="{FF2B5EF4-FFF2-40B4-BE49-F238E27FC236}">
                  <a16:creationId xmlns:a16="http://schemas.microsoft.com/office/drawing/2014/main" id="{C3F87AF8-2068-2F0C-919D-CE4E0B43E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4" name="Rectangle 197">
              <a:extLst>
                <a:ext uri="{FF2B5EF4-FFF2-40B4-BE49-F238E27FC236}">
                  <a16:creationId xmlns:a16="http://schemas.microsoft.com/office/drawing/2014/main" id="{38C5CB57-3001-B01A-7C41-16C92E7E5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5" name="Rectangle 198">
              <a:extLst>
                <a:ext uri="{FF2B5EF4-FFF2-40B4-BE49-F238E27FC236}">
                  <a16:creationId xmlns:a16="http://schemas.microsoft.com/office/drawing/2014/main" id="{37A3587B-22AE-BAD1-B105-3E5FAEF24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6" name="Rectangle 199">
              <a:extLst>
                <a:ext uri="{FF2B5EF4-FFF2-40B4-BE49-F238E27FC236}">
                  <a16:creationId xmlns:a16="http://schemas.microsoft.com/office/drawing/2014/main" id="{47CA8F15-F60F-AD5B-2DA8-FF3BE258D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7" name="Rectangle 200">
              <a:extLst>
                <a:ext uri="{FF2B5EF4-FFF2-40B4-BE49-F238E27FC236}">
                  <a16:creationId xmlns:a16="http://schemas.microsoft.com/office/drawing/2014/main" id="{4DFBED4A-279B-FC46-B8A7-19B9273BB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8" name="Rectangle 201">
              <a:extLst>
                <a:ext uri="{FF2B5EF4-FFF2-40B4-BE49-F238E27FC236}">
                  <a16:creationId xmlns:a16="http://schemas.microsoft.com/office/drawing/2014/main" id="{6231FC8D-20E4-3FBC-AB9C-CE333A2BE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9" name="Rectangle 202">
              <a:extLst>
                <a:ext uri="{FF2B5EF4-FFF2-40B4-BE49-F238E27FC236}">
                  <a16:creationId xmlns:a16="http://schemas.microsoft.com/office/drawing/2014/main" id="{CB51B731-F8E7-7F2D-D519-782DFE0C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0" name="Rectangle 203">
              <a:extLst>
                <a:ext uri="{FF2B5EF4-FFF2-40B4-BE49-F238E27FC236}">
                  <a16:creationId xmlns:a16="http://schemas.microsoft.com/office/drawing/2014/main" id="{3D8CA35D-4720-522C-ED7A-A11115BFD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1" name="Rectangle 204">
              <a:extLst>
                <a:ext uri="{FF2B5EF4-FFF2-40B4-BE49-F238E27FC236}">
                  <a16:creationId xmlns:a16="http://schemas.microsoft.com/office/drawing/2014/main" id="{632BEBA3-F4DE-86F7-CCB4-DC8D88378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" name="Group 205">
            <a:extLst>
              <a:ext uri="{FF2B5EF4-FFF2-40B4-BE49-F238E27FC236}">
                <a16:creationId xmlns:a16="http://schemas.microsoft.com/office/drawing/2014/main" id="{BB389E55-C74C-D9B2-8971-963A200590C2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1600200"/>
            <a:ext cx="1474788" cy="1463675"/>
            <a:chOff x="262" y="1078"/>
            <a:chExt cx="929" cy="922"/>
          </a:xfrm>
        </p:grpSpPr>
        <p:sp>
          <p:nvSpPr>
            <p:cNvPr id="44234" name="Rectangle 206">
              <a:extLst>
                <a:ext uri="{FF2B5EF4-FFF2-40B4-BE49-F238E27FC236}">
                  <a16:creationId xmlns:a16="http://schemas.microsoft.com/office/drawing/2014/main" id="{5225FA9F-49A1-E970-393B-D3DA4BC2E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5" name="Rectangle 207">
              <a:extLst>
                <a:ext uri="{FF2B5EF4-FFF2-40B4-BE49-F238E27FC236}">
                  <a16:creationId xmlns:a16="http://schemas.microsoft.com/office/drawing/2014/main" id="{EB596A9B-50A5-B9AB-59C7-807404A4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6" name="Rectangle 208">
              <a:extLst>
                <a:ext uri="{FF2B5EF4-FFF2-40B4-BE49-F238E27FC236}">
                  <a16:creationId xmlns:a16="http://schemas.microsoft.com/office/drawing/2014/main" id="{4B1F781B-6285-FEFE-B2F8-FF82DFAAB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7" name="Rectangle 209">
              <a:extLst>
                <a:ext uri="{FF2B5EF4-FFF2-40B4-BE49-F238E27FC236}">
                  <a16:creationId xmlns:a16="http://schemas.microsoft.com/office/drawing/2014/main" id="{E800975C-108F-8D1F-6BB2-7EAEBBA91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8" name="Rectangle 210">
              <a:extLst>
                <a:ext uri="{FF2B5EF4-FFF2-40B4-BE49-F238E27FC236}">
                  <a16:creationId xmlns:a16="http://schemas.microsoft.com/office/drawing/2014/main" id="{541DCA52-A878-A11A-AF94-282864372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9" name="Rectangle 211">
              <a:extLst>
                <a:ext uri="{FF2B5EF4-FFF2-40B4-BE49-F238E27FC236}">
                  <a16:creationId xmlns:a16="http://schemas.microsoft.com/office/drawing/2014/main" id="{20005F97-F641-27E1-582D-4F8AEFD32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0" name="Rectangle 212">
              <a:extLst>
                <a:ext uri="{FF2B5EF4-FFF2-40B4-BE49-F238E27FC236}">
                  <a16:creationId xmlns:a16="http://schemas.microsoft.com/office/drawing/2014/main" id="{FB5ADD95-6EBC-DF47-405B-62E2DAE10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1" name="Rectangle 213">
              <a:extLst>
                <a:ext uri="{FF2B5EF4-FFF2-40B4-BE49-F238E27FC236}">
                  <a16:creationId xmlns:a16="http://schemas.microsoft.com/office/drawing/2014/main" id="{42FE6B8D-3674-B48E-3DCD-60273CC0F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42" name="Rectangle 214">
              <a:extLst>
                <a:ext uri="{FF2B5EF4-FFF2-40B4-BE49-F238E27FC236}">
                  <a16:creationId xmlns:a16="http://schemas.microsoft.com/office/drawing/2014/main" id="{D76FEAB9-A027-D642-3394-487DC1A65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2" name="Group 215">
            <a:extLst>
              <a:ext uri="{FF2B5EF4-FFF2-40B4-BE49-F238E27FC236}">
                <a16:creationId xmlns:a16="http://schemas.microsoft.com/office/drawing/2014/main" id="{2AA7449B-ED76-365D-CA45-FC795520A738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1600200"/>
            <a:ext cx="1474788" cy="1463675"/>
            <a:chOff x="262" y="1078"/>
            <a:chExt cx="929" cy="922"/>
          </a:xfrm>
        </p:grpSpPr>
        <p:sp>
          <p:nvSpPr>
            <p:cNvPr id="44225" name="Rectangle 216">
              <a:extLst>
                <a:ext uri="{FF2B5EF4-FFF2-40B4-BE49-F238E27FC236}">
                  <a16:creationId xmlns:a16="http://schemas.microsoft.com/office/drawing/2014/main" id="{CF9A228E-2704-B301-DE15-A07B1048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6" name="Rectangle 217">
              <a:extLst>
                <a:ext uri="{FF2B5EF4-FFF2-40B4-BE49-F238E27FC236}">
                  <a16:creationId xmlns:a16="http://schemas.microsoft.com/office/drawing/2014/main" id="{694ED0D1-B3B8-BF17-55EE-4157B812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7" name="Rectangle 218">
              <a:extLst>
                <a:ext uri="{FF2B5EF4-FFF2-40B4-BE49-F238E27FC236}">
                  <a16:creationId xmlns:a16="http://schemas.microsoft.com/office/drawing/2014/main" id="{D11493E2-4E9B-8464-9488-BB4A34967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8" name="Rectangle 219">
              <a:extLst>
                <a:ext uri="{FF2B5EF4-FFF2-40B4-BE49-F238E27FC236}">
                  <a16:creationId xmlns:a16="http://schemas.microsoft.com/office/drawing/2014/main" id="{AD13EF1F-3285-2B5A-11CC-D1FAD479E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9" name="Rectangle 220">
              <a:extLst>
                <a:ext uri="{FF2B5EF4-FFF2-40B4-BE49-F238E27FC236}">
                  <a16:creationId xmlns:a16="http://schemas.microsoft.com/office/drawing/2014/main" id="{AAA96AAE-2BBA-35BF-8899-6E79E0FE2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0" name="Rectangle 221">
              <a:extLst>
                <a:ext uri="{FF2B5EF4-FFF2-40B4-BE49-F238E27FC236}">
                  <a16:creationId xmlns:a16="http://schemas.microsoft.com/office/drawing/2014/main" id="{D77758CA-4ED7-F14B-B833-AB77B22F2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1" name="Rectangle 222">
              <a:extLst>
                <a:ext uri="{FF2B5EF4-FFF2-40B4-BE49-F238E27FC236}">
                  <a16:creationId xmlns:a16="http://schemas.microsoft.com/office/drawing/2014/main" id="{593528CC-9483-685C-609D-EDB2EE7CD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2" name="Rectangle 223">
              <a:extLst>
                <a:ext uri="{FF2B5EF4-FFF2-40B4-BE49-F238E27FC236}">
                  <a16:creationId xmlns:a16="http://schemas.microsoft.com/office/drawing/2014/main" id="{884E383D-062F-073A-4931-33A57F8A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33" name="Rectangle 224">
              <a:extLst>
                <a:ext uri="{FF2B5EF4-FFF2-40B4-BE49-F238E27FC236}">
                  <a16:creationId xmlns:a16="http://schemas.microsoft.com/office/drawing/2014/main" id="{9909F635-DFD3-BBAA-D711-C3C1DF675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3" name="Group 225">
            <a:extLst>
              <a:ext uri="{FF2B5EF4-FFF2-40B4-BE49-F238E27FC236}">
                <a16:creationId xmlns:a16="http://schemas.microsoft.com/office/drawing/2014/main" id="{1D457EF8-A9BC-00FA-5496-25D189855198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1104900"/>
            <a:ext cx="1474788" cy="1463675"/>
            <a:chOff x="262" y="1078"/>
            <a:chExt cx="929" cy="922"/>
          </a:xfrm>
        </p:grpSpPr>
        <p:sp>
          <p:nvSpPr>
            <p:cNvPr id="44216" name="Rectangle 226">
              <a:extLst>
                <a:ext uri="{FF2B5EF4-FFF2-40B4-BE49-F238E27FC236}">
                  <a16:creationId xmlns:a16="http://schemas.microsoft.com/office/drawing/2014/main" id="{8EABA16A-8404-E638-ECEB-31196789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7" name="Rectangle 227">
              <a:extLst>
                <a:ext uri="{FF2B5EF4-FFF2-40B4-BE49-F238E27FC236}">
                  <a16:creationId xmlns:a16="http://schemas.microsoft.com/office/drawing/2014/main" id="{2E5443BF-E5C4-DAAA-B59E-E143D72F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8" name="Rectangle 228">
              <a:extLst>
                <a:ext uri="{FF2B5EF4-FFF2-40B4-BE49-F238E27FC236}">
                  <a16:creationId xmlns:a16="http://schemas.microsoft.com/office/drawing/2014/main" id="{5893A53C-206F-E24D-0EB6-B55AF85F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9" name="Rectangle 229">
              <a:extLst>
                <a:ext uri="{FF2B5EF4-FFF2-40B4-BE49-F238E27FC236}">
                  <a16:creationId xmlns:a16="http://schemas.microsoft.com/office/drawing/2014/main" id="{0E8939F8-F657-83F1-E16A-AD056B16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0" name="Rectangle 230">
              <a:extLst>
                <a:ext uri="{FF2B5EF4-FFF2-40B4-BE49-F238E27FC236}">
                  <a16:creationId xmlns:a16="http://schemas.microsoft.com/office/drawing/2014/main" id="{E2210520-2944-4773-EB22-CE4B17985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1" name="Rectangle 231">
              <a:extLst>
                <a:ext uri="{FF2B5EF4-FFF2-40B4-BE49-F238E27FC236}">
                  <a16:creationId xmlns:a16="http://schemas.microsoft.com/office/drawing/2014/main" id="{29EB2F5C-B132-46A7-FC40-EA7449D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2" name="Rectangle 232">
              <a:extLst>
                <a:ext uri="{FF2B5EF4-FFF2-40B4-BE49-F238E27FC236}">
                  <a16:creationId xmlns:a16="http://schemas.microsoft.com/office/drawing/2014/main" id="{E8A165D0-46D4-F77D-1B1F-5814E6105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3" name="Rectangle 233">
              <a:extLst>
                <a:ext uri="{FF2B5EF4-FFF2-40B4-BE49-F238E27FC236}">
                  <a16:creationId xmlns:a16="http://schemas.microsoft.com/office/drawing/2014/main" id="{7C9765A8-A9FC-B3A6-7916-9870D2DB9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24" name="Rectangle 234">
              <a:extLst>
                <a:ext uri="{FF2B5EF4-FFF2-40B4-BE49-F238E27FC236}">
                  <a16:creationId xmlns:a16="http://schemas.microsoft.com/office/drawing/2014/main" id="{D8C422F1-B1C2-08E0-9A4E-2D99E14D3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4" name="Group 235">
            <a:extLst>
              <a:ext uri="{FF2B5EF4-FFF2-40B4-BE49-F238E27FC236}">
                <a16:creationId xmlns:a16="http://schemas.microsoft.com/office/drawing/2014/main" id="{8A02C483-A9E5-841C-4807-3A1DCE83AED4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1104900"/>
            <a:ext cx="1474788" cy="1463675"/>
            <a:chOff x="262" y="1078"/>
            <a:chExt cx="929" cy="922"/>
          </a:xfrm>
        </p:grpSpPr>
        <p:sp>
          <p:nvSpPr>
            <p:cNvPr id="44207" name="Rectangle 236">
              <a:extLst>
                <a:ext uri="{FF2B5EF4-FFF2-40B4-BE49-F238E27FC236}">
                  <a16:creationId xmlns:a16="http://schemas.microsoft.com/office/drawing/2014/main" id="{48E91987-754F-06C2-A73C-39EC3EE5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8" name="Rectangle 237">
              <a:extLst>
                <a:ext uri="{FF2B5EF4-FFF2-40B4-BE49-F238E27FC236}">
                  <a16:creationId xmlns:a16="http://schemas.microsoft.com/office/drawing/2014/main" id="{3F40E92B-F77D-0EC7-91F5-5C9ED5EBB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9" name="Rectangle 238">
              <a:extLst>
                <a:ext uri="{FF2B5EF4-FFF2-40B4-BE49-F238E27FC236}">
                  <a16:creationId xmlns:a16="http://schemas.microsoft.com/office/drawing/2014/main" id="{EE79A447-2E7B-B34A-D787-6A798871D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0" name="Rectangle 239">
              <a:extLst>
                <a:ext uri="{FF2B5EF4-FFF2-40B4-BE49-F238E27FC236}">
                  <a16:creationId xmlns:a16="http://schemas.microsoft.com/office/drawing/2014/main" id="{B11EBBBB-B475-DFB3-9C9E-D11087C25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1" name="Rectangle 240">
              <a:extLst>
                <a:ext uri="{FF2B5EF4-FFF2-40B4-BE49-F238E27FC236}">
                  <a16:creationId xmlns:a16="http://schemas.microsoft.com/office/drawing/2014/main" id="{298EE0F4-57DB-F63D-CE3F-67B2BF25D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2" name="Rectangle 241">
              <a:extLst>
                <a:ext uri="{FF2B5EF4-FFF2-40B4-BE49-F238E27FC236}">
                  <a16:creationId xmlns:a16="http://schemas.microsoft.com/office/drawing/2014/main" id="{E38A8E88-1ABC-62F6-71B0-6A2F395D3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3" name="Rectangle 242">
              <a:extLst>
                <a:ext uri="{FF2B5EF4-FFF2-40B4-BE49-F238E27FC236}">
                  <a16:creationId xmlns:a16="http://schemas.microsoft.com/office/drawing/2014/main" id="{4BD4A961-ED56-77A5-721B-C2975ABB2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4" name="Rectangle 243">
              <a:extLst>
                <a:ext uri="{FF2B5EF4-FFF2-40B4-BE49-F238E27FC236}">
                  <a16:creationId xmlns:a16="http://schemas.microsoft.com/office/drawing/2014/main" id="{3FDC5F3D-2CAE-92CD-A9D2-48EC8786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15" name="Rectangle 244">
              <a:extLst>
                <a:ext uri="{FF2B5EF4-FFF2-40B4-BE49-F238E27FC236}">
                  <a16:creationId xmlns:a16="http://schemas.microsoft.com/office/drawing/2014/main" id="{CC9DBA9A-94A5-F712-60A7-514C05412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" name="Group 245">
            <a:extLst>
              <a:ext uri="{FF2B5EF4-FFF2-40B4-BE49-F238E27FC236}">
                <a16:creationId xmlns:a16="http://schemas.microsoft.com/office/drawing/2014/main" id="{5501BF21-B57B-14A5-58D2-95B4A32183CF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1104900"/>
            <a:ext cx="1474787" cy="1463675"/>
            <a:chOff x="262" y="1078"/>
            <a:chExt cx="929" cy="922"/>
          </a:xfrm>
        </p:grpSpPr>
        <p:sp>
          <p:nvSpPr>
            <p:cNvPr id="44198" name="Rectangle 246">
              <a:extLst>
                <a:ext uri="{FF2B5EF4-FFF2-40B4-BE49-F238E27FC236}">
                  <a16:creationId xmlns:a16="http://schemas.microsoft.com/office/drawing/2014/main" id="{9B68FB67-8BB7-ADA1-5EB2-4BF761DF8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9" name="Rectangle 247">
              <a:extLst>
                <a:ext uri="{FF2B5EF4-FFF2-40B4-BE49-F238E27FC236}">
                  <a16:creationId xmlns:a16="http://schemas.microsoft.com/office/drawing/2014/main" id="{2B162F94-E9D7-FE2F-7F80-28C949EC2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0" name="Rectangle 248">
              <a:extLst>
                <a:ext uri="{FF2B5EF4-FFF2-40B4-BE49-F238E27FC236}">
                  <a16:creationId xmlns:a16="http://schemas.microsoft.com/office/drawing/2014/main" id="{10DA9504-A3E0-84A7-30FF-55211D405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1" name="Rectangle 249">
              <a:extLst>
                <a:ext uri="{FF2B5EF4-FFF2-40B4-BE49-F238E27FC236}">
                  <a16:creationId xmlns:a16="http://schemas.microsoft.com/office/drawing/2014/main" id="{270F33C1-1B97-2114-2BE7-103924697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2" name="Rectangle 250">
              <a:extLst>
                <a:ext uri="{FF2B5EF4-FFF2-40B4-BE49-F238E27FC236}">
                  <a16:creationId xmlns:a16="http://schemas.microsoft.com/office/drawing/2014/main" id="{C273E5E9-836A-75F3-00AB-AE6BBD602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3" name="Rectangle 251">
              <a:extLst>
                <a:ext uri="{FF2B5EF4-FFF2-40B4-BE49-F238E27FC236}">
                  <a16:creationId xmlns:a16="http://schemas.microsoft.com/office/drawing/2014/main" id="{9748F30E-1C55-BA80-1BC5-6A4A6B471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4" name="Rectangle 252">
              <a:extLst>
                <a:ext uri="{FF2B5EF4-FFF2-40B4-BE49-F238E27FC236}">
                  <a16:creationId xmlns:a16="http://schemas.microsoft.com/office/drawing/2014/main" id="{A0F6888C-8FF2-5C81-47E6-2A868633C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5" name="Rectangle 253">
              <a:extLst>
                <a:ext uri="{FF2B5EF4-FFF2-40B4-BE49-F238E27FC236}">
                  <a16:creationId xmlns:a16="http://schemas.microsoft.com/office/drawing/2014/main" id="{B294BBA0-A97F-C4B0-4E90-2293773C3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06" name="Rectangle 254">
              <a:extLst>
                <a:ext uri="{FF2B5EF4-FFF2-40B4-BE49-F238E27FC236}">
                  <a16:creationId xmlns:a16="http://schemas.microsoft.com/office/drawing/2014/main" id="{1F4BEDA6-F288-5227-B84F-4D45B4A78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6" name="Group 255">
            <a:extLst>
              <a:ext uri="{FF2B5EF4-FFF2-40B4-BE49-F238E27FC236}">
                <a16:creationId xmlns:a16="http://schemas.microsoft.com/office/drawing/2014/main" id="{452859C2-E9D1-3FE2-EBC3-BE636E4A24A3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1104900"/>
            <a:ext cx="1474787" cy="1463675"/>
            <a:chOff x="262" y="1078"/>
            <a:chExt cx="929" cy="922"/>
          </a:xfrm>
        </p:grpSpPr>
        <p:sp>
          <p:nvSpPr>
            <p:cNvPr id="44189" name="Rectangle 256">
              <a:extLst>
                <a:ext uri="{FF2B5EF4-FFF2-40B4-BE49-F238E27FC236}">
                  <a16:creationId xmlns:a16="http://schemas.microsoft.com/office/drawing/2014/main" id="{9958B3BB-E3FF-9509-9DFC-CF9B931DF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0" name="Rectangle 257">
              <a:extLst>
                <a:ext uri="{FF2B5EF4-FFF2-40B4-BE49-F238E27FC236}">
                  <a16:creationId xmlns:a16="http://schemas.microsoft.com/office/drawing/2014/main" id="{6F4F94CF-02F1-9388-265D-A3F26D271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1" name="Rectangle 258">
              <a:extLst>
                <a:ext uri="{FF2B5EF4-FFF2-40B4-BE49-F238E27FC236}">
                  <a16:creationId xmlns:a16="http://schemas.microsoft.com/office/drawing/2014/main" id="{A4973C21-8265-B6EE-CABD-69C3AFBAE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2" name="Rectangle 259">
              <a:extLst>
                <a:ext uri="{FF2B5EF4-FFF2-40B4-BE49-F238E27FC236}">
                  <a16:creationId xmlns:a16="http://schemas.microsoft.com/office/drawing/2014/main" id="{E7A60E18-F839-1A74-0CA7-02EB3067A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3" name="Rectangle 260">
              <a:extLst>
                <a:ext uri="{FF2B5EF4-FFF2-40B4-BE49-F238E27FC236}">
                  <a16:creationId xmlns:a16="http://schemas.microsoft.com/office/drawing/2014/main" id="{DD776AAF-5B1A-E294-0589-84A25D649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4" name="Rectangle 261">
              <a:extLst>
                <a:ext uri="{FF2B5EF4-FFF2-40B4-BE49-F238E27FC236}">
                  <a16:creationId xmlns:a16="http://schemas.microsoft.com/office/drawing/2014/main" id="{71059DBB-B8F6-08A7-52D6-AE49EE6F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5" name="Rectangle 262">
              <a:extLst>
                <a:ext uri="{FF2B5EF4-FFF2-40B4-BE49-F238E27FC236}">
                  <a16:creationId xmlns:a16="http://schemas.microsoft.com/office/drawing/2014/main" id="{0A1CC83F-691C-8BDE-C33E-C5B673AAD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6" name="Rectangle 263">
              <a:extLst>
                <a:ext uri="{FF2B5EF4-FFF2-40B4-BE49-F238E27FC236}">
                  <a16:creationId xmlns:a16="http://schemas.microsoft.com/office/drawing/2014/main" id="{68C6A9DE-5451-A5ED-26B8-3B5DD6F14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7" name="Rectangle 264">
              <a:extLst>
                <a:ext uri="{FF2B5EF4-FFF2-40B4-BE49-F238E27FC236}">
                  <a16:creationId xmlns:a16="http://schemas.microsoft.com/office/drawing/2014/main" id="{CD585F95-D1B3-9FEA-0E25-198ABC6F3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" name="Group 265">
            <a:extLst>
              <a:ext uri="{FF2B5EF4-FFF2-40B4-BE49-F238E27FC236}">
                <a16:creationId xmlns:a16="http://schemas.microsoft.com/office/drawing/2014/main" id="{99EC2D40-3233-46BB-2749-3A66D43B933D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1104900"/>
            <a:ext cx="1474787" cy="1463675"/>
            <a:chOff x="262" y="1078"/>
            <a:chExt cx="929" cy="922"/>
          </a:xfrm>
        </p:grpSpPr>
        <p:sp>
          <p:nvSpPr>
            <p:cNvPr id="44180" name="Rectangle 266">
              <a:extLst>
                <a:ext uri="{FF2B5EF4-FFF2-40B4-BE49-F238E27FC236}">
                  <a16:creationId xmlns:a16="http://schemas.microsoft.com/office/drawing/2014/main" id="{31698AEB-4994-0AF9-6F3F-57B5D84B6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1" name="Rectangle 267">
              <a:extLst>
                <a:ext uri="{FF2B5EF4-FFF2-40B4-BE49-F238E27FC236}">
                  <a16:creationId xmlns:a16="http://schemas.microsoft.com/office/drawing/2014/main" id="{71A0B956-0904-6A48-48E4-AE7A0352A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2" name="Rectangle 268">
              <a:extLst>
                <a:ext uri="{FF2B5EF4-FFF2-40B4-BE49-F238E27FC236}">
                  <a16:creationId xmlns:a16="http://schemas.microsoft.com/office/drawing/2014/main" id="{90C764FE-B5E0-2BC3-9040-3F3BED27C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3" name="Rectangle 269">
              <a:extLst>
                <a:ext uri="{FF2B5EF4-FFF2-40B4-BE49-F238E27FC236}">
                  <a16:creationId xmlns:a16="http://schemas.microsoft.com/office/drawing/2014/main" id="{B6B9B133-E4C2-A749-51BE-87434857C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4" name="Rectangle 270">
              <a:extLst>
                <a:ext uri="{FF2B5EF4-FFF2-40B4-BE49-F238E27FC236}">
                  <a16:creationId xmlns:a16="http://schemas.microsoft.com/office/drawing/2014/main" id="{4E2D5BD6-68D7-E9A9-C215-E558C2B75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5" name="Rectangle 271">
              <a:extLst>
                <a:ext uri="{FF2B5EF4-FFF2-40B4-BE49-F238E27FC236}">
                  <a16:creationId xmlns:a16="http://schemas.microsoft.com/office/drawing/2014/main" id="{2F06FBD1-4E17-7E92-929F-037F8949F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6" name="Rectangle 272">
              <a:extLst>
                <a:ext uri="{FF2B5EF4-FFF2-40B4-BE49-F238E27FC236}">
                  <a16:creationId xmlns:a16="http://schemas.microsoft.com/office/drawing/2014/main" id="{B3E99FFF-0F5A-65CA-8389-5D69F6C33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7" name="Rectangle 273">
              <a:extLst>
                <a:ext uri="{FF2B5EF4-FFF2-40B4-BE49-F238E27FC236}">
                  <a16:creationId xmlns:a16="http://schemas.microsoft.com/office/drawing/2014/main" id="{0A019248-FECB-CE25-D53C-9823BA45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8" name="Rectangle 274">
              <a:extLst>
                <a:ext uri="{FF2B5EF4-FFF2-40B4-BE49-F238E27FC236}">
                  <a16:creationId xmlns:a16="http://schemas.microsoft.com/office/drawing/2014/main" id="{51E9ABC7-9610-A12E-7A86-46A9B9EBE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" name="Group 275">
            <a:extLst>
              <a:ext uri="{FF2B5EF4-FFF2-40B4-BE49-F238E27FC236}">
                <a16:creationId xmlns:a16="http://schemas.microsoft.com/office/drawing/2014/main" id="{1A8E7A8E-9521-CF3C-16BC-417F1B7C2BF4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1104900"/>
            <a:ext cx="1474788" cy="1463675"/>
            <a:chOff x="262" y="1078"/>
            <a:chExt cx="929" cy="922"/>
          </a:xfrm>
        </p:grpSpPr>
        <p:sp>
          <p:nvSpPr>
            <p:cNvPr id="44171" name="Rectangle 276">
              <a:extLst>
                <a:ext uri="{FF2B5EF4-FFF2-40B4-BE49-F238E27FC236}">
                  <a16:creationId xmlns:a16="http://schemas.microsoft.com/office/drawing/2014/main" id="{32E75E75-8B76-86FD-D608-AA0BA1481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2" name="Rectangle 277">
              <a:extLst>
                <a:ext uri="{FF2B5EF4-FFF2-40B4-BE49-F238E27FC236}">
                  <a16:creationId xmlns:a16="http://schemas.microsoft.com/office/drawing/2014/main" id="{5C1499AC-CFE7-3D27-C7DC-5DFD64F87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3" name="Rectangle 278">
              <a:extLst>
                <a:ext uri="{FF2B5EF4-FFF2-40B4-BE49-F238E27FC236}">
                  <a16:creationId xmlns:a16="http://schemas.microsoft.com/office/drawing/2014/main" id="{25F124F1-AAB8-0190-09AA-BC9A482C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4" name="Rectangle 279">
              <a:extLst>
                <a:ext uri="{FF2B5EF4-FFF2-40B4-BE49-F238E27FC236}">
                  <a16:creationId xmlns:a16="http://schemas.microsoft.com/office/drawing/2014/main" id="{1F4F4DAD-01CF-4150-7EE1-C385B043E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5" name="Rectangle 280">
              <a:extLst>
                <a:ext uri="{FF2B5EF4-FFF2-40B4-BE49-F238E27FC236}">
                  <a16:creationId xmlns:a16="http://schemas.microsoft.com/office/drawing/2014/main" id="{5DA46706-4496-CCB4-385D-58132B658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6" name="Rectangle 281">
              <a:extLst>
                <a:ext uri="{FF2B5EF4-FFF2-40B4-BE49-F238E27FC236}">
                  <a16:creationId xmlns:a16="http://schemas.microsoft.com/office/drawing/2014/main" id="{6546AA1C-DB48-139D-F659-D250BF046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7" name="Rectangle 282">
              <a:extLst>
                <a:ext uri="{FF2B5EF4-FFF2-40B4-BE49-F238E27FC236}">
                  <a16:creationId xmlns:a16="http://schemas.microsoft.com/office/drawing/2014/main" id="{555F1A13-226F-F97A-509B-0FAF3C222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8" name="Rectangle 283">
              <a:extLst>
                <a:ext uri="{FF2B5EF4-FFF2-40B4-BE49-F238E27FC236}">
                  <a16:creationId xmlns:a16="http://schemas.microsoft.com/office/drawing/2014/main" id="{2AE93D29-5C55-B096-7E63-3BDED3EE2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9" name="Rectangle 284">
              <a:extLst>
                <a:ext uri="{FF2B5EF4-FFF2-40B4-BE49-F238E27FC236}">
                  <a16:creationId xmlns:a16="http://schemas.microsoft.com/office/drawing/2014/main" id="{BEDD7E58-41C7-3689-0621-6C1A76FB2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" name="Group 285">
            <a:extLst>
              <a:ext uri="{FF2B5EF4-FFF2-40B4-BE49-F238E27FC236}">
                <a16:creationId xmlns:a16="http://schemas.microsoft.com/office/drawing/2014/main" id="{B928E36D-8DFB-A074-5912-A92E3E356F7C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1104900"/>
            <a:ext cx="1474788" cy="1463675"/>
            <a:chOff x="262" y="1078"/>
            <a:chExt cx="929" cy="922"/>
          </a:xfrm>
        </p:grpSpPr>
        <p:sp>
          <p:nvSpPr>
            <p:cNvPr id="32" name="Rectangle 286">
              <a:extLst>
                <a:ext uri="{FF2B5EF4-FFF2-40B4-BE49-F238E27FC236}">
                  <a16:creationId xmlns:a16="http://schemas.microsoft.com/office/drawing/2014/main" id="{75549AF2-4A4D-F440-D8CA-3AFE664D6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" name="Rectangle 287">
              <a:extLst>
                <a:ext uri="{FF2B5EF4-FFF2-40B4-BE49-F238E27FC236}">
                  <a16:creationId xmlns:a16="http://schemas.microsoft.com/office/drawing/2014/main" id="{6DD0FA21-047C-7977-A2F0-A684C50F3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" name="Rectangle 288">
              <a:extLst>
                <a:ext uri="{FF2B5EF4-FFF2-40B4-BE49-F238E27FC236}">
                  <a16:creationId xmlns:a16="http://schemas.microsoft.com/office/drawing/2014/main" id="{A4B1CBFD-2371-7B01-8424-0C7332843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" name="Rectangle 289">
              <a:extLst>
                <a:ext uri="{FF2B5EF4-FFF2-40B4-BE49-F238E27FC236}">
                  <a16:creationId xmlns:a16="http://schemas.microsoft.com/office/drawing/2014/main" id="{6E5DC6BD-A6B6-1E66-1B95-CDDBA718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" name="Rectangle 290">
              <a:extLst>
                <a:ext uri="{FF2B5EF4-FFF2-40B4-BE49-F238E27FC236}">
                  <a16:creationId xmlns:a16="http://schemas.microsoft.com/office/drawing/2014/main" id="{5D170122-AA31-FF04-EDC7-200EC30A1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" name="Rectangle 291">
              <a:extLst>
                <a:ext uri="{FF2B5EF4-FFF2-40B4-BE49-F238E27FC236}">
                  <a16:creationId xmlns:a16="http://schemas.microsoft.com/office/drawing/2014/main" id="{98C49B19-315E-4E72-866B-67C67B2EC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8" name="Rectangle 292">
              <a:extLst>
                <a:ext uri="{FF2B5EF4-FFF2-40B4-BE49-F238E27FC236}">
                  <a16:creationId xmlns:a16="http://schemas.microsoft.com/office/drawing/2014/main" id="{FEB57FD9-0865-8362-AA39-5FCC10CA1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9" name="Rectangle 293">
              <a:extLst>
                <a:ext uri="{FF2B5EF4-FFF2-40B4-BE49-F238E27FC236}">
                  <a16:creationId xmlns:a16="http://schemas.microsoft.com/office/drawing/2014/main" id="{AEA1509D-A60B-D7A5-C14F-FD6F6E5A1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0" name="Rectangle 294">
              <a:extLst>
                <a:ext uri="{FF2B5EF4-FFF2-40B4-BE49-F238E27FC236}">
                  <a16:creationId xmlns:a16="http://schemas.microsoft.com/office/drawing/2014/main" id="{EDA650F7-D9B9-DE0C-A34F-2196AB4EF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" name="Group 295">
            <a:extLst>
              <a:ext uri="{FF2B5EF4-FFF2-40B4-BE49-F238E27FC236}">
                <a16:creationId xmlns:a16="http://schemas.microsoft.com/office/drawing/2014/main" id="{C9CDFCDE-B68B-A09B-29E5-44C4C0185B32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1104900"/>
            <a:ext cx="1474788" cy="1463675"/>
            <a:chOff x="262" y="1078"/>
            <a:chExt cx="929" cy="922"/>
          </a:xfrm>
        </p:grpSpPr>
        <p:sp>
          <p:nvSpPr>
            <p:cNvPr id="44153" name="Rectangle 296">
              <a:extLst>
                <a:ext uri="{FF2B5EF4-FFF2-40B4-BE49-F238E27FC236}">
                  <a16:creationId xmlns:a16="http://schemas.microsoft.com/office/drawing/2014/main" id="{613CAD65-E187-297B-DB61-8A1105C1C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4" name="Rectangle 297">
              <a:extLst>
                <a:ext uri="{FF2B5EF4-FFF2-40B4-BE49-F238E27FC236}">
                  <a16:creationId xmlns:a16="http://schemas.microsoft.com/office/drawing/2014/main" id="{CCE63140-5771-26D0-CA6B-394C8B3E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5" name="Rectangle 298">
              <a:extLst>
                <a:ext uri="{FF2B5EF4-FFF2-40B4-BE49-F238E27FC236}">
                  <a16:creationId xmlns:a16="http://schemas.microsoft.com/office/drawing/2014/main" id="{E0D046E8-30C0-2E74-B901-BA68B3343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6" name="Rectangle 299">
              <a:extLst>
                <a:ext uri="{FF2B5EF4-FFF2-40B4-BE49-F238E27FC236}">
                  <a16:creationId xmlns:a16="http://schemas.microsoft.com/office/drawing/2014/main" id="{C169DF37-F7F0-F1F8-73A7-FAA5B9B50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7" name="Rectangle 300">
              <a:extLst>
                <a:ext uri="{FF2B5EF4-FFF2-40B4-BE49-F238E27FC236}">
                  <a16:creationId xmlns:a16="http://schemas.microsoft.com/office/drawing/2014/main" id="{437D8875-9E44-DCFF-7D27-791DDF5CA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8" name="Rectangle 301">
              <a:extLst>
                <a:ext uri="{FF2B5EF4-FFF2-40B4-BE49-F238E27FC236}">
                  <a16:creationId xmlns:a16="http://schemas.microsoft.com/office/drawing/2014/main" id="{919E3E76-023C-A9DB-BB3B-99A1D52DD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9" name="Rectangle 302">
              <a:extLst>
                <a:ext uri="{FF2B5EF4-FFF2-40B4-BE49-F238E27FC236}">
                  <a16:creationId xmlns:a16="http://schemas.microsoft.com/office/drawing/2014/main" id="{04F4D4AE-798F-6A78-0B70-C80B84152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" name="Rectangle 303">
              <a:extLst>
                <a:ext uri="{FF2B5EF4-FFF2-40B4-BE49-F238E27FC236}">
                  <a16:creationId xmlns:a16="http://schemas.microsoft.com/office/drawing/2014/main" id="{6A2C97C7-62DC-0740-A283-F88F435AA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" name="Rectangle 304">
              <a:extLst>
                <a:ext uri="{FF2B5EF4-FFF2-40B4-BE49-F238E27FC236}">
                  <a16:creationId xmlns:a16="http://schemas.microsoft.com/office/drawing/2014/main" id="{A6EF60AA-DF40-0338-FD7E-FB7D6C5E3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" name="Group 305">
            <a:extLst>
              <a:ext uri="{FF2B5EF4-FFF2-40B4-BE49-F238E27FC236}">
                <a16:creationId xmlns:a16="http://schemas.microsoft.com/office/drawing/2014/main" id="{B31CBD9D-E5C0-29B7-A22D-C2759B0E8E88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2098675"/>
            <a:ext cx="1474788" cy="1463675"/>
            <a:chOff x="262" y="1078"/>
            <a:chExt cx="929" cy="922"/>
          </a:xfrm>
        </p:grpSpPr>
        <p:sp>
          <p:nvSpPr>
            <p:cNvPr id="44144" name="Rectangle 306">
              <a:extLst>
                <a:ext uri="{FF2B5EF4-FFF2-40B4-BE49-F238E27FC236}">
                  <a16:creationId xmlns:a16="http://schemas.microsoft.com/office/drawing/2014/main" id="{8A4894C0-5749-9C69-7DAC-FDEF1462B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5" name="Rectangle 307">
              <a:extLst>
                <a:ext uri="{FF2B5EF4-FFF2-40B4-BE49-F238E27FC236}">
                  <a16:creationId xmlns:a16="http://schemas.microsoft.com/office/drawing/2014/main" id="{103915E6-D0B2-03AF-758C-62EAC6873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6" name="Rectangle 308">
              <a:extLst>
                <a:ext uri="{FF2B5EF4-FFF2-40B4-BE49-F238E27FC236}">
                  <a16:creationId xmlns:a16="http://schemas.microsoft.com/office/drawing/2014/main" id="{AA46982B-925C-AB35-DB7A-660EA7D39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7" name="Rectangle 309">
              <a:extLst>
                <a:ext uri="{FF2B5EF4-FFF2-40B4-BE49-F238E27FC236}">
                  <a16:creationId xmlns:a16="http://schemas.microsoft.com/office/drawing/2014/main" id="{F670A0DB-FC22-2AC7-1D24-4B3B041D9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8" name="Rectangle 310">
              <a:extLst>
                <a:ext uri="{FF2B5EF4-FFF2-40B4-BE49-F238E27FC236}">
                  <a16:creationId xmlns:a16="http://schemas.microsoft.com/office/drawing/2014/main" id="{C18A60C2-BFE1-6E4B-A750-CEE6E601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9" name="Rectangle 311">
              <a:extLst>
                <a:ext uri="{FF2B5EF4-FFF2-40B4-BE49-F238E27FC236}">
                  <a16:creationId xmlns:a16="http://schemas.microsoft.com/office/drawing/2014/main" id="{70825638-2C5B-BAF9-7072-4AC13B72F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0" name="Rectangle 312">
              <a:extLst>
                <a:ext uri="{FF2B5EF4-FFF2-40B4-BE49-F238E27FC236}">
                  <a16:creationId xmlns:a16="http://schemas.microsoft.com/office/drawing/2014/main" id="{2D3AF7F6-BF72-4CC5-9F54-0060F6F79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1" name="Rectangle 313">
              <a:extLst>
                <a:ext uri="{FF2B5EF4-FFF2-40B4-BE49-F238E27FC236}">
                  <a16:creationId xmlns:a16="http://schemas.microsoft.com/office/drawing/2014/main" id="{06B18E7E-68A0-D863-8D46-FAAE50A70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2" name="Rectangle 314">
              <a:extLst>
                <a:ext uri="{FF2B5EF4-FFF2-40B4-BE49-F238E27FC236}">
                  <a16:creationId xmlns:a16="http://schemas.microsoft.com/office/drawing/2014/main" id="{8440DB67-AD35-8A91-44A5-AE3A0F9AE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" name="Group 315">
            <a:extLst>
              <a:ext uri="{FF2B5EF4-FFF2-40B4-BE49-F238E27FC236}">
                <a16:creationId xmlns:a16="http://schemas.microsoft.com/office/drawing/2014/main" id="{645BC9BC-0003-2D40-5EF9-B5B0313C070D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2098675"/>
            <a:ext cx="1474788" cy="1463675"/>
            <a:chOff x="262" y="1078"/>
            <a:chExt cx="929" cy="922"/>
          </a:xfrm>
        </p:grpSpPr>
        <p:sp>
          <p:nvSpPr>
            <p:cNvPr id="44135" name="Rectangle 316">
              <a:extLst>
                <a:ext uri="{FF2B5EF4-FFF2-40B4-BE49-F238E27FC236}">
                  <a16:creationId xmlns:a16="http://schemas.microsoft.com/office/drawing/2014/main" id="{16F7AC73-F7F7-6DB2-1A8F-9A001180F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6" name="Rectangle 317">
              <a:extLst>
                <a:ext uri="{FF2B5EF4-FFF2-40B4-BE49-F238E27FC236}">
                  <a16:creationId xmlns:a16="http://schemas.microsoft.com/office/drawing/2014/main" id="{EBB8E71F-6925-1A8D-0F4C-4C03A8265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7" name="Rectangle 318">
              <a:extLst>
                <a:ext uri="{FF2B5EF4-FFF2-40B4-BE49-F238E27FC236}">
                  <a16:creationId xmlns:a16="http://schemas.microsoft.com/office/drawing/2014/main" id="{AA9D241B-5517-AA24-BF01-660F54B1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8" name="Rectangle 319">
              <a:extLst>
                <a:ext uri="{FF2B5EF4-FFF2-40B4-BE49-F238E27FC236}">
                  <a16:creationId xmlns:a16="http://schemas.microsoft.com/office/drawing/2014/main" id="{7AF144CC-EA17-8868-78BA-87CA62498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9" name="Rectangle 320">
              <a:extLst>
                <a:ext uri="{FF2B5EF4-FFF2-40B4-BE49-F238E27FC236}">
                  <a16:creationId xmlns:a16="http://schemas.microsoft.com/office/drawing/2014/main" id="{E98D917F-015B-5470-C9A4-DC7CA915B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0" name="Rectangle 321">
              <a:extLst>
                <a:ext uri="{FF2B5EF4-FFF2-40B4-BE49-F238E27FC236}">
                  <a16:creationId xmlns:a16="http://schemas.microsoft.com/office/drawing/2014/main" id="{04322DBD-274B-94C8-C353-59234278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1" name="Rectangle 322">
              <a:extLst>
                <a:ext uri="{FF2B5EF4-FFF2-40B4-BE49-F238E27FC236}">
                  <a16:creationId xmlns:a16="http://schemas.microsoft.com/office/drawing/2014/main" id="{1CB0AE40-096B-0916-8B33-9DBD9410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2" name="Rectangle 323">
              <a:extLst>
                <a:ext uri="{FF2B5EF4-FFF2-40B4-BE49-F238E27FC236}">
                  <a16:creationId xmlns:a16="http://schemas.microsoft.com/office/drawing/2014/main" id="{2034B5FB-7DAD-FAB8-1043-796617264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43" name="Rectangle 324">
              <a:extLst>
                <a:ext uri="{FF2B5EF4-FFF2-40B4-BE49-F238E27FC236}">
                  <a16:creationId xmlns:a16="http://schemas.microsoft.com/office/drawing/2014/main" id="{3DE1F669-8D07-6933-1C1A-42AEDCD5A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" name="Group 325">
            <a:extLst>
              <a:ext uri="{FF2B5EF4-FFF2-40B4-BE49-F238E27FC236}">
                <a16:creationId xmlns:a16="http://schemas.microsoft.com/office/drawing/2014/main" id="{7DBAA294-B405-AF23-94E3-37E735E8434B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2098675"/>
            <a:ext cx="1474787" cy="1463675"/>
            <a:chOff x="262" y="1078"/>
            <a:chExt cx="929" cy="922"/>
          </a:xfrm>
        </p:grpSpPr>
        <p:sp>
          <p:nvSpPr>
            <p:cNvPr id="40" name="Rectangle 326">
              <a:extLst>
                <a:ext uri="{FF2B5EF4-FFF2-40B4-BE49-F238E27FC236}">
                  <a16:creationId xmlns:a16="http://schemas.microsoft.com/office/drawing/2014/main" id="{2BC1EEB4-57FF-B42B-799D-58BE3A040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" name="Rectangle 327">
              <a:extLst>
                <a:ext uri="{FF2B5EF4-FFF2-40B4-BE49-F238E27FC236}">
                  <a16:creationId xmlns:a16="http://schemas.microsoft.com/office/drawing/2014/main" id="{D916D253-ABD8-225B-82B4-3959D7317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28" name="Rectangle 328">
              <a:extLst>
                <a:ext uri="{FF2B5EF4-FFF2-40B4-BE49-F238E27FC236}">
                  <a16:creationId xmlns:a16="http://schemas.microsoft.com/office/drawing/2014/main" id="{791B02D0-E414-A3BD-2A0E-AF4A5F32C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29" name="Rectangle 329">
              <a:extLst>
                <a:ext uri="{FF2B5EF4-FFF2-40B4-BE49-F238E27FC236}">
                  <a16:creationId xmlns:a16="http://schemas.microsoft.com/office/drawing/2014/main" id="{1ECB1159-5EE1-314B-63DA-4B0C28CDB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0" name="Rectangle 330">
              <a:extLst>
                <a:ext uri="{FF2B5EF4-FFF2-40B4-BE49-F238E27FC236}">
                  <a16:creationId xmlns:a16="http://schemas.microsoft.com/office/drawing/2014/main" id="{6148461D-AD89-94F3-19BD-C78D8BC42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1" name="Rectangle 331">
              <a:extLst>
                <a:ext uri="{FF2B5EF4-FFF2-40B4-BE49-F238E27FC236}">
                  <a16:creationId xmlns:a16="http://schemas.microsoft.com/office/drawing/2014/main" id="{F38BEB0F-4004-B152-DD22-853414BC9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2" name="Rectangle 332">
              <a:extLst>
                <a:ext uri="{FF2B5EF4-FFF2-40B4-BE49-F238E27FC236}">
                  <a16:creationId xmlns:a16="http://schemas.microsoft.com/office/drawing/2014/main" id="{DA8797F5-B66E-D6DA-7A8E-484C382CD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3" name="Rectangle 333">
              <a:extLst>
                <a:ext uri="{FF2B5EF4-FFF2-40B4-BE49-F238E27FC236}">
                  <a16:creationId xmlns:a16="http://schemas.microsoft.com/office/drawing/2014/main" id="{096FB21A-E281-B4CD-C02B-06A0942E8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34" name="Rectangle 334">
              <a:extLst>
                <a:ext uri="{FF2B5EF4-FFF2-40B4-BE49-F238E27FC236}">
                  <a16:creationId xmlns:a16="http://schemas.microsoft.com/office/drawing/2014/main" id="{317AEC30-40C6-4398-F1AF-89BFC5B4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4" name="Group 335">
            <a:extLst>
              <a:ext uri="{FF2B5EF4-FFF2-40B4-BE49-F238E27FC236}">
                <a16:creationId xmlns:a16="http://schemas.microsoft.com/office/drawing/2014/main" id="{33654B04-27F9-122E-1EA9-B2AB2DDB3441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2098675"/>
            <a:ext cx="1474787" cy="1463675"/>
            <a:chOff x="262" y="1078"/>
            <a:chExt cx="929" cy="922"/>
          </a:xfrm>
        </p:grpSpPr>
        <p:sp>
          <p:nvSpPr>
            <p:cNvPr id="42" name="Rectangle 336">
              <a:extLst>
                <a:ext uri="{FF2B5EF4-FFF2-40B4-BE49-F238E27FC236}">
                  <a16:creationId xmlns:a16="http://schemas.microsoft.com/office/drawing/2014/main" id="{9F8F6AF2-9FF6-F3C7-B3D0-BD5F9A725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" name="Rectangle 337">
              <a:extLst>
                <a:ext uri="{FF2B5EF4-FFF2-40B4-BE49-F238E27FC236}">
                  <a16:creationId xmlns:a16="http://schemas.microsoft.com/office/drawing/2014/main" id="{9506C142-FE03-CB38-2854-0DF93E3AB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" name="Rectangle 338">
              <a:extLst>
                <a:ext uri="{FF2B5EF4-FFF2-40B4-BE49-F238E27FC236}">
                  <a16:creationId xmlns:a16="http://schemas.microsoft.com/office/drawing/2014/main" id="{6E6FC660-F400-007E-4EDB-C6D981AF9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" name="Rectangle 339">
              <a:extLst>
                <a:ext uri="{FF2B5EF4-FFF2-40B4-BE49-F238E27FC236}">
                  <a16:creationId xmlns:a16="http://schemas.microsoft.com/office/drawing/2014/main" id="{7B3C804B-A09A-CCBF-7FFD-24B6DF44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" name="Rectangle 340">
              <a:extLst>
                <a:ext uri="{FF2B5EF4-FFF2-40B4-BE49-F238E27FC236}">
                  <a16:creationId xmlns:a16="http://schemas.microsoft.com/office/drawing/2014/main" id="{0471942D-5A3A-2537-7C3B-050EE94AA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" name="Rectangle 341">
              <a:extLst>
                <a:ext uri="{FF2B5EF4-FFF2-40B4-BE49-F238E27FC236}">
                  <a16:creationId xmlns:a16="http://schemas.microsoft.com/office/drawing/2014/main" id="{124802BA-BA5B-52BD-11B5-3470585BC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" name="Rectangle 342">
              <a:extLst>
                <a:ext uri="{FF2B5EF4-FFF2-40B4-BE49-F238E27FC236}">
                  <a16:creationId xmlns:a16="http://schemas.microsoft.com/office/drawing/2014/main" id="{30ED2566-17D6-5FAC-B9ED-1AC6411FD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" name="Rectangle 343">
              <a:extLst>
                <a:ext uri="{FF2B5EF4-FFF2-40B4-BE49-F238E27FC236}">
                  <a16:creationId xmlns:a16="http://schemas.microsoft.com/office/drawing/2014/main" id="{75FCA76E-3908-0B71-A38E-9C685780A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" name="Rectangle 344">
              <a:extLst>
                <a:ext uri="{FF2B5EF4-FFF2-40B4-BE49-F238E27FC236}">
                  <a16:creationId xmlns:a16="http://schemas.microsoft.com/office/drawing/2014/main" id="{3163E540-2D8A-B570-4D48-CD3CAC982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5" name="Group 345">
            <a:extLst>
              <a:ext uri="{FF2B5EF4-FFF2-40B4-BE49-F238E27FC236}">
                <a16:creationId xmlns:a16="http://schemas.microsoft.com/office/drawing/2014/main" id="{6C9C928E-8703-C6FE-8002-2D76D17A61AC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2098675"/>
            <a:ext cx="1474787" cy="1463675"/>
            <a:chOff x="262" y="1078"/>
            <a:chExt cx="929" cy="922"/>
          </a:xfrm>
        </p:grpSpPr>
        <p:sp>
          <p:nvSpPr>
            <p:cNvPr id="51" name="Rectangle 346">
              <a:extLst>
                <a:ext uri="{FF2B5EF4-FFF2-40B4-BE49-F238E27FC236}">
                  <a16:creationId xmlns:a16="http://schemas.microsoft.com/office/drawing/2014/main" id="{F2BFF244-3A86-3A97-ECA0-F10B5A477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" name="Rectangle 347">
              <a:extLst>
                <a:ext uri="{FF2B5EF4-FFF2-40B4-BE49-F238E27FC236}">
                  <a16:creationId xmlns:a16="http://schemas.microsoft.com/office/drawing/2014/main" id="{3A8D1B0F-16D1-5D05-18DD-CC3651701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" name="Rectangle 348">
              <a:extLst>
                <a:ext uri="{FF2B5EF4-FFF2-40B4-BE49-F238E27FC236}">
                  <a16:creationId xmlns:a16="http://schemas.microsoft.com/office/drawing/2014/main" id="{10A33715-9E6F-7908-50A1-758553227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" name="Rectangle 349">
              <a:extLst>
                <a:ext uri="{FF2B5EF4-FFF2-40B4-BE49-F238E27FC236}">
                  <a16:creationId xmlns:a16="http://schemas.microsoft.com/office/drawing/2014/main" id="{7BAA8125-659A-0E41-8DC1-1E5ECE839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" name="Rectangle 350">
              <a:extLst>
                <a:ext uri="{FF2B5EF4-FFF2-40B4-BE49-F238E27FC236}">
                  <a16:creationId xmlns:a16="http://schemas.microsoft.com/office/drawing/2014/main" id="{3FCCC12E-5A54-C3CD-B6DC-E7929AA28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" name="Rectangle 351">
              <a:extLst>
                <a:ext uri="{FF2B5EF4-FFF2-40B4-BE49-F238E27FC236}">
                  <a16:creationId xmlns:a16="http://schemas.microsoft.com/office/drawing/2014/main" id="{0CE2CB69-4786-F6B6-31D5-4A2EBB0C1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" name="Rectangle 352">
              <a:extLst>
                <a:ext uri="{FF2B5EF4-FFF2-40B4-BE49-F238E27FC236}">
                  <a16:creationId xmlns:a16="http://schemas.microsoft.com/office/drawing/2014/main" id="{8D2FDCB1-EE7B-E2E2-BBAF-2826C1A30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" name="Rectangle 353">
              <a:extLst>
                <a:ext uri="{FF2B5EF4-FFF2-40B4-BE49-F238E27FC236}">
                  <a16:creationId xmlns:a16="http://schemas.microsoft.com/office/drawing/2014/main" id="{890C12E5-4AD7-8F66-DDB6-A7019B8A4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" name="Rectangle 354">
              <a:extLst>
                <a:ext uri="{FF2B5EF4-FFF2-40B4-BE49-F238E27FC236}">
                  <a16:creationId xmlns:a16="http://schemas.microsoft.com/office/drawing/2014/main" id="{2A7E5269-49EB-EBCD-FDFA-FE7181156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" name="Group 355">
            <a:extLst>
              <a:ext uri="{FF2B5EF4-FFF2-40B4-BE49-F238E27FC236}">
                <a16:creationId xmlns:a16="http://schemas.microsoft.com/office/drawing/2014/main" id="{A1781810-9400-7061-D8A0-EE73F7BC0CB6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2098675"/>
            <a:ext cx="1474788" cy="1463675"/>
            <a:chOff x="262" y="1078"/>
            <a:chExt cx="929" cy="922"/>
          </a:xfrm>
        </p:grpSpPr>
        <p:sp>
          <p:nvSpPr>
            <p:cNvPr id="60" name="Rectangle 356">
              <a:extLst>
                <a:ext uri="{FF2B5EF4-FFF2-40B4-BE49-F238E27FC236}">
                  <a16:creationId xmlns:a16="http://schemas.microsoft.com/office/drawing/2014/main" id="{6B05927F-5CC0-3C4B-DE37-C95CB7794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" name="Rectangle 357">
              <a:extLst>
                <a:ext uri="{FF2B5EF4-FFF2-40B4-BE49-F238E27FC236}">
                  <a16:creationId xmlns:a16="http://schemas.microsoft.com/office/drawing/2014/main" id="{E27FCA88-D7CD-1AF0-5754-8A447F48D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" name="Rectangle 358">
              <a:extLst>
                <a:ext uri="{FF2B5EF4-FFF2-40B4-BE49-F238E27FC236}">
                  <a16:creationId xmlns:a16="http://schemas.microsoft.com/office/drawing/2014/main" id="{753495DC-1A1A-69B3-D744-D62D47DDB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3" name="Rectangle 359">
              <a:extLst>
                <a:ext uri="{FF2B5EF4-FFF2-40B4-BE49-F238E27FC236}">
                  <a16:creationId xmlns:a16="http://schemas.microsoft.com/office/drawing/2014/main" id="{D44E16D1-A4D5-B529-CC97-9F43E677E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03" name="Rectangle 360">
              <a:extLst>
                <a:ext uri="{FF2B5EF4-FFF2-40B4-BE49-F238E27FC236}">
                  <a16:creationId xmlns:a16="http://schemas.microsoft.com/office/drawing/2014/main" id="{35610DCC-7E6D-057E-810C-57F900823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08" name="Rectangle 361">
              <a:extLst>
                <a:ext uri="{FF2B5EF4-FFF2-40B4-BE49-F238E27FC236}">
                  <a16:creationId xmlns:a16="http://schemas.microsoft.com/office/drawing/2014/main" id="{B7B93EA4-4652-1B9E-67FE-B63A34E23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09" name="Rectangle 362">
              <a:extLst>
                <a:ext uri="{FF2B5EF4-FFF2-40B4-BE49-F238E27FC236}">
                  <a16:creationId xmlns:a16="http://schemas.microsoft.com/office/drawing/2014/main" id="{9BC89866-F8CA-711E-7AF9-A9668E629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15" name="Rectangle 363">
              <a:extLst>
                <a:ext uri="{FF2B5EF4-FFF2-40B4-BE49-F238E27FC236}">
                  <a16:creationId xmlns:a16="http://schemas.microsoft.com/office/drawing/2014/main" id="{374DA306-5068-8714-9102-FC6FACB89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16" name="Rectangle 364">
              <a:extLst>
                <a:ext uri="{FF2B5EF4-FFF2-40B4-BE49-F238E27FC236}">
                  <a16:creationId xmlns:a16="http://schemas.microsoft.com/office/drawing/2014/main" id="{DD23AB88-F7C4-51CB-70F6-F5F02725F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7" name="Group 365">
            <a:extLst>
              <a:ext uri="{FF2B5EF4-FFF2-40B4-BE49-F238E27FC236}">
                <a16:creationId xmlns:a16="http://schemas.microsoft.com/office/drawing/2014/main" id="{1CF69E33-75F1-B230-82CB-D88FE6B60CBF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2098675"/>
            <a:ext cx="1474788" cy="1463675"/>
            <a:chOff x="262" y="1078"/>
            <a:chExt cx="929" cy="922"/>
          </a:xfrm>
        </p:grpSpPr>
        <p:sp>
          <p:nvSpPr>
            <p:cNvPr id="44090" name="Rectangle 366">
              <a:extLst>
                <a:ext uri="{FF2B5EF4-FFF2-40B4-BE49-F238E27FC236}">
                  <a16:creationId xmlns:a16="http://schemas.microsoft.com/office/drawing/2014/main" id="{EB1E15A8-52DE-6A6C-D161-7047D7482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1" name="Rectangle 367">
              <a:extLst>
                <a:ext uri="{FF2B5EF4-FFF2-40B4-BE49-F238E27FC236}">
                  <a16:creationId xmlns:a16="http://schemas.microsoft.com/office/drawing/2014/main" id="{0A2636CC-9550-60CE-3045-F988BFBB2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2" name="Rectangle 368">
              <a:extLst>
                <a:ext uri="{FF2B5EF4-FFF2-40B4-BE49-F238E27FC236}">
                  <a16:creationId xmlns:a16="http://schemas.microsoft.com/office/drawing/2014/main" id="{A427FC1C-2022-B4C7-94EC-46FFE2A4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3" name="Rectangle 369">
              <a:extLst>
                <a:ext uri="{FF2B5EF4-FFF2-40B4-BE49-F238E27FC236}">
                  <a16:creationId xmlns:a16="http://schemas.microsoft.com/office/drawing/2014/main" id="{3437972C-F9BB-F0C6-388A-8D21F1025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4" name="Rectangle 370">
              <a:extLst>
                <a:ext uri="{FF2B5EF4-FFF2-40B4-BE49-F238E27FC236}">
                  <a16:creationId xmlns:a16="http://schemas.microsoft.com/office/drawing/2014/main" id="{560249A4-FC9D-726A-9FFF-5721203E5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5" name="Rectangle 371">
              <a:extLst>
                <a:ext uri="{FF2B5EF4-FFF2-40B4-BE49-F238E27FC236}">
                  <a16:creationId xmlns:a16="http://schemas.microsoft.com/office/drawing/2014/main" id="{4D4FC611-442E-ACAB-5D8D-79837425E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17" name="Rectangle 372">
              <a:extLst>
                <a:ext uri="{FF2B5EF4-FFF2-40B4-BE49-F238E27FC236}">
                  <a16:creationId xmlns:a16="http://schemas.microsoft.com/office/drawing/2014/main" id="{01D3C5C2-8DA4-9C83-FA3D-B98AD8845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18" name="Rectangle 373">
              <a:extLst>
                <a:ext uri="{FF2B5EF4-FFF2-40B4-BE49-F238E27FC236}">
                  <a16:creationId xmlns:a16="http://schemas.microsoft.com/office/drawing/2014/main" id="{F273C235-EA55-69A4-6A67-829E450DE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19" name="Rectangle 374">
              <a:extLst>
                <a:ext uri="{FF2B5EF4-FFF2-40B4-BE49-F238E27FC236}">
                  <a16:creationId xmlns:a16="http://schemas.microsoft.com/office/drawing/2014/main" id="{5839715D-E517-DB56-1688-1A4FB92BE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8" name="Group 375">
            <a:extLst>
              <a:ext uri="{FF2B5EF4-FFF2-40B4-BE49-F238E27FC236}">
                <a16:creationId xmlns:a16="http://schemas.microsoft.com/office/drawing/2014/main" id="{650E4548-BE2E-E14B-3726-25568F956E92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2098675"/>
            <a:ext cx="1474788" cy="1463675"/>
            <a:chOff x="262" y="1078"/>
            <a:chExt cx="929" cy="922"/>
          </a:xfrm>
        </p:grpSpPr>
        <p:sp>
          <p:nvSpPr>
            <p:cNvPr id="44081" name="Rectangle 376">
              <a:extLst>
                <a:ext uri="{FF2B5EF4-FFF2-40B4-BE49-F238E27FC236}">
                  <a16:creationId xmlns:a16="http://schemas.microsoft.com/office/drawing/2014/main" id="{21298592-6962-1331-6EE7-8A9F2EBD8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2" name="Rectangle 377">
              <a:extLst>
                <a:ext uri="{FF2B5EF4-FFF2-40B4-BE49-F238E27FC236}">
                  <a16:creationId xmlns:a16="http://schemas.microsoft.com/office/drawing/2014/main" id="{C9C7DC34-D676-B163-3826-27D8A619A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3" name="Rectangle 378">
              <a:extLst>
                <a:ext uri="{FF2B5EF4-FFF2-40B4-BE49-F238E27FC236}">
                  <a16:creationId xmlns:a16="http://schemas.microsoft.com/office/drawing/2014/main" id="{3BC55C24-9362-9908-8373-9BB936104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4" name="Rectangle 379">
              <a:extLst>
                <a:ext uri="{FF2B5EF4-FFF2-40B4-BE49-F238E27FC236}">
                  <a16:creationId xmlns:a16="http://schemas.microsoft.com/office/drawing/2014/main" id="{F3705839-3B66-05F1-AB3D-B20477B9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5" name="Rectangle 380">
              <a:extLst>
                <a:ext uri="{FF2B5EF4-FFF2-40B4-BE49-F238E27FC236}">
                  <a16:creationId xmlns:a16="http://schemas.microsoft.com/office/drawing/2014/main" id="{A50E9560-8349-3AE1-D495-E4A773DB0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6" name="Rectangle 381">
              <a:extLst>
                <a:ext uri="{FF2B5EF4-FFF2-40B4-BE49-F238E27FC236}">
                  <a16:creationId xmlns:a16="http://schemas.microsoft.com/office/drawing/2014/main" id="{9E729B01-40A4-3350-026E-D302901B1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7" name="Rectangle 382">
              <a:extLst>
                <a:ext uri="{FF2B5EF4-FFF2-40B4-BE49-F238E27FC236}">
                  <a16:creationId xmlns:a16="http://schemas.microsoft.com/office/drawing/2014/main" id="{81AC1AC5-AAAB-ED98-8214-25EDC9B2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8" name="Rectangle 383">
              <a:extLst>
                <a:ext uri="{FF2B5EF4-FFF2-40B4-BE49-F238E27FC236}">
                  <a16:creationId xmlns:a16="http://schemas.microsoft.com/office/drawing/2014/main" id="{3AC8BD86-A521-6DE1-BEBF-F1DF6716B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9" name="Rectangle 384">
              <a:extLst>
                <a:ext uri="{FF2B5EF4-FFF2-40B4-BE49-F238E27FC236}">
                  <a16:creationId xmlns:a16="http://schemas.microsoft.com/office/drawing/2014/main" id="{CC14B7D1-3F7D-8F7D-DB82-16DF44D17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" name="Group 385">
            <a:extLst>
              <a:ext uri="{FF2B5EF4-FFF2-40B4-BE49-F238E27FC236}">
                <a16:creationId xmlns:a16="http://schemas.microsoft.com/office/drawing/2014/main" id="{C30FDA98-EBE8-CE4F-50B5-CF31439C21C0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2581275"/>
            <a:ext cx="1474788" cy="1463675"/>
            <a:chOff x="262" y="1078"/>
            <a:chExt cx="929" cy="922"/>
          </a:xfrm>
        </p:grpSpPr>
        <p:sp>
          <p:nvSpPr>
            <p:cNvPr id="44072" name="Rectangle 386">
              <a:extLst>
                <a:ext uri="{FF2B5EF4-FFF2-40B4-BE49-F238E27FC236}">
                  <a16:creationId xmlns:a16="http://schemas.microsoft.com/office/drawing/2014/main" id="{3F9D583E-234A-615F-89A1-8943BBE9A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3" name="Rectangle 387">
              <a:extLst>
                <a:ext uri="{FF2B5EF4-FFF2-40B4-BE49-F238E27FC236}">
                  <a16:creationId xmlns:a16="http://schemas.microsoft.com/office/drawing/2014/main" id="{0B4B14F2-BB70-4BAB-E4C2-6C7AA302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4" name="Rectangle 388">
              <a:extLst>
                <a:ext uri="{FF2B5EF4-FFF2-40B4-BE49-F238E27FC236}">
                  <a16:creationId xmlns:a16="http://schemas.microsoft.com/office/drawing/2014/main" id="{8F2879BF-6BFC-1FDE-A3A6-D6696CF9D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5" name="Rectangle 389">
              <a:extLst>
                <a:ext uri="{FF2B5EF4-FFF2-40B4-BE49-F238E27FC236}">
                  <a16:creationId xmlns:a16="http://schemas.microsoft.com/office/drawing/2014/main" id="{F8C0D2B4-F9A8-DE9D-831B-2CF925C7C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6" name="Rectangle 390">
              <a:extLst>
                <a:ext uri="{FF2B5EF4-FFF2-40B4-BE49-F238E27FC236}">
                  <a16:creationId xmlns:a16="http://schemas.microsoft.com/office/drawing/2014/main" id="{A1E53707-552E-ADA0-CFEB-1BA3E5387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7" name="Rectangle 391">
              <a:extLst>
                <a:ext uri="{FF2B5EF4-FFF2-40B4-BE49-F238E27FC236}">
                  <a16:creationId xmlns:a16="http://schemas.microsoft.com/office/drawing/2014/main" id="{34EC2205-27D8-6E21-4B20-406C8CF0B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8" name="Rectangle 392">
              <a:extLst>
                <a:ext uri="{FF2B5EF4-FFF2-40B4-BE49-F238E27FC236}">
                  <a16:creationId xmlns:a16="http://schemas.microsoft.com/office/drawing/2014/main" id="{610F0765-F1EA-98F7-1196-4FD40F633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9" name="Rectangle 393">
              <a:extLst>
                <a:ext uri="{FF2B5EF4-FFF2-40B4-BE49-F238E27FC236}">
                  <a16:creationId xmlns:a16="http://schemas.microsoft.com/office/drawing/2014/main" id="{8C980D65-E38A-810D-A938-59F286FD3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0" name="Rectangle 394">
              <a:extLst>
                <a:ext uri="{FF2B5EF4-FFF2-40B4-BE49-F238E27FC236}">
                  <a16:creationId xmlns:a16="http://schemas.microsoft.com/office/drawing/2014/main" id="{6E98870D-D75A-768C-83B9-A714F273C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0" name="Group 395">
            <a:extLst>
              <a:ext uri="{FF2B5EF4-FFF2-40B4-BE49-F238E27FC236}">
                <a16:creationId xmlns:a16="http://schemas.microsoft.com/office/drawing/2014/main" id="{51D83916-A6D6-A0F4-4FDF-26FF9AA01998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2581275"/>
            <a:ext cx="1474788" cy="1463675"/>
            <a:chOff x="262" y="1078"/>
            <a:chExt cx="929" cy="922"/>
          </a:xfrm>
        </p:grpSpPr>
        <p:sp>
          <p:nvSpPr>
            <p:cNvPr id="43020" name="Rectangle 396">
              <a:extLst>
                <a:ext uri="{FF2B5EF4-FFF2-40B4-BE49-F238E27FC236}">
                  <a16:creationId xmlns:a16="http://schemas.microsoft.com/office/drawing/2014/main" id="{53B0720C-99FE-2DA0-7B7E-D8C4FE6A9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4" name="Rectangle 397">
              <a:extLst>
                <a:ext uri="{FF2B5EF4-FFF2-40B4-BE49-F238E27FC236}">
                  <a16:creationId xmlns:a16="http://schemas.microsoft.com/office/drawing/2014/main" id="{228B0E44-E46A-15B8-8021-29F8F8F5A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5" name="Rectangle 398">
              <a:extLst>
                <a:ext uri="{FF2B5EF4-FFF2-40B4-BE49-F238E27FC236}">
                  <a16:creationId xmlns:a16="http://schemas.microsoft.com/office/drawing/2014/main" id="{89C1C384-FE5E-6FC4-5C97-494B13D28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6" name="Rectangle 399">
              <a:extLst>
                <a:ext uri="{FF2B5EF4-FFF2-40B4-BE49-F238E27FC236}">
                  <a16:creationId xmlns:a16="http://schemas.microsoft.com/office/drawing/2014/main" id="{C35F2578-0109-51FA-83DF-C3B875DAA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7" name="Rectangle 400">
              <a:extLst>
                <a:ext uri="{FF2B5EF4-FFF2-40B4-BE49-F238E27FC236}">
                  <a16:creationId xmlns:a16="http://schemas.microsoft.com/office/drawing/2014/main" id="{FBF11C5B-3707-6E3C-2C4B-B534510EC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8" name="Rectangle 401">
              <a:extLst>
                <a:ext uri="{FF2B5EF4-FFF2-40B4-BE49-F238E27FC236}">
                  <a16:creationId xmlns:a16="http://schemas.microsoft.com/office/drawing/2014/main" id="{00450815-D56E-60D1-24BE-064F3921C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9" name="Rectangle 402">
              <a:extLst>
                <a:ext uri="{FF2B5EF4-FFF2-40B4-BE49-F238E27FC236}">
                  <a16:creationId xmlns:a16="http://schemas.microsoft.com/office/drawing/2014/main" id="{AA5FBF8E-AA6B-B2A2-31E6-4F52B26DB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0" name="Rectangle 403">
              <a:extLst>
                <a:ext uri="{FF2B5EF4-FFF2-40B4-BE49-F238E27FC236}">
                  <a16:creationId xmlns:a16="http://schemas.microsoft.com/office/drawing/2014/main" id="{3B0544C7-8682-6708-1BE5-B13B550F1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1" name="Rectangle 404">
              <a:extLst>
                <a:ext uri="{FF2B5EF4-FFF2-40B4-BE49-F238E27FC236}">
                  <a16:creationId xmlns:a16="http://schemas.microsoft.com/office/drawing/2014/main" id="{8DD9EA8B-37FC-89D3-B6B3-93DDBB514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1" name="Group 405">
            <a:extLst>
              <a:ext uri="{FF2B5EF4-FFF2-40B4-BE49-F238E27FC236}">
                <a16:creationId xmlns:a16="http://schemas.microsoft.com/office/drawing/2014/main" id="{6C68D052-5E1B-6802-1781-1F2701C23055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2581275"/>
            <a:ext cx="1474787" cy="1463675"/>
            <a:chOff x="262" y="1078"/>
            <a:chExt cx="929" cy="922"/>
          </a:xfrm>
        </p:grpSpPr>
        <p:sp>
          <p:nvSpPr>
            <p:cNvPr id="43021" name="Rectangle 406">
              <a:extLst>
                <a:ext uri="{FF2B5EF4-FFF2-40B4-BE49-F238E27FC236}">
                  <a16:creationId xmlns:a16="http://schemas.microsoft.com/office/drawing/2014/main" id="{DBB3F016-DA81-AADF-8793-70D96A7E5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2" name="Rectangle 407">
              <a:extLst>
                <a:ext uri="{FF2B5EF4-FFF2-40B4-BE49-F238E27FC236}">
                  <a16:creationId xmlns:a16="http://schemas.microsoft.com/office/drawing/2014/main" id="{5DBED57F-2732-9B3F-46BF-B8A80371C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3" name="Rectangle 408">
              <a:extLst>
                <a:ext uri="{FF2B5EF4-FFF2-40B4-BE49-F238E27FC236}">
                  <a16:creationId xmlns:a16="http://schemas.microsoft.com/office/drawing/2014/main" id="{5D560244-FE30-4470-0566-AFD35BDDC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4" name="Rectangle 409">
              <a:extLst>
                <a:ext uri="{FF2B5EF4-FFF2-40B4-BE49-F238E27FC236}">
                  <a16:creationId xmlns:a16="http://schemas.microsoft.com/office/drawing/2014/main" id="{D7847149-31EC-9340-6A41-C45964392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5" name="Rectangle 410">
              <a:extLst>
                <a:ext uri="{FF2B5EF4-FFF2-40B4-BE49-F238E27FC236}">
                  <a16:creationId xmlns:a16="http://schemas.microsoft.com/office/drawing/2014/main" id="{196DD8E2-E14C-F99C-FE85-EDDACDA77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6" name="Rectangle 411">
              <a:extLst>
                <a:ext uri="{FF2B5EF4-FFF2-40B4-BE49-F238E27FC236}">
                  <a16:creationId xmlns:a16="http://schemas.microsoft.com/office/drawing/2014/main" id="{A8DE45D9-6E4D-3224-19FE-4C2FA10BF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7" name="Rectangle 412">
              <a:extLst>
                <a:ext uri="{FF2B5EF4-FFF2-40B4-BE49-F238E27FC236}">
                  <a16:creationId xmlns:a16="http://schemas.microsoft.com/office/drawing/2014/main" id="{C06C2E27-9916-0F3C-AAF4-8CF49EF2E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8" name="Rectangle 413">
              <a:extLst>
                <a:ext uri="{FF2B5EF4-FFF2-40B4-BE49-F238E27FC236}">
                  <a16:creationId xmlns:a16="http://schemas.microsoft.com/office/drawing/2014/main" id="{A93340D9-EAF4-C4B4-5DA6-67E98A87A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9" name="Rectangle 414">
              <a:extLst>
                <a:ext uri="{FF2B5EF4-FFF2-40B4-BE49-F238E27FC236}">
                  <a16:creationId xmlns:a16="http://schemas.microsoft.com/office/drawing/2014/main" id="{71CBC334-8F43-F623-E2E8-8538F7B68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2" name="Group 415">
            <a:extLst>
              <a:ext uri="{FF2B5EF4-FFF2-40B4-BE49-F238E27FC236}">
                <a16:creationId xmlns:a16="http://schemas.microsoft.com/office/drawing/2014/main" id="{9C1183C1-86D4-7FB6-B17E-F6C0E477C99C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2581275"/>
            <a:ext cx="1474787" cy="1463675"/>
            <a:chOff x="262" y="1078"/>
            <a:chExt cx="929" cy="922"/>
          </a:xfrm>
        </p:grpSpPr>
        <p:sp>
          <p:nvSpPr>
            <p:cNvPr id="43030" name="Rectangle 416">
              <a:extLst>
                <a:ext uri="{FF2B5EF4-FFF2-40B4-BE49-F238E27FC236}">
                  <a16:creationId xmlns:a16="http://schemas.microsoft.com/office/drawing/2014/main" id="{FC8E3D4E-419E-7E34-6083-84B01541E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1" name="Rectangle 417">
              <a:extLst>
                <a:ext uri="{FF2B5EF4-FFF2-40B4-BE49-F238E27FC236}">
                  <a16:creationId xmlns:a16="http://schemas.microsoft.com/office/drawing/2014/main" id="{ED6917D8-1585-B6C2-E628-5829164D4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2" name="Rectangle 418">
              <a:extLst>
                <a:ext uri="{FF2B5EF4-FFF2-40B4-BE49-F238E27FC236}">
                  <a16:creationId xmlns:a16="http://schemas.microsoft.com/office/drawing/2014/main" id="{E7FD33F4-3F32-132A-7E34-2BA65D36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3" name="Rectangle 419">
              <a:extLst>
                <a:ext uri="{FF2B5EF4-FFF2-40B4-BE49-F238E27FC236}">
                  <a16:creationId xmlns:a16="http://schemas.microsoft.com/office/drawing/2014/main" id="{A7FFFFFD-FE38-FEC4-7A19-858C992F4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4" name="Rectangle 420">
              <a:extLst>
                <a:ext uri="{FF2B5EF4-FFF2-40B4-BE49-F238E27FC236}">
                  <a16:creationId xmlns:a16="http://schemas.microsoft.com/office/drawing/2014/main" id="{D62EE323-8F55-9700-B3E8-158ECFD22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5" name="Rectangle 421">
              <a:extLst>
                <a:ext uri="{FF2B5EF4-FFF2-40B4-BE49-F238E27FC236}">
                  <a16:creationId xmlns:a16="http://schemas.microsoft.com/office/drawing/2014/main" id="{CFA316AE-24A9-55C4-F753-8B8E1F846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6" name="Rectangle 422">
              <a:extLst>
                <a:ext uri="{FF2B5EF4-FFF2-40B4-BE49-F238E27FC236}">
                  <a16:creationId xmlns:a16="http://schemas.microsoft.com/office/drawing/2014/main" id="{0CD584E4-FA3A-B25C-3D86-EA016C135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7" name="Rectangle 423">
              <a:extLst>
                <a:ext uri="{FF2B5EF4-FFF2-40B4-BE49-F238E27FC236}">
                  <a16:creationId xmlns:a16="http://schemas.microsoft.com/office/drawing/2014/main" id="{D2D69A1A-7526-D3E6-1E1C-3BF739E3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8" name="Rectangle 424">
              <a:extLst>
                <a:ext uri="{FF2B5EF4-FFF2-40B4-BE49-F238E27FC236}">
                  <a16:creationId xmlns:a16="http://schemas.microsoft.com/office/drawing/2014/main" id="{7472B7E3-CA78-0CBE-90F5-A4F8C564A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3" name="Group 425">
            <a:extLst>
              <a:ext uri="{FF2B5EF4-FFF2-40B4-BE49-F238E27FC236}">
                <a16:creationId xmlns:a16="http://schemas.microsoft.com/office/drawing/2014/main" id="{6F5D4591-9F0B-5345-DBB0-6EE482172D0C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2581275"/>
            <a:ext cx="1474787" cy="1463675"/>
            <a:chOff x="262" y="1078"/>
            <a:chExt cx="929" cy="922"/>
          </a:xfrm>
        </p:grpSpPr>
        <p:sp>
          <p:nvSpPr>
            <p:cNvPr id="44036" name="Rectangle 426">
              <a:extLst>
                <a:ext uri="{FF2B5EF4-FFF2-40B4-BE49-F238E27FC236}">
                  <a16:creationId xmlns:a16="http://schemas.microsoft.com/office/drawing/2014/main" id="{7574F159-3720-0C92-2B5C-AC3A2F47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7" name="Rectangle 427">
              <a:extLst>
                <a:ext uri="{FF2B5EF4-FFF2-40B4-BE49-F238E27FC236}">
                  <a16:creationId xmlns:a16="http://schemas.microsoft.com/office/drawing/2014/main" id="{2A0C188D-4463-CBA0-2E9A-88F6C1F52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8" name="Rectangle 428">
              <a:extLst>
                <a:ext uri="{FF2B5EF4-FFF2-40B4-BE49-F238E27FC236}">
                  <a16:creationId xmlns:a16="http://schemas.microsoft.com/office/drawing/2014/main" id="{167EA240-A52F-D677-C850-B12E71FC8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9" name="Rectangle 429">
              <a:extLst>
                <a:ext uri="{FF2B5EF4-FFF2-40B4-BE49-F238E27FC236}">
                  <a16:creationId xmlns:a16="http://schemas.microsoft.com/office/drawing/2014/main" id="{902B9834-3134-33A5-88C6-6D5893695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0" name="Rectangle 430">
              <a:extLst>
                <a:ext uri="{FF2B5EF4-FFF2-40B4-BE49-F238E27FC236}">
                  <a16:creationId xmlns:a16="http://schemas.microsoft.com/office/drawing/2014/main" id="{C7A1DAA1-E562-B47D-BACE-ADC785B82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1" name="Rectangle 431">
              <a:extLst>
                <a:ext uri="{FF2B5EF4-FFF2-40B4-BE49-F238E27FC236}">
                  <a16:creationId xmlns:a16="http://schemas.microsoft.com/office/drawing/2014/main" id="{BB9604FC-95ED-E148-2088-0E929179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2" name="Rectangle 432">
              <a:extLst>
                <a:ext uri="{FF2B5EF4-FFF2-40B4-BE49-F238E27FC236}">
                  <a16:creationId xmlns:a16="http://schemas.microsoft.com/office/drawing/2014/main" id="{43D83EE7-40A3-6B95-7531-B732490B6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3" name="Rectangle 433">
              <a:extLst>
                <a:ext uri="{FF2B5EF4-FFF2-40B4-BE49-F238E27FC236}">
                  <a16:creationId xmlns:a16="http://schemas.microsoft.com/office/drawing/2014/main" id="{60F05525-D901-5542-62A8-08D83747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4" name="Rectangle 434">
              <a:extLst>
                <a:ext uri="{FF2B5EF4-FFF2-40B4-BE49-F238E27FC236}">
                  <a16:creationId xmlns:a16="http://schemas.microsoft.com/office/drawing/2014/main" id="{1D29B318-11BB-3D9F-CB4F-AC0CD75EC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" name="Group 435">
            <a:extLst>
              <a:ext uri="{FF2B5EF4-FFF2-40B4-BE49-F238E27FC236}">
                <a16:creationId xmlns:a16="http://schemas.microsoft.com/office/drawing/2014/main" id="{AFE3DF13-AE47-82C7-010E-33EF2FE1AFA8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2581275"/>
            <a:ext cx="1474788" cy="1463675"/>
            <a:chOff x="262" y="1078"/>
            <a:chExt cx="929" cy="922"/>
          </a:xfrm>
        </p:grpSpPr>
        <p:sp>
          <p:nvSpPr>
            <p:cNvPr id="44027" name="Rectangle 436">
              <a:extLst>
                <a:ext uri="{FF2B5EF4-FFF2-40B4-BE49-F238E27FC236}">
                  <a16:creationId xmlns:a16="http://schemas.microsoft.com/office/drawing/2014/main" id="{39B18D38-B171-FB9A-1FAF-FE01009FC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8" name="Rectangle 437">
              <a:extLst>
                <a:ext uri="{FF2B5EF4-FFF2-40B4-BE49-F238E27FC236}">
                  <a16:creationId xmlns:a16="http://schemas.microsoft.com/office/drawing/2014/main" id="{54FC2572-62AD-887D-8DB7-FC60A2CF1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9" name="Rectangle 438">
              <a:extLst>
                <a:ext uri="{FF2B5EF4-FFF2-40B4-BE49-F238E27FC236}">
                  <a16:creationId xmlns:a16="http://schemas.microsoft.com/office/drawing/2014/main" id="{6FC75500-0009-2F6D-74E1-B7C338ABB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0" name="Rectangle 439">
              <a:extLst>
                <a:ext uri="{FF2B5EF4-FFF2-40B4-BE49-F238E27FC236}">
                  <a16:creationId xmlns:a16="http://schemas.microsoft.com/office/drawing/2014/main" id="{95216EB0-E0B2-92FB-2826-7B2B3D0F8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1" name="Rectangle 440">
              <a:extLst>
                <a:ext uri="{FF2B5EF4-FFF2-40B4-BE49-F238E27FC236}">
                  <a16:creationId xmlns:a16="http://schemas.microsoft.com/office/drawing/2014/main" id="{4539EAC4-05F6-54F3-34D6-BEDF04DAE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5" name="Rectangle 441">
              <a:extLst>
                <a:ext uri="{FF2B5EF4-FFF2-40B4-BE49-F238E27FC236}">
                  <a16:creationId xmlns:a16="http://schemas.microsoft.com/office/drawing/2014/main" id="{1D42451E-F1F5-BA11-F7D8-4579631E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6" name="Rectangle 442">
              <a:extLst>
                <a:ext uri="{FF2B5EF4-FFF2-40B4-BE49-F238E27FC236}">
                  <a16:creationId xmlns:a16="http://schemas.microsoft.com/office/drawing/2014/main" id="{4AF3C31A-4D9A-7B91-84AD-CCDCFCBC3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4" name="Rectangle 443">
              <a:extLst>
                <a:ext uri="{FF2B5EF4-FFF2-40B4-BE49-F238E27FC236}">
                  <a16:creationId xmlns:a16="http://schemas.microsoft.com/office/drawing/2014/main" id="{68960F50-B742-DEC5-BA19-63CCC5922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35" name="Rectangle 444">
              <a:extLst>
                <a:ext uri="{FF2B5EF4-FFF2-40B4-BE49-F238E27FC236}">
                  <a16:creationId xmlns:a16="http://schemas.microsoft.com/office/drawing/2014/main" id="{8997F73A-39E0-92A5-E44B-2A93EE734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" name="Group 445">
            <a:extLst>
              <a:ext uri="{FF2B5EF4-FFF2-40B4-BE49-F238E27FC236}">
                <a16:creationId xmlns:a16="http://schemas.microsoft.com/office/drawing/2014/main" id="{6D69CEA6-CA78-20A2-D737-5E597D909146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2581275"/>
            <a:ext cx="1474788" cy="1463675"/>
            <a:chOff x="262" y="1078"/>
            <a:chExt cx="929" cy="922"/>
          </a:xfrm>
        </p:grpSpPr>
        <p:sp>
          <p:nvSpPr>
            <p:cNvPr id="44018" name="Rectangle 446">
              <a:extLst>
                <a:ext uri="{FF2B5EF4-FFF2-40B4-BE49-F238E27FC236}">
                  <a16:creationId xmlns:a16="http://schemas.microsoft.com/office/drawing/2014/main" id="{3864F517-504C-74D8-7B64-EB42650E5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9" name="Rectangle 447">
              <a:extLst>
                <a:ext uri="{FF2B5EF4-FFF2-40B4-BE49-F238E27FC236}">
                  <a16:creationId xmlns:a16="http://schemas.microsoft.com/office/drawing/2014/main" id="{F8FA912B-640E-04EE-8AB1-D17C50FB5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0" name="Rectangle 448">
              <a:extLst>
                <a:ext uri="{FF2B5EF4-FFF2-40B4-BE49-F238E27FC236}">
                  <a16:creationId xmlns:a16="http://schemas.microsoft.com/office/drawing/2014/main" id="{493500BD-3BFC-7557-0E09-D407A3DC9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1" name="Rectangle 449">
              <a:extLst>
                <a:ext uri="{FF2B5EF4-FFF2-40B4-BE49-F238E27FC236}">
                  <a16:creationId xmlns:a16="http://schemas.microsoft.com/office/drawing/2014/main" id="{DE095C23-F42F-363E-DBA9-043173BA5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2" name="Rectangle 450">
              <a:extLst>
                <a:ext uri="{FF2B5EF4-FFF2-40B4-BE49-F238E27FC236}">
                  <a16:creationId xmlns:a16="http://schemas.microsoft.com/office/drawing/2014/main" id="{82E77F69-6223-DF34-E2F8-F8E7BD08D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3" name="Rectangle 451">
              <a:extLst>
                <a:ext uri="{FF2B5EF4-FFF2-40B4-BE49-F238E27FC236}">
                  <a16:creationId xmlns:a16="http://schemas.microsoft.com/office/drawing/2014/main" id="{D81D81AA-365D-7AD6-9AF7-974B7A626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4" name="Rectangle 452">
              <a:extLst>
                <a:ext uri="{FF2B5EF4-FFF2-40B4-BE49-F238E27FC236}">
                  <a16:creationId xmlns:a16="http://schemas.microsoft.com/office/drawing/2014/main" id="{25F2808D-D608-9DCA-FDB3-A7E72BC17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5" name="Rectangle 453">
              <a:extLst>
                <a:ext uri="{FF2B5EF4-FFF2-40B4-BE49-F238E27FC236}">
                  <a16:creationId xmlns:a16="http://schemas.microsoft.com/office/drawing/2014/main" id="{C34A13A1-F88A-FB01-20CA-3B2A9E839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26" name="Rectangle 454">
              <a:extLst>
                <a:ext uri="{FF2B5EF4-FFF2-40B4-BE49-F238E27FC236}">
                  <a16:creationId xmlns:a16="http://schemas.microsoft.com/office/drawing/2014/main" id="{F0F91FAB-6846-BC03-40C3-DB412C26D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" name="Group 455">
            <a:extLst>
              <a:ext uri="{FF2B5EF4-FFF2-40B4-BE49-F238E27FC236}">
                <a16:creationId xmlns:a16="http://schemas.microsoft.com/office/drawing/2014/main" id="{A1970586-FF8A-D653-5403-30105E33B6CB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2581275"/>
            <a:ext cx="1474788" cy="1463675"/>
            <a:chOff x="262" y="1078"/>
            <a:chExt cx="929" cy="922"/>
          </a:xfrm>
        </p:grpSpPr>
        <p:sp>
          <p:nvSpPr>
            <p:cNvPr id="44009" name="Rectangle 456">
              <a:extLst>
                <a:ext uri="{FF2B5EF4-FFF2-40B4-BE49-F238E27FC236}">
                  <a16:creationId xmlns:a16="http://schemas.microsoft.com/office/drawing/2014/main" id="{B81A362C-2CB7-91ED-6FB5-C7FF8949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0" name="Rectangle 457">
              <a:extLst>
                <a:ext uri="{FF2B5EF4-FFF2-40B4-BE49-F238E27FC236}">
                  <a16:creationId xmlns:a16="http://schemas.microsoft.com/office/drawing/2014/main" id="{EE6645F9-7535-DD33-A125-C965774CB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1" name="Rectangle 458">
              <a:extLst>
                <a:ext uri="{FF2B5EF4-FFF2-40B4-BE49-F238E27FC236}">
                  <a16:creationId xmlns:a16="http://schemas.microsoft.com/office/drawing/2014/main" id="{4872946D-7B4F-4EDD-2CC8-B4F146F1D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2" name="Rectangle 459">
              <a:extLst>
                <a:ext uri="{FF2B5EF4-FFF2-40B4-BE49-F238E27FC236}">
                  <a16:creationId xmlns:a16="http://schemas.microsoft.com/office/drawing/2014/main" id="{CC07869D-768D-0A7F-583B-E14813591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3" name="Rectangle 460">
              <a:extLst>
                <a:ext uri="{FF2B5EF4-FFF2-40B4-BE49-F238E27FC236}">
                  <a16:creationId xmlns:a16="http://schemas.microsoft.com/office/drawing/2014/main" id="{37185779-DA02-3D4F-4301-973C5E111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4" name="Rectangle 461">
              <a:extLst>
                <a:ext uri="{FF2B5EF4-FFF2-40B4-BE49-F238E27FC236}">
                  <a16:creationId xmlns:a16="http://schemas.microsoft.com/office/drawing/2014/main" id="{12F5D21C-020D-2A9E-700B-69D070B74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5" name="Rectangle 462">
              <a:extLst>
                <a:ext uri="{FF2B5EF4-FFF2-40B4-BE49-F238E27FC236}">
                  <a16:creationId xmlns:a16="http://schemas.microsoft.com/office/drawing/2014/main" id="{BAB57F63-11DD-C977-7B9E-DE01BD03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6" name="Rectangle 463">
              <a:extLst>
                <a:ext uri="{FF2B5EF4-FFF2-40B4-BE49-F238E27FC236}">
                  <a16:creationId xmlns:a16="http://schemas.microsoft.com/office/drawing/2014/main" id="{E5F53D20-1380-2A9E-276E-3CAF1B1A9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17" name="Rectangle 464">
              <a:extLst>
                <a:ext uri="{FF2B5EF4-FFF2-40B4-BE49-F238E27FC236}">
                  <a16:creationId xmlns:a16="http://schemas.microsoft.com/office/drawing/2014/main" id="{1BB10825-2896-0CB4-FE8B-742838E3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9" name="Group 465">
            <a:extLst>
              <a:ext uri="{FF2B5EF4-FFF2-40B4-BE49-F238E27FC236}">
                <a16:creationId xmlns:a16="http://schemas.microsoft.com/office/drawing/2014/main" id="{A7E93335-37D8-80EB-F713-9514CAF9E3B4}"/>
              </a:ext>
            </a:extLst>
          </p:cNvPr>
          <p:cNvGrpSpPr>
            <a:grpSpLocks/>
          </p:cNvGrpSpPr>
          <p:nvPr/>
        </p:nvGrpSpPr>
        <p:grpSpPr bwMode="auto">
          <a:xfrm>
            <a:off x="-82550" y="3068638"/>
            <a:ext cx="1474788" cy="1463675"/>
            <a:chOff x="262" y="1078"/>
            <a:chExt cx="929" cy="922"/>
          </a:xfrm>
        </p:grpSpPr>
        <p:sp>
          <p:nvSpPr>
            <p:cNvPr id="44000" name="Rectangle 466">
              <a:extLst>
                <a:ext uri="{FF2B5EF4-FFF2-40B4-BE49-F238E27FC236}">
                  <a16:creationId xmlns:a16="http://schemas.microsoft.com/office/drawing/2014/main" id="{70D9D5D0-6CD7-F275-0AB6-AF6E9D51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1" name="Rectangle 467">
              <a:extLst>
                <a:ext uri="{FF2B5EF4-FFF2-40B4-BE49-F238E27FC236}">
                  <a16:creationId xmlns:a16="http://schemas.microsoft.com/office/drawing/2014/main" id="{047DCA89-BB9C-377B-F74A-AB222E286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2" name="Rectangle 468">
              <a:extLst>
                <a:ext uri="{FF2B5EF4-FFF2-40B4-BE49-F238E27FC236}">
                  <a16:creationId xmlns:a16="http://schemas.microsoft.com/office/drawing/2014/main" id="{76CDEC57-1DA4-17C8-EB9D-E939D3C75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3" name="Rectangle 469">
              <a:extLst>
                <a:ext uri="{FF2B5EF4-FFF2-40B4-BE49-F238E27FC236}">
                  <a16:creationId xmlns:a16="http://schemas.microsoft.com/office/drawing/2014/main" id="{D07A2FF3-2B23-B57C-1092-2EFBF7DB8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4" name="Rectangle 470">
              <a:extLst>
                <a:ext uri="{FF2B5EF4-FFF2-40B4-BE49-F238E27FC236}">
                  <a16:creationId xmlns:a16="http://schemas.microsoft.com/office/drawing/2014/main" id="{32BBC163-3590-C3DC-0497-6853E3967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5" name="Rectangle 471">
              <a:extLst>
                <a:ext uri="{FF2B5EF4-FFF2-40B4-BE49-F238E27FC236}">
                  <a16:creationId xmlns:a16="http://schemas.microsoft.com/office/drawing/2014/main" id="{BCBDC357-4463-F7C9-E92A-16C433756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6" name="Rectangle 472">
              <a:extLst>
                <a:ext uri="{FF2B5EF4-FFF2-40B4-BE49-F238E27FC236}">
                  <a16:creationId xmlns:a16="http://schemas.microsoft.com/office/drawing/2014/main" id="{500D1C45-A777-D80A-F474-6A04029FB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7" name="Rectangle 473">
              <a:extLst>
                <a:ext uri="{FF2B5EF4-FFF2-40B4-BE49-F238E27FC236}">
                  <a16:creationId xmlns:a16="http://schemas.microsoft.com/office/drawing/2014/main" id="{4171A010-67E8-8324-ECEC-603D1BB5E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08" name="Rectangle 474">
              <a:extLst>
                <a:ext uri="{FF2B5EF4-FFF2-40B4-BE49-F238E27FC236}">
                  <a16:creationId xmlns:a16="http://schemas.microsoft.com/office/drawing/2014/main" id="{06F99643-D220-8C7A-331F-B6272913D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0" name="Group 475">
            <a:extLst>
              <a:ext uri="{FF2B5EF4-FFF2-40B4-BE49-F238E27FC236}">
                <a16:creationId xmlns:a16="http://schemas.microsoft.com/office/drawing/2014/main" id="{B3DA135B-9BC4-ACF0-2C09-90FD89BFF45B}"/>
              </a:ext>
            </a:extLst>
          </p:cNvPr>
          <p:cNvGrpSpPr>
            <a:grpSpLocks/>
          </p:cNvGrpSpPr>
          <p:nvPr/>
        </p:nvGrpSpPr>
        <p:grpSpPr bwMode="auto">
          <a:xfrm>
            <a:off x="404813" y="3068638"/>
            <a:ext cx="1474787" cy="1463675"/>
            <a:chOff x="262" y="1078"/>
            <a:chExt cx="929" cy="922"/>
          </a:xfrm>
        </p:grpSpPr>
        <p:sp>
          <p:nvSpPr>
            <p:cNvPr id="43991" name="Rectangle 476">
              <a:extLst>
                <a:ext uri="{FF2B5EF4-FFF2-40B4-BE49-F238E27FC236}">
                  <a16:creationId xmlns:a16="http://schemas.microsoft.com/office/drawing/2014/main" id="{C22DF8C5-4169-149A-6489-34C3096E9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2" name="Rectangle 477">
              <a:extLst>
                <a:ext uri="{FF2B5EF4-FFF2-40B4-BE49-F238E27FC236}">
                  <a16:creationId xmlns:a16="http://schemas.microsoft.com/office/drawing/2014/main" id="{31BDFF2D-682D-50D8-C372-A5A4827E0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3" name="Rectangle 478">
              <a:extLst>
                <a:ext uri="{FF2B5EF4-FFF2-40B4-BE49-F238E27FC236}">
                  <a16:creationId xmlns:a16="http://schemas.microsoft.com/office/drawing/2014/main" id="{0B7FED46-8ADF-F68D-921F-14E390DBE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4" name="Rectangle 479">
              <a:extLst>
                <a:ext uri="{FF2B5EF4-FFF2-40B4-BE49-F238E27FC236}">
                  <a16:creationId xmlns:a16="http://schemas.microsoft.com/office/drawing/2014/main" id="{129CCE17-48A1-DFB5-7D4B-38A540F72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5" name="Rectangle 480">
              <a:extLst>
                <a:ext uri="{FF2B5EF4-FFF2-40B4-BE49-F238E27FC236}">
                  <a16:creationId xmlns:a16="http://schemas.microsoft.com/office/drawing/2014/main" id="{72360A41-621E-C524-94C5-00123879E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6" name="Rectangle 481">
              <a:extLst>
                <a:ext uri="{FF2B5EF4-FFF2-40B4-BE49-F238E27FC236}">
                  <a16:creationId xmlns:a16="http://schemas.microsoft.com/office/drawing/2014/main" id="{00B515F0-1F5B-39F6-E914-1A7637650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7" name="Rectangle 482">
              <a:extLst>
                <a:ext uri="{FF2B5EF4-FFF2-40B4-BE49-F238E27FC236}">
                  <a16:creationId xmlns:a16="http://schemas.microsoft.com/office/drawing/2014/main" id="{83D3474E-C260-0736-2C6E-65741A204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8" name="Rectangle 483">
              <a:extLst>
                <a:ext uri="{FF2B5EF4-FFF2-40B4-BE49-F238E27FC236}">
                  <a16:creationId xmlns:a16="http://schemas.microsoft.com/office/drawing/2014/main" id="{A43AD899-A0B2-AE8D-5B1D-87C402398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9" name="Rectangle 484">
              <a:extLst>
                <a:ext uri="{FF2B5EF4-FFF2-40B4-BE49-F238E27FC236}">
                  <a16:creationId xmlns:a16="http://schemas.microsoft.com/office/drawing/2014/main" id="{E8B4FB4A-5091-EEAE-C4B8-7A012B6FA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1" name="Group 485">
            <a:extLst>
              <a:ext uri="{FF2B5EF4-FFF2-40B4-BE49-F238E27FC236}">
                <a16:creationId xmlns:a16="http://schemas.microsoft.com/office/drawing/2014/main" id="{EA113293-4DE2-60CF-9028-B04D029170BF}"/>
              </a:ext>
            </a:extLst>
          </p:cNvPr>
          <p:cNvGrpSpPr>
            <a:grpSpLocks/>
          </p:cNvGrpSpPr>
          <p:nvPr/>
        </p:nvGrpSpPr>
        <p:grpSpPr bwMode="auto">
          <a:xfrm>
            <a:off x="901700" y="3068638"/>
            <a:ext cx="1474788" cy="1463675"/>
            <a:chOff x="262" y="1078"/>
            <a:chExt cx="929" cy="922"/>
          </a:xfrm>
        </p:grpSpPr>
        <p:sp>
          <p:nvSpPr>
            <p:cNvPr id="43982" name="Rectangle 486">
              <a:extLst>
                <a:ext uri="{FF2B5EF4-FFF2-40B4-BE49-F238E27FC236}">
                  <a16:creationId xmlns:a16="http://schemas.microsoft.com/office/drawing/2014/main" id="{7B1CEC4F-6567-6B27-21CC-4538DDDC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3" name="Rectangle 487">
              <a:extLst>
                <a:ext uri="{FF2B5EF4-FFF2-40B4-BE49-F238E27FC236}">
                  <a16:creationId xmlns:a16="http://schemas.microsoft.com/office/drawing/2014/main" id="{3390C19E-DDE3-2DFB-1EFB-C4C19E97A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4" name="Rectangle 488">
              <a:extLst>
                <a:ext uri="{FF2B5EF4-FFF2-40B4-BE49-F238E27FC236}">
                  <a16:creationId xmlns:a16="http://schemas.microsoft.com/office/drawing/2014/main" id="{2513F536-B0C2-D797-EF7F-58FDE9894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5" name="Rectangle 489">
              <a:extLst>
                <a:ext uri="{FF2B5EF4-FFF2-40B4-BE49-F238E27FC236}">
                  <a16:creationId xmlns:a16="http://schemas.microsoft.com/office/drawing/2014/main" id="{84E2B6B0-61E1-D068-C37E-2CE88C2E1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6" name="Rectangle 490">
              <a:extLst>
                <a:ext uri="{FF2B5EF4-FFF2-40B4-BE49-F238E27FC236}">
                  <a16:creationId xmlns:a16="http://schemas.microsoft.com/office/drawing/2014/main" id="{B00CC081-882E-EC63-AAEA-1270D2549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7" name="Rectangle 491">
              <a:extLst>
                <a:ext uri="{FF2B5EF4-FFF2-40B4-BE49-F238E27FC236}">
                  <a16:creationId xmlns:a16="http://schemas.microsoft.com/office/drawing/2014/main" id="{0F384A3C-F70B-4BD9-AD47-AAC850F5E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8" name="Rectangle 492">
              <a:extLst>
                <a:ext uri="{FF2B5EF4-FFF2-40B4-BE49-F238E27FC236}">
                  <a16:creationId xmlns:a16="http://schemas.microsoft.com/office/drawing/2014/main" id="{2FC8D3DA-81AC-F2B2-54A6-5C22727CC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9" name="Rectangle 493">
              <a:extLst>
                <a:ext uri="{FF2B5EF4-FFF2-40B4-BE49-F238E27FC236}">
                  <a16:creationId xmlns:a16="http://schemas.microsoft.com/office/drawing/2014/main" id="{7A173A2E-BE3E-2DCD-DF66-4DA0326C0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90" name="Rectangle 494">
              <a:extLst>
                <a:ext uri="{FF2B5EF4-FFF2-40B4-BE49-F238E27FC236}">
                  <a16:creationId xmlns:a16="http://schemas.microsoft.com/office/drawing/2014/main" id="{DDDE2B10-0DB5-5B55-6DB4-A419199A2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2" name="Group 495">
            <a:extLst>
              <a:ext uri="{FF2B5EF4-FFF2-40B4-BE49-F238E27FC236}">
                <a16:creationId xmlns:a16="http://schemas.microsoft.com/office/drawing/2014/main" id="{A9D47B63-79DF-C32C-66BE-BCFE6A9081CE}"/>
              </a:ext>
            </a:extLst>
          </p:cNvPr>
          <p:cNvGrpSpPr>
            <a:grpSpLocks/>
          </p:cNvGrpSpPr>
          <p:nvPr/>
        </p:nvGrpSpPr>
        <p:grpSpPr bwMode="auto">
          <a:xfrm>
            <a:off x="1873250" y="3068638"/>
            <a:ext cx="1474788" cy="1463675"/>
            <a:chOff x="262" y="1078"/>
            <a:chExt cx="929" cy="922"/>
          </a:xfrm>
        </p:grpSpPr>
        <p:sp>
          <p:nvSpPr>
            <p:cNvPr id="43973" name="Rectangle 496">
              <a:extLst>
                <a:ext uri="{FF2B5EF4-FFF2-40B4-BE49-F238E27FC236}">
                  <a16:creationId xmlns:a16="http://schemas.microsoft.com/office/drawing/2014/main" id="{E78589BF-2D8A-72A3-2B9D-A13193EB9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4" name="Rectangle 497">
              <a:extLst>
                <a:ext uri="{FF2B5EF4-FFF2-40B4-BE49-F238E27FC236}">
                  <a16:creationId xmlns:a16="http://schemas.microsoft.com/office/drawing/2014/main" id="{F26487AF-9EF1-5F00-D8DE-8F2A1C3B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5" name="Rectangle 498">
              <a:extLst>
                <a:ext uri="{FF2B5EF4-FFF2-40B4-BE49-F238E27FC236}">
                  <a16:creationId xmlns:a16="http://schemas.microsoft.com/office/drawing/2014/main" id="{A70C922A-73D1-B898-9691-9DE90266C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6" name="Rectangle 499">
              <a:extLst>
                <a:ext uri="{FF2B5EF4-FFF2-40B4-BE49-F238E27FC236}">
                  <a16:creationId xmlns:a16="http://schemas.microsoft.com/office/drawing/2014/main" id="{02D1630F-C5D6-F5B3-8242-8F0CAB4CE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7" name="Rectangle 500">
              <a:extLst>
                <a:ext uri="{FF2B5EF4-FFF2-40B4-BE49-F238E27FC236}">
                  <a16:creationId xmlns:a16="http://schemas.microsoft.com/office/drawing/2014/main" id="{5C138691-F45D-568B-991A-9F2962674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8" name="Rectangle 501">
              <a:extLst>
                <a:ext uri="{FF2B5EF4-FFF2-40B4-BE49-F238E27FC236}">
                  <a16:creationId xmlns:a16="http://schemas.microsoft.com/office/drawing/2014/main" id="{69C5B5C4-DA84-0038-57FE-41323ABDF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9" name="Rectangle 502">
              <a:extLst>
                <a:ext uri="{FF2B5EF4-FFF2-40B4-BE49-F238E27FC236}">
                  <a16:creationId xmlns:a16="http://schemas.microsoft.com/office/drawing/2014/main" id="{2CCE3959-4010-CB10-E5ED-52C5D35E7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0" name="Rectangle 503">
              <a:extLst>
                <a:ext uri="{FF2B5EF4-FFF2-40B4-BE49-F238E27FC236}">
                  <a16:creationId xmlns:a16="http://schemas.microsoft.com/office/drawing/2014/main" id="{AF38D40A-C3D2-16C5-C69A-8C4838ED8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81" name="Rectangle 504">
              <a:extLst>
                <a:ext uri="{FF2B5EF4-FFF2-40B4-BE49-F238E27FC236}">
                  <a16:creationId xmlns:a16="http://schemas.microsoft.com/office/drawing/2014/main" id="{5480E7F7-EEE3-E9F0-D6B4-F8D1B7A5F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3" name="Group 505">
            <a:extLst>
              <a:ext uri="{FF2B5EF4-FFF2-40B4-BE49-F238E27FC236}">
                <a16:creationId xmlns:a16="http://schemas.microsoft.com/office/drawing/2014/main" id="{F97AC647-F403-45D5-447D-724455BF5EE1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3068638"/>
            <a:ext cx="1474788" cy="1463675"/>
            <a:chOff x="262" y="1078"/>
            <a:chExt cx="929" cy="922"/>
          </a:xfrm>
        </p:grpSpPr>
        <p:sp>
          <p:nvSpPr>
            <p:cNvPr id="43964" name="Rectangle 506">
              <a:extLst>
                <a:ext uri="{FF2B5EF4-FFF2-40B4-BE49-F238E27FC236}">
                  <a16:creationId xmlns:a16="http://schemas.microsoft.com/office/drawing/2014/main" id="{29ED0BF4-EF93-EBE3-74D6-0F605E185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5" name="Rectangle 507">
              <a:extLst>
                <a:ext uri="{FF2B5EF4-FFF2-40B4-BE49-F238E27FC236}">
                  <a16:creationId xmlns:a16="http://schemas.microsoft.com/office/drawing/2014/main" id="{953AFB33-C29A-0185-BFCB-8DEAE66B4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6" name="Rectangle 508">
              <a:extLst>
                <a:ext uri="{FF2B5EF4-FFF2-40B4-BE49-F238E27FC236}">
                  <a16:creationId xmlns:a16="http://schemas.microsoft.com/office/drawing/2014/main" id="{852AB527-9D67-B8C9-011B-122790D62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7" name="Rectangle 509">
              <a:extLst>
                <a:ext uri="{FF2B5EF4-FFF2-40B4-BE49-F238E27FC236}">
                  <a16:creationId xmlns:a16="http://schemas.microsoft.com/office/drawing/2014/main" id="{457FC0E1-8378-565B-73CA-987A79E94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8" name="Rectangle 510">
              <a:extLst>
                <a:ext uri="{FF2B5EF4-FFF2-40B4-BE49-F238E27FC236}">
                  <a16:creationId xmlns:a16="http://schemas.microsoft.com/office/drawing/2014/main" id="{5A5393D0-D45A-14E2-F2D9-E438731B6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9" name="Rectangle 511">
              <a:extLst>
                <a:ext uri="{FF2B5EF4-FFF2-40B4-BE49-F238E27FC236}">
                  <a16:creationId xmlns:a16="http://schemas.microsoft.com/office/drawing/2014/main" id="{E655DBDC-F4AE-90E6-38FC-5095E6058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0" name="Rectangle 512">
              <a:extLst>
                <a:ext uri="{FF2B5EF4-FFF2-40B4-BE49-F238E27FC236}">
                  <a16:creationId xmlns:a16="http://schemas.microsoft.com/office/drawing/2014/main" id="{BC374135-DE5B-A5AF-6355-A75AB097F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1" name="Rectangle 513">
              <a:extLst>
                <a:ext uri="{FF2B5EF4-FFF2-40B4-BE49-F238E27FC236}">
                  <a16:creationId xmlns:a16="http://schemas.microsoft.com/office/drawing/2014/main" id="{A675C83E-42E5-E4BD-0A59-DBE9D2EE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72" name="Rectangle 514">
              <a:extLst>
                <a:ext uri="{FF2B5EF4-FFF2-40B4-BE49-F238E27FC236}">
                  <a16:creationId xmlns:a16="http://schemas.microsoft.com/office/drawing/2014/main" id="{FD7331F1-8141-A4EA-A86C-FB27F9B6D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4" name="Group 515">
            <a:extLst>
              <a:ext uri="{FF2B5EF4-FFF2-40B4-BE49-F238E27FC236}">
                <a16:creationId xmlns:a16="http://schemas.microsoft.com/office/drawing/2014/main" id="{D8012464-3E92-35CE-9EDB-72964A5E9AE6}"/>
              </a:ext>
            </a:extLst>
          </p:cNvPr>
          <p:cNvGrpSpPr>
            <a:grpSpLocks/>
          </p:cNvGrpSpPr>
          <p:nvPr/>
        </p:nvGrpSpPr>
        <p:grpSpPr bwMode="auto">
          <a:xfrm>
            <a:off x="2843213" y="3068638"/>
            <a:ext cx="1474787" cy="1463675"/>
            <a:chOff x="262" y="1078"/>
            <a:chExt cx="929" cy="922"/>
          </a:xfrm>
        </p:grpSpPr>
        <p:sp>
          <p:nvSpPr>
            <p:cNvPr id="43955" name="Rectangle 516">
              <a:extLst>
                <a:ext uri="{FF2B5EF4-FFF2-40B4-BE49-F238E27FC236}">
                  <a16:creationId xmlns:a16="http://schemas.microsoft.com/office/drawing/2014/main" id="{A1582DE1-3ECF-0AE7-7241-0B37DCA52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6" name="Rectangle 517">
              <a:extLst>
                <a:ext uri="{FF2B5EF4-FFF2-40B4-BE49-F238E27FC236}">
                  <a16:creationId xmlns:a16="http://schemas.microsoft.com/office/drawing/2014/main" id="{3ECB2A23-D4F0-0779-7117-1EE0B2D3B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7" name="Rectangle 518">
              <a:extLst>
                <a:ext uri="{FF2B5EF4-FFF2-40B4-BE49-F238E27FC236}">
                  <a16:creationId xmlns:a16="http://schemas.microsoft.com/office/drawing/2014/main" id="{7CE3989E-7354-23D8-EF6A-99B340A88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8" name="Rectangle 519">
              <a:extLst>
                <a:ext uri="{FF2B5EF4-FFF2-40B4-BE49-F238E27FC236}">
                  <a16:creationId xmlns:a16="http://schemas.microsoft.com/office/drawing/2014/main" id="{5208AE89-6382-C4DF-CC00-EB5259A7B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9" name="Rectangle 520">
              <a:extLst>
                <a:ext uri="{FF2B5EF4-FFF2-40B4-BE49-F238E27FC236}">
                  <a16:creationId xmlns:a16="http://schemas.microsoft.com/office/drawing/2014/main" id="{85505E30-B341-574A-BFB9-D77D4E158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0" name="Rectangle 521">
              <a:extLst>
                <a:ext uri="{FF2B5EF4-FFF2-40B4-BE49-F238E27FC236}">
                  <a16:creationId xmlns:a16="http://schemas.microsoft.com/office/drawing/2014/main" id="{A9598B0C-7054-08F1-F96F-828501A87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1" name="Rectangle 522">
              <a:extLst>
                <a:ext uri="{FF2B5EF4-FFF2-40B4-BE49-F238E27FC236}">
                  <a16:creationId xmlns:a16="http://schemas.microsoft.com/office/drawing/2014/main" id="{A38853C4-FA19-5279-3C3A-8208E724E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2" name="Rectangle 523">
              <a:extLst>
                <a:ext uri="{FF2B5EF4-FFF2-40B4-BE49-F238E27FC236}">
                  <a16:creationId xmlns:a16="http://schemas.microsoft.com/office/drawing/2014/main" id="{19DC641F-5EBC-7A2F-5608-DB82D1C40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63" name="Rectangle 524">
              <a:extLst>
                <a:ext uri="{FF2B5EF4-FFF2-40B4-BE49-F238E27FC236}">
                  <a16:creationId xmlns:a16="http://schemas.microsoft.com/office/drawing/2014/main" id="{F47986FE-2ACF-6BAD-F777-5BBB87B60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5" name="Group 525">
            <a:extLst>
              <a:ext uri="{FF2B5EF4-FFF2-40B4-BE49-F238E27FC236}">
                <a16:creationId xmlns:a16="http://schemas.microsoft.com/office/drawing/2014/main" id="{F6DA85A1-88F2-42DB-1719-457AF7EC95D3}"/>
              </a:ext>
            </a:extLst>
          </p:cNvPr>
          <p:cNvGrpSpPr>
            <a:grpSpLocks/>
          </p:cNvGrpSpPr>
          <p:nvPr/>
        </p:nvGrpSpPr>
        <p:grpSpPr bwMode="auto">
          <a:xfrm>
            <a:off x="3335338" y="3068638"/>
            <a:ext cx="1474787" cy="1463675"/>
            <a:chOff x="262" y="1078"/>
            <a:chExt cx="929" cy="922"/>
          </a:xfrm>
        </p:grpSpPr>
        <p:sp>
          <p:nvSpPr>
            <p:cNvPr id="43946" name="Rectangle 526">
              <a:extLst>
                <a:ext uri="{FF2B5EF4-FFF2-40B4-BE49-F238E27FC236}">
                  <a16:creationId xmlns:a16="http://schemas.microsoft.com/office/drawing/2014/main" id="{42CEC564-8D69-1053-2105-6E6F9B716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7" name="Rectangle 527">
              <a:extLst>
                <a:ext uri="{FF2B5EF4-FFF2-40B4-BE49-F238E27FC236}">
                  <a16:creationId xmlns:a16="http://schemas.microsoft.com/office/drawing/2014/main" id="{2A0D0A7F-8099-B974-6DF1-987B085EE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8" name="Rectangle 528">
              <a:extLst>
                <a:ext uri="{FF2B5EF4-FFF2-40B4-BE49-F238E27FC236}">
                  <a16:creationId xmlns:a16="http://schemas.microsoft.com/office/drawing/2014/main" id="{7037BDF9-06AF-7F67-25AD-F343FE9A3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9" name="Rectangle 529">
              <a:extLst>
                <a:ext uri="{FF2B5EF4-FFF2-40B4-BE49-F238E27FC236}">
                  <a16:creationId xmlns:a16="http://schemas.microsoft.com/office/drawing/2014/main" id="{8679BBBB-F5CD-8C8B-D76F-365EFA5DC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0" name="Rectangle 530">
              <a:extLst>
                <a:ext uri="{FF2B5EF4-FFF2-40B4-BE49-F238E27FC236}">
                  <a16:creationId xmlns:a16="http://schemas.microsoft.com/office/drawing/2014/main" id="{D92CB214-856B-21FC-D4C5-97260904A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1" name="Rectangle 531">
              <a:extLst>
                <a:ext uri="{FF2B5EF4-FFF2-40B4-BE49-F238E27FC236}">
                  <a16:creationId xmlns:a16="http://schemas.microsoft.com/office/drawing/2014/main" id="{CC4F2DB3-4767-EBA2-FC73-9FDA44A89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2" name="Rectangle 532">
              <a:extLst>
                <a:ext uri="{FF2B5EF4-FFF2-40B4-BE49-F238E27FC236}">
                  <a16:creationId xmlns:a16="http://schemas.microsoft.com/office/drawing/2014/main" id="{731AB9A1-01CE-1EAC-E9C6-AB3E43D97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3" name="Rectangle 533">
              <a:extLst>
                <a:ext uri="{FF2B5EF4-FFF2-40B4-BE49-F238E27FC236}">
                  <a16:creationId xmlns:a16="http://schemas.microsoft.com/office/drawing/2014/main" id="{ED46585E-91A8-2067-C2C1-39341F03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54" name="Rectangle 534">
              <a:extLst>
                <a:ext uri="{FF2B5EF4-FFF2-40B4-BE49-F238E27FC236}">
                  <a16:creationId xmlns:a16="http://schemas.microsoft.com/office/drawing/2014/main" id="{99E11E3A-F67E-E9B3-7464-642E66ED7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6" name="Group 535">
            <a:extLst>
              <a:ext uri="{FF2B5EF4-FFF2-40B4-BE49-F238E27FC236}">
                <a16:creationId xmlns:a16="http://schemas.microsoft.com/office/drawing/2014/main" id="{4C6AE8F3-64A6-6637-160B-490433F96875}"/>
              </a:ext>
            </a:extLst>
          </p:cNvPr>
          <p:cNvGrpSpPr>
            <a:grpSpLocks/>
          </p:cNvGrpSpPr>
          <p:nvPr/>
        </p:nvGrpSpPr>
        <p:grpSpPr bwMode="auto">
          <a:xfrm>
            <a:off x="1398588" y="3068638"/>
            <a:ext cx="1474787" cy="1463675"/>
            <a:chOff x="262" y="1078"/>
            <a:chExt cx="929" cy="922"/>
          </a:xfrm>
        </p:grpSpPr>
        <p:sp>
          <p:nvSpPr>
            <p:cNvPr id="43937" name="Rectangle 536">
              <a:extLst>
                <a:ext uri="{FF2B5EF4-FFF2-40B4-BE49-F238E27FC236}">
                  <a16:creationId xmlns:a16="http://schemas.microsoft.com/office/drawing/2014/main" id="{26793A28-AD07-4AA1-077C-26A5AC248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8" name="Rectangle 537">
              <a:extLst>
                <a:ext uri="{FF2B5EF4-FFF2-40B4-BE49-F238E27FC236}">
                  <a16:creationId xmlns:a16="http://schemas.microsoft.com/office/drawing/2014/main" id="{7225B577-17A2-986E-6A3F-B34F14A5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9" name="Rectangle 538">
              <a:extLst>
                <a:ext uri="{FF2B5EF4-FFF2-40B4-BE49-F238E27FC236}">
                  <a16:creationId xmlns:a16="http://schemas.microsoft.com/office/drawing/2014/main" id="{A1D63953-4AFD-1D98-F6DE-1F72FBF0D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0" name="Rectangle 539">
              <a:extLst>
                <a:ext uri="{FF2B5EF4-FFF2-40B4-BE49-F238E27FC236}">
                  <a16:creationId xmlns:a16="http://schemas.microsoft.com/office/drawing/2014/main" id="{B14AAF8D-EC14-CAB7-2947-A0924008E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1" name="Rectangle 540">
              <a:extLst>
                <a:ext uri="{FF2B5EF4-FFF2-40B4-BE49-F238E27FC236}">
                  <a16:creationId xmlns:a16="http://schemas.microsoft.com/office/drawing/2014/main" id="{3F97BD4C-6EBB-B4FE-2386-806091336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2" name="Rectangle 541">
              <a:extLst>
                <a:ext uri="{FF2B5EF4-FFF2-40B4-BE49-F238E27FC236}">
                  <a16:creationId xmlns:a16="http://schemas.microsoft.com/office/drawing/2014/main" id="{42174AAF-6D16-D70D-370D-C2247BFA6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3" name="Rectangle 542">
              <a:extLst>
                <a:ext uri="{FF2B5EF4-FFF2-40B4-BE49-F238E27FC236}">
                  <a16:creationId xmlns:a16="http://schemas.microsoft.com/office/drawing/2014/main" id="{F1FBCBCA-2922-48BA-9643-2B995B90E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4" name="Rectangle 543">
              <a:extLst>
                <a:ext uri="{FF2B5EF4-FFF2-40B4-BE49-F238E27FC236}">
                  <a16:creationId xmlns:a16="http://schemas.microsoft.com/office/drawing/2014/main" id="{245EE70A-D8A0-BE19-0E88-8EB394646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45" name="Rectangle 544">
              <a:extLst>
                <a:ext uri="{FF2B5EF4-FFF2-40B4-BE49-F238E27FC236}">
                  <a16:creationId xmlns:a16="http://schemas.microsoft.com/office/drawing/2014/main" id="{619172C4-878C-FFAE-2AF4-C1EA556ED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7" name="Group 545">
            <a:extLst>
              <a:ext uri="{FF2B5EF4-FFF2-40B4-BE49-F238E27FC236}">
                <a16:creationId xmlns:a16="http://schemas.microsoft.com/office/drawing/2014/main" id="{431CE5E4-8405-1437-823E-80B7AA0EDF8B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3565525"/>
            <a:ext cx="1474788" cy="1463675"/>
            <a:chOff x="262" y="1078"/>
            <a:chExt cx="929" cy="922"/>
          </a:xfrm>
        </p:grpSpPr>
        <p:sp>
          <p:nvSpPr>
            <p:cNvPr id="43928" name="Rectangle 546">
              <a:extLst>
                <a:ext uri="{FF2B5EF4-FFF2-40B4-BE49-F238E27FC236}">
                  <a16:creationId xmlns:a16="http://schemas.microsoft.com/office/drawing/2014/main" id="{F86B0C3D-46BC-938A-64AD-53BB63CA7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9" name="Rectangle 547">
              <a:extLst>
                <a:ext uri="{FF2B5EF4-FFF2-40B4-BE49-F238E27FC236}">
                  <a16:creationId xmlns:a16="http://schemas.microsoft.com/office/drawing/2014/main" id="{32C221C7-282C-72B3-197F-CD46351E6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0" name="Rectangle 548">
              <a:extLst>
                <a:ext uri="{FF2B5EF4-FFF2-40B4-BE49-F238E27FC236}">
                  <a16:creationId xmlns:a16="http://schemas.microsoft.com/office/drawing/2014/main" id="{A843824A-AC15-13EA-525C-E00D595CD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1" name="Rectangle 549">
              <a:extLst>
                <a:ext uri="{FF2B5EF4-FFF2-40B4-BE49-F238E27FC236}">
                  <a16:creationId xmlns:a16="http://schemas.microsoft.com/office/drawing/2014/main" id="{C484BE11-91DB-0BD9-7882-6CB019097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2" name="Rectangle 550">
              <a:extLst>
                <a:ext uri="{FF2B5EF4-FFF2-40B4-BE49-F238E27FC236}">
                  <a16:creationId xmlns:a16="http://schemas.microsoft.com/office/drawing/2014/main" id="{8847B293-9182-CABC-E98E-1CDE8729A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3" name="Rectangle 551">
              <a:extLst>
                <a:ext uri="{FF2B5EF4-FFF2-40B4-BE49-F238E27FC236}">
                  <a16:creationId xmlns:a16="http://schemas.microsoft.com/office/drawing/2014/main" id="{0D1EE1D4-9B12-854F-F8B1-4EA38B09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4" name="Rectangle 552">
              <a:extLst>
                <a:ext uri="{FF2B5EF4-FFF2-40B4-BE49-F238E27FC236}">
                  <a16:creationId xmlns:a16="http://schemas.microsoft.com/office/drawing/2014/main" id="{8A835D8F-6CAD-1549-E6F6-A9539F6E8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5" name="Rectangle 553">
              <a:extLst>
                <a:ext uri="{FF2B5EF4-FFF2-40B4-BE49-F238E27FC236}">
                  <a16:creationId xmlns:a16="http://schemas.microsoft.com/office/drawing/2014/main" id="{992EE939-B3A0-B0B6-A730-C7F71323A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36" name="Rectangle 554">
              <a:extLst>
                <a:ext uri="{FF2B5EF4-FFF2-40B4-BE49-F238E27FC236}">
                  <a16:creationId xmlns:a16="http://schemas.microsoft.com/office/drawing/2014/main" id="{0122D86C-769B-C220-04E0-532BA6792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8" name="Group 555">
            <a:extLst>
              <a:ext uri="{FF2B5EF4-FFF2-40B4-BE49-F238E27FC236}">
                <a16:creationId xmlns:a16="http://schemas.microsoft.com/office/drawing/2014/main" id="{02E4035C-5FA4-ED3B-1B86-49FBA08E0585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3565525"/>
            <a:ext cx="1474788" cy="1463675"/>
            <a:chOff x="262" y="1078"/>
            <a:chExt cx="929" cy="922"/>
          </a:xfrm>
        </p:grpSpPr>
        <p:sp>
          <p:nvSpPr>
            <p:cNvPr id="43919" name="Rectangle 556">
              <a:extLst>
                <a:ext uri="{FF2B5EF4-FFF2-40B4-BE49-F238E27FC236}">
                  <a16:creationId xmlns:a16="http://schemas.microsoft.com/office/drawing/2014/main" id="{856E0E2D-3D78-5E5D-2C45-4857D5420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0" name="Rectangle 557">
              <a:extLst>
                <a:ext uri="{FF2B5EF4-FFF2-40B4-BE49-F238E27FC236}">
                  <a16:creationId xmlns:a16="http://schemas.microsoft.com/office/drawing/2014/main" id="{16D0A145-967B-969B-0464-9C6E352A0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1" name="Rectangle 558">
              <a:extLst>
                <a:ext uri="{FF2B5EF4-FFF2-40B4-BE49-F238E27FC236}">
                  <a16:creationId xmlns:a16="http://schemas.microsoft.com/office/drawing/2014/main" id="{E9171474-A266-5E6C-09CD-BF198C197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2" name="Rectangle 559">
              <a:extLst>
                <a:ext uri="{FF2B5EF4-FFF2-40B4-BE49-F238E27FC236}">
                  <a16:creationId xmlns:a16="http://schemas.microsoft.com/office/drawing/2014/main" id="{39326FAC-34C0-CB75-F78D-C4A9690D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3" name="Rectangle 560">
              <a:extLst>
                <a:ext uri="{FF2B5EF4-FFF2-40B4-BE49-F238E27FC236}">
                  <a16:creationId xmlns:a16="http://schemas.microsoft.com/office/drawing/2014/main" id="{B995DB3B-7326-C05A-9FAC-989FF0611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4" name="Rectangle 561">
              <a:extLst>
                <a:ext uri="{FF2B5EF4-FFF2-40B4-BE49-F238E27FC236}">
                  <a16:creationId xmlns:a16="http://schemas.microsoft.com/office/drawing/2014/main" id="{8B165547-165F-44B8-4359-60B34103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5" name="Rectangle 562">
              <a:extLst>
                <a:ext uri="{FF2B5EF4-FFF2-40B4-BE49-F238E27FC236}">
                  <a16:creationId xmlns:a16="http://schemas.microsoft.com/office/drawing/2014/main" id="{D1D6D952-8A76-4FBD-EB72-F0C190348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6" name="Rectangle 563">
              <a:extLst>
                <a:ext uri="{FF2B5EF4-FFF2-40B4-BE49-F238E27FC236}">
                  <a16:creationId xmlns:a16="http://schemas.microsoft.com/office/drawing/2014/main" id="{2663F4EC-D8AE-A132-AA56-FE4E56C8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27" name="Rectangle 564">
              <a:extLst>
                <a:ext uri="{FF2B5EF4-FFF2-40B4-BE49-F238E27FC236}">
                  <a16:creationId xmlns:a16="http://schemas.microsoft.com/office/drawing/2014/main" id="{8F467175-9542-9974-A94F-5CE14F1FA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49" name="Group 565">
            <a:extLst>
              <a:ext uri="{FF2B5EF4-FFF2-40B4-BE49-F238E27FC236}">
                <a16:creationId xmlns:a16="http://schemas.microsoft.com/office/drawing/2014/main" id="{E95F46AB-58D4-5C01-9C56-A8091C0C5939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3565525"/>
            <a:ext cx="1474787" cy="1463675"/>
            <a:chOff x="262" y="1078"/>
            <a:chExt cx="929" cy="922"/>
          </a:xfrm>
        </p:grpSpPr>
        <p:sp>
          <p:nvSpPr>
            <p:cNvPr id="43910" name="Rectangle 566">
              <a:extLst>
                <a:ext uri="{FF2B5EF4-FFF2-40B4-BE49-F238E27FC236}">
                  <a16:creationId xmlns:a16="http://schemas.microsoft.com/office/drawing/2014/main" id="{D0F862BE-E451-82D5-4093-7774830A4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1" name="Rectangle 567">
              <a:extLst>
                <a:ext uri="{FF2B5EF4-FFF2-40B4-BE49-F238E27FC236}">
                  <a16:creationId xmlns:a16="http://schemas.microsoft.com/office/drawing/2014/main" id="{2867A18F-B521-80FA-BDD9-03693AF7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2" name="Rectangle 568">
              <a:extLst>
                <a:ext uri="{FF2B5EF4-FFF2-40B4-BE49-F238E27FC236}">
                  <a16:creationId xmlns:a16="http://schemas.microsoft.com/office/drawing/2014/main" id="{6A7AEDBF-F0FE-745D-2F93-1F9774AE3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3" name="Rectangle 569">
              <a:extLst>
                <a:ext uri="{FF2B5EF4-FFF2-40B4-BE49-F238E27FC236}">
                  <a16:creationId xmlns:a16="http://schemas.microsoft.com/office/drawing/2014/main" id="{4580B5DF-8B71-0031-2354-D48E69996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4" name="Rectangle 570">
              <a:extLst>
                <a:ext uri="{FF2B5EF4-FFF2-40B4-BE49-F238E27FC236}">
                  <a16:creationId xmlns:a16="http://schemas.microsoft.com/office/drawing/2014/main" id="{C1D6147D-FB59-7458-B4E9-3D1D2C97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5" name="Rectangle 571">
              <a:extLst>
                <a:ext uri="{FF2B5EF4-FFF2-40B4-BE49-F238E27FC236}">
                  <a16:creationId xmlns:a16="http://schemas.microsoft.com/office/drawing/2014/main" id="{3452EAA2-2EBA-ED74-A523-21C2B4360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6" name="Rectangle 572">
              <a:extLst>
                <a:ext uri="{FF2B5EF4-FFF2-40B4-BE49-F238E27FC236}">
                  <a16:creationId xmlns:a16="http://schemas.microsoft.com/office/drawing/2014/main" id="{BC42F68E-64D5-8599-8C7C-94CCD417D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7" name="Rectangle 573">
              <a:extLst>
                <a:ext uri="{FF2B5EF4-FFF2-40B4-BE49-F238E27FC236}">
                  <a16:creationId xmlns:a16="http://schemas.microsoft.com/office/drawing/2014/main" id="{1454CE68-3A9A-D0A4-7C49-B3FB3ACDA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18" name="Rectangle 574">
              <a:extLst>
                <a:ext uri="{FF2B5EF4-FFF2-40B4-BE49-F238E27FC236}">
                  <a16:creationId xmlns:a16="http://schemas.microsoft.com/office/drawing/2014/main" id="{03C9462B-E2B4-6DCD-1630-FDB04871E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0" name="Group 575">
            <a:extLst>
              <a:ext uri="{FF2B5EF4-FFF2-40B4-BE49-F238E27FC236}">
                <a16:creationId xmlns:a16="http://schemas.microsoft.com/office/drawing/2014/main" id="{0AEBE5B5-20CD-DCCE-5CE4-9C10F9E0F2F3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3565525"/>
            <a:ext cx="1474787" cy="1463675"/>
            <a:chOff x="262" y="1078"/>
            <a:chExt cx="929" cy="922"/>
          </a:xfrm>
        </p:grpSpPr>
        <p:sp>
          <p:nvSpPr>
            <p:cNvPr id="43901" name="Rectangle 576">
              <a:extLst>
                <a:ext uri="{FF2B5EF4-FFF2-40B4-BE49-F238E27FC236}">
                  <a16:creationId xmlns:a16="http://schemas.microsoft.com/office/drawing/2014/main" id="{C62CAE5A-9020-C732-FA6D-5B1D99C9B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2" name="Rectangle 577">
              <a:extLst>
                <a:ext uri="{FF2B5EF4-FFF2-40B4-BE49-F238E27FC236}">
                  <a16:creationId xmlns:a16="http://schemas.microsoft.com/office/drawing/2014/main" id="{71791ED9-97F9-6253-FC4C-528A22F6A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3" name="Rectangle 578">
              <a:extLst>
                <a:ext uri="{FF2B5EF4-FFF2-40B4-BE49-F238E27FC236}">
                  <a16:creationId xmlns:a16="http://schemas.microsoft.com/office/drawing/2014/main" id="{2D1C43A2-9543-DD76-F162-BFFAC6BCB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4" name="Rectangle 579">
              <a:extLst>
                <a:ext uri="{FF2B5EF4-FFF2-40B4-BE49-F238E27FC236}">
                  <a16:creationId xmlns:a16="http://schemas.microsoft.com/office/drawing/2014/main" id="{A38DDA91-F6C0-EE97-0EB7-D6B9D7B59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5" name="Rectangle 580">
              <a:extLst>
                <a:ext uri="{FF2B5EF4-FFF2-40B4-BE49-F238E27FC236}">
                  <a16:creationId xmlns:a16="http://schemas.microsoft.com/office/drawing/2014/main" id="{F95B435A-DCFC-7CD8-2B3C-9B2551B0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6" name="Rectangle 581">
              <a:extLst>
                <a:ext uri="{FF2B5EF4-FFF2-40B4-BE49-F238E27FC236}">
                  <a16:creationId xmlns:a16="http://schemas.microsoft.com/office/drawing/2014/main" id="{C5A55EB3-75B9-55F4-166A-407D25892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7" name="Rectangle 582">
              <a:extLst>
                <a:ext uri="{FF2B5EF4-FFF2-40B4-BE49-F238E27FC236}">
                  <a16:creationId xmlns:a16="http://schemas.microsoft.com/office/drawing/2014/main" id="{11020AE1-887A-A6C7-47EC-76A60BB0A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8" name="Rectangle 583">
              <a:extLst>
                <a:ext uri="{FF2B5EF4-FFF2-40B4-BE49-F238E27FC236}">
                  <a16:creationId xmlns:a16="http://schemas.microsoft.com/office/drawing/2014/main" id="{0B3F89EE-1145-78AA-C417-B135C29A7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9" name="Rectangle 584">
              <a:extLst>
                <a:ext uri="{FF2B5EF4-FFF2-40B4-BE49-F238E27FC236}">
                  <a16:creationId xmlns:a16="http://schemas.microsoft.com/office/drawing/2014/main" id="{BF8AC4B5-51C8-91FC-40BD-3092BD9AA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1" name="Group 585">
            <a:extLst>
              <a:ext uri="{FF2B5EF4-FFF2-40B4-BE49-F238E27FC236}">
                <a16:creationId xmlns:a16="http://schemas.microsoft.com/office/drawing/2014/main" id="{7B0EFA05-6593-B158-8D58-E6240A104B6F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3565525"/>
            <a:ext cx="1474787" cy="1463675"/>
            <a:chOff x="262" y="1078"/>
            <a:chExt cx="929" cy="922"/>
          </a:xfrm>
        </p:grpSpPr>
        <p:sp>
          <p:nvSpPr>
            <p:cNvPr id="43892" name="Rectangle 586">
              <a:extLst>
                <a:ext uri="{FF2B5EF4-FFF2-40B4-BE49-F238E27FC236}">
                  <a16:creationId xmlns:a16="http://schemas.microsoft.com/office/drawing/2014/main" id="{A79E66F0-0284-336D-F1B3-F6A3F004B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3" name="Rectangle 587">
              <a:extLst>
                <a:ext uri="{FF2B5EF4-FFF2-40B4-BE49-F238E27FC236}">
                  <a16:creationId xmlns:a16="http://schemas.microsoft.com/office/drawing/2014/main" id="{0EED409E-D7B2-B71C-2B1E-510FF85BA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4" name="Rectangle 588">
              <a:extLst>
                <a:ext uri="{FF2B5EF4-FFF2-40B4-BE49-F238E27FC236}">
                  <a16:creationId xmlns:a16="http://schemas.microsoft.com/office/drawing/2014/main" id="{D9C98960-D296-FF7B-4C1F-33E51CFE0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5" name="Rectangle 589">
              <a:extLst>
                <a:ext uri="{FF2B5EF4-FFF2-40B4-BE49-F238E27FC236}">
                  <a16:creationId xmlns:a16="http://schemas.microsoft.com/office/drawing/2014/main" id="{F6AC7109-3772-BD94-DF0F-E2DC94FC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6" name="Rectangle 590">
              <a:extLst>
                <a:ext uri="{FF2B5EF4-FFF2-40B4-BE49-F238E27FC236}">
                  <a16:creationId xmlns:a16="http://schemas.microsoft.com/office/drawing/2014/main" id="{81A8DA9C-C6D4-6F0D-AAD9-996684EF7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7" name="Rectangle 591">
              <a:extLst>
                <a:ext uri="{FF2B5EF4-FFF2-40B4-BE49-F238E27FC236}">
                  <a16:creationId xmlns:a16="http://schemas.microsoft.com/office/drawing/2014/main" id="{2CCC21CA-6BC5-5D49-12E3-A71EC20B5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8" name="Rectangle 592">
              <a:extLst>
                <a:ext uri="{FF2B5EF4-FFF2-40B4-BE49-F238E27FC236}">
                  <a16:creationId xmlns:a16="http://schemas.microsoft.com/office/drawing/2014/main" id="{BCD9993D-A6E0-33B9-D40A-BDBECE267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9" name="Rectangle 593">
              <a:extLst>
                <a:ext uri="{FF2B5EF4-FFF2-40B4-BE49-F238E27FC236}">
                  <a16:creationId xmlns:a16="http://schemas.microsoft.com/office/drawing/2014/main" id="{A12FB3AC-994B-24E7-512F-35E98366F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00" name="Rectangle 594">
              <a:extLst>
                <a:ext uri="{FF2B5EF4-FFF2-40B4-BE49-F238E27FC236}">
                  <a16:creationId xmlns:a16="http://schemas.microsoft.com/office/drawing/2014/main" id="{03FEEE01-3D0B-4820-8E45-89F5F821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2" name="Group 595">
            <a:extLst>
              <a:ext uri="{FF2B5EF4-FFF2-40B4-BE49-F238E27FC236}">
                <a16:creationId xmlns:a16="http://schemas.microsoft.com/office/drawing/2014/main" id="{38772858-FAE2-A40B-3FB5-637E9D4AD5A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565525"/>
            <a:ext cx="1474788" cy="1463675"/>
            <a:chOff x="262" y="1078"/>
            <a:chExt cx="929" cy="922"/>
          </a:xfrm>
        </p:grpSpPr>
        <p:sp>
          <p:nvSpPr>
            <p:cNvPr id="43883" name="Rectangle 596">
              <a:extLst>
                <a:ext uri="{FF2B5EF4-FFF2-40B4-BE49-F238E27FC236}">
                  <a16:creationId xmlns:a16="http://schemas.microsoft.com/office/drawing/2014/main" id="{8F755A28-D1DA-C947-DCEF-C0EF9663D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4" name="Rectangle 597">
              <a:extLst>
                <a:ext uri="{FF2B5EF4-FFF2-40B4-BE49-F238E27FC236}">
                  <a16:creationId xmlns:a16="http://schemas.microsoft.com/office/drawing/2014/main" id="{53EDEFB2-DFDB-C5ED-6916-16C0C705B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5" name="Rectangle 598">
              <a:extLst>
                <a:ext uri="{FF2B5EF4-FFF2-40B4-BE49-F238E27FC236}">
                  <a16:creationId xmlns:a16="http://schemas.microsoft.com/office/drawing/2014/main" id="{75F51B15-1CA6-A9C9-01CB-1577AB3B8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6" name="Rectangle 599">
              <a:extLst>
                <a:ext uri="{FF2B5EF4-FFF2-40B4-BE49-F238E27FC236}">
                  <a16:creationId xmlns:a16="http://schemas.microsoft.com/office/drawing/2014/main" id="{FF32A3EC-E7D9-3224-D671-FD7B26B8F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7" name="Rectangle 600">
              <a:extLst>
                <a:ext uri="{FF2B5EF4-FFF2-40B4-BE49-F238E27FC236}">
                  <a16:creationId xmlns:a16="http://schemas.microsoft.com/office/drawing/2014/main" id="{3EE48610-1064-D82A-C1F0-96BD07E3B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8" name="Rectangle 601">
              <a:extLst>
                <a:ext uri="{FF2B5EF4-FFF2-40B4-BE49-F238E27FC236}">
                  <a16:creationId xmlns:a16="http://schemas.microsoft.com/office/drawing/2014/main" id="{9012E3F3-D2A5-A553-1B8D-C3640723D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9" name="Rectangle 602">
              <a:extLst>
                <a:ext uri="{FF2B5EF4-FFF2-40B4-BE49-F238E27FC236}">
                  <a16:creationId xmlns:a16="http://schemas.microsoft.com/office/drawing/2014/main" id="{57A1BCFC-6E66-F418-AD4E-6A887C2EF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0" name="Rectangle 603">
              <a:extLst>
                <a:ext uri="{FF2B5EF4-FFF2-40B4-BE49-F238E27FC236}">
                  <a16:creationId xmlns:a16="http://schemas.microsoft.com/office/drawing/2014/main" id="{D3273C13-A09E-8334-4C96-B702E84F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91" name="Rectangle 604">
              <a:extLst>
                <a:ext uri="{FF2B5EF4-FFF2-40B4-BE49-F238E27FC236}">
                  <a16:creationId xmlns:a16="http://schemas.microsoft.com/office/drawing/2014/main" id="{EF7007E5-D556-4D5D-4AA5-973F317D1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3" name="Group 605">
            <a:extLst>
              <a:ext uri="{FF2B5EF4-FFF2-40B4-BE49-F238E27FC236}">
                <a16:creationId xmlns:a16="http://schemas.microsoft.com/office/drawing/2014/main" id="{9A0D348B-A170-FD30-A270-D24E72DE06CA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3565525"/>
            <a:ext cx="1474788" cy="1463675"/>
            <a:chOff x="262" y="1078"/>
            <a:chExt cx="929" cy="922"/>
          </a:xfrm>
        </p:grpSpPr>
        <p:sp>
          <p:nvSpPr>
            <p:cNvPr id="43874" name="Rectangle 606">
              <a:extLst>
                <a:ext uri="{FF2B5EF4-FFF2-40B4-BE49-F238E27FC236}">
                  <a16:creationId xmlns:a16="http://schemas.microsoft.com/office/drawing/2014/main" id="{40D9DD73-0B81-5AEC-48F3-7F13A03C1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5" name="Rectangle 607">
              <a:extLst>
                <a:ext uri="{FF2B5EF4-FFF2-40B4-BE49-F238E27FC236}">
                  <a16:creationId xmlns:a16="http://schemas.microsoft.com/office/drawing/2014/main" id="{6C1E059E-B5CC-8374-65CC-087CD76AA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6" name="Rectangle 608">
              <a:extLst>
                <a:ext uri="{FF2B5EF4-FFF2-40B4-BE49-F238E27FC236}">
                  <a16:creationId xmlns:a16="http://schemas.microsoft.com/office/drawing/2014/main" id="{93DE95C3-08F1-300C-2482-F3ECCF253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7" name="Rectangle 609">
              <a:extLst>
                <a:ext uri="{FF2B5EF4-FFF2-40B4-BE49-F238E27FC236}">
                  <a16:creationId xmlns:a16="http://schemas.microsoft.com/office/drawing/2014/main" id="{F1229D7F-EECE-6297-E3A1-F82D3E3CF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8" name="Rectangle 610">
              <a:extLst>
                <a:ext uri="{FF2B5EF4-FFF2-40B4-BE49-F238E27FC236}">
                  <a16:creationId xmlns:a16="http://schemas.microsoft.com/office/drawing/2014/main" id="{1B6C115D-4FCD-2D02-CE5A-9FE6B296B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9" name="Rectangle 611">
              <a:extLst>
                <a:ext uri="{FF2B5EF4-FFF2-40B4-BE49-F238E27FC236}">
                  <a16:creationId xmlns:a16="http://schemas.microsoft.com/office/drawing/2014/main" id="{80358183-66F7-4358-BFFC-334ADF709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0" name="Rectangle 612">
              <a:extLst>
                <a:ext uri="{FF2B5EF4-FFF2-40B4-BE49-F238E27FC236}">
                  <a16:creationId xmlns:a16="http://schemas.microsoft.com/office/drawing/2014/main" id="{0F09CC54-A73D-32AA-C92A-96142D74E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1" name="Rectangle 613">
              <a:extLst>
                <a:ext uri="{FF2B5EF4-FFF2-40B4-BE49-F238E27FC236}">
                  <a16:creationId xmlns:a16="http://schemas.microsoft.com/office/drawing/2014/main" id="{FB335203-ECF1-F1F6-1162-71C7BE449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82" name="Rectangle 614">
              <a:extLst>
                <a:ext uri="{FF2B5EF4-FFF2-40B4-BE49-F238E27FC236}">
                  <a16:creationId xmlns:a16="http://schemas.microsoft.com/office/drawing/2014/main" id="{6C07D8D7-F604-BF41-6DCA-93271C1CC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4" name="Group 615">
            <a:extLst>
              <a:ext uri="{FF2B5EF4-FFF2-40B4-BE49-F238E27FC236}">
                <a16:creationId xmlns:a16="http://schemas.microsoft.com/office/drawing/2014/main" id="{3C9F21FF-9CF7-DB0D-F810-E43CFFC307C6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3565525"/>
            <a:ext cx="1474788" cy="1463675"/>
            <a:chOff x="262" y="1078"/>
            <a:chExt cx="929" cy="922"/>
          </a:xfrm>
        </p:grpSpPr>
        <p:sp>
          <p:nvSpPr>
            <p:cNvPr id="43865" name="Rectangle 616">
              <a:extLst>
                <a:ext uri="{FF2B5EF4-FFF2-40B4-BE49-F238E27FC236}">
                  <a16:creationId xmlns:a16="http://schemas.microsoft.com/office/drawing/2014/main" id="{3FED4ED2-74C6-1B01-892C-B0A88F719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6" name="Rectangle 617">
              <a:extLst>
                <a:ext uri="{FF2B5EF4-FFF2-40B4-BE49-F238E27FC236}">
                  <a16:creationId xmlns:a16="http://schemas.microsoft.com/office/drawing/2014/main" id="{638D695B-69D6-F28B-2E77-2B601A6AD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7" name="Rectangle 618">
              <a:extLst>
                <a:ext uri="{FF2B5EF4-FFF2-40B4-BE49-F238E27FC236}">
                  <a16:creationId xmlns:a16="http://schemas.microsoft.com/office/drawing/2014/main" id="{F438B395-E72C-3A57-FAC7-690F276A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8" name="Rectangle 619">
              <a:extLst>
                <a:ext uri="{FF2B5EF4-FFF2-40B4-BE49-F238E27FC236}">
                  <a16:creationId xmlns:a16="http://schemas.microsoft.com/office/drawing/2014/main" id="{F149D521-6439-14FB-F3F7-D65E4014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9" name="Rectangle 620">
              <a:extLst>
                <a:ext uri="{FF2B5EF4-FFF2-40B4-BE49-F238E27FC236}">
                  <a16:creationId xmlns:a16="http://schemas.microsoft.com/office/drawing/2014/main" id="{D8D12A7C-8C9F-B7B7-5AA7-35C73C0B9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0" name="Rectangle 621">
              <a:extLst>
                <a:ext uri="{FF2B5EF4-FFF2-40B4-BE49-F238E27FC236}">
                  <a16:creationId xmlns:a16="http://schemas.microsoft.com/office/drawing/2014/main" id="{9F9AD0B3-7207-6E83-094B-85D7EF146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1" name="Rectangle 622">
              <a:extLst>
                <a:ext uri="{FF2B5EF4-FFF2-40B4-BE49-F238E27FC236}">
                  <a16:creationId xmlns:a16="http://schemas.microsoft.com/office/drawing/2014/main" id="{BD16518F-BA65-7645-39FD-6870ED688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2" name="Rectangle 623">
              <a:extLst>
                <a:ext uri="{FF2B5EF4-FFF2-40B4-BE49-F238E27FC236}">
                  <a16:creationId xmlns:a16="http://schemas.microsoft.com/office/drawing/2014/main" id="{FEF7BF35-4834-E75A-79CB-A4CE6DE4D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73" name="Rectangle 624">
              <a:extLst>
                <a:ext uri="{FF2B5EF4-FFF2-40B4-BE49-F238E27FC236}">
                  <a16:creationId xmlns:a16="http://schemas.microsoft.com/office/drawing/2014/main" id="{DF2231CC-041C-B822-CE7C-535A74BA8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5" name="Group 625">
            <a:extLst>
              <a:ext uri="{FF2B5EF4-FFF2-40B4-BE49-F238E27FC236}">
                <a16:creationId xmlns:a16="http://schemas.microsoft.com/office/drawing/2014/main" id="{491D5C32-7748-D3D9-7CEF-5A85CC875CFE}"/>
              </a:ext>
            </a:extLst>
          </p:cNvPr>
          <p:cNvGrpSpPr>
            <a:grpSpLocks/>
          </p:cNvGrpSpPr>
          <p:nvPr/>
        </p:nvGrpSpPr>
        <p:grpSpPr bwMode="auto">
          <a:xfrm>
            <a:off x="-82550" y="4038600"/>
            <a:ext cx="1474788" cy="1463675"/>
            <a:chOff x="262" y="1078"/>
            <a:chExt cx="929" cy="922"/>
          </a:xfrm>
        </p:grpSpPr>
        <p:sp>
          <p:nvSpPr>
            <p:cNvPr id="43856" name="Rectangle 626">
              <a:extLst>
                <a:ext uri="{FF2B5EF4-FFF2-40B4-BE49-F238E27FC236}">
                  <a16:creationId xmlns:a16="http://schemas.microsoft.com/office/drawing/2014/main" id="{D830DFAB-C265-DE9F-7D7E-BE6ECC027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7" name="Rectangle 627">
              <a:extLst>
                <a:ext uri="{FF2B5EF4-FFF2-40B4-BE49-F238E27FC236}">
                  <a16:creationId xmlns:a16="http://schemas.microsoft.com/office/drawing/2014/main" id="{2A1DE6AB-B387-7488-40D3-AA07F6DD3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8" name="Rectangle 628">
              <a:extLst>
                <a:ext uri="{FF2B5EF4-FFF2-40B4-BE49-F238E27FC236}">
                  <a16:creationId xmlns:a16="http://schemas.microsoft.com/office/drawing/2014/main" id="{6EEC8E33-CEEF-A63D-F1C9-A028A0343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9" name="Rectangle 629">
              <a:extLst>
                <a:ext uri="{FF2B5EF4-FFF2-40B4-BE49-F238E27FC236}">
                  <a16:creationId xmlns:a16="http://schemas.microsoft.com/office/drawing/2014/main" id="{CE5265F8-BDC7-4C34-5871-6FCCB8730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0" name="Rectangle 630">
              <a:extLst>
                <a:ext uri="{FF2B5EF4-FFF2-40B4-BE49-F238E27FC236}">
                  <a16:creationId xmlns:a16="http://schemas.microsoft.com/office/drawing/2014/main" id="{024A1B26-9719-7BD8-D7C1-644DB474A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1" name="Rectangle 631">
              <a:extLst>
                <a:ext uri="{FF2B5EF4-FFF2-40B4-BE49-F238E27FC236}">
                  <a16:creationId xmlns:a16="http://schemas.microsoft.com/office/drawing/2014/main" id="{00BE60D3-F138-5C22-DAC3-2BE62744C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2" name="Rectangle 632">
              <a:extLst>
                <a:ext uri="{FF2B5EF4-FFF2-40B4-BE49-F238E27FC236}">
                  <a16:creationId xmlns:a16="http://schemas.microsoft.com/office/drawing/2014/main" id="{B0B584B6-59FD-3275-2439-AACF4E7D4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3" name="Rectangle 633">
              <a:extLst>
                <a:ext uri="{FF2B5EF4-FFF2-40B4-BE49-F238E27FC236}">
                  <a16:creationId xmlns:a16="http://schemas.microsoft.com/office/drawing/2014/main" id="{DF77BF28-4327-A102-62A3-FF797138A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64" name="Rectangle 634">
              <a:extLst>
                <a:ext uri="{FF2B5EF4-FFF2-40B4-BE49-F238E27FC236}">
                  <a16:creationId xmlns:a16="http://schemas.microsoft.com/office/drawing/2014/main" id="{D8B541DE-8D61-603E-9CD0-E74D9A347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6" name="Group 635">
            <a:extLst>
              <a:ext uri="{FF2B5EF4-FFF2-40B4-BE49-F238E27FC236}">
                <a16:creationId xmlns:a16="http://schemas.microsoft.com/office/drawing/2014/main" id="{05096590-EFA2-A403-4729-37A5981208EC}"/>
              </a:ext>
            </a:extLst>
          </p:cNvPr>
          <p:cNvGrpSpPr>
            <a:grpSpLocks/>
          </p:cNvGrpSpPr>
          <p:nvPr/>
        </p:nvGrpSpPr>
        <p:grpSpPr bwMode="auto">
          <a:xfrm>
            <a:off x="404813" y="4038600"/>
            <a:ext cx="1474787" cy="1463675"/>
            <a:chOff x="262" y="1078"/>
            <a:chExt cx="929" cy="922"/>
          </a:xfrm>
        </p:grpSpPr>
        <p:sp>
          <p:nvSpPr>
            <p:cNvPr id="43847" name="Rectangle 636">
              <a:extLst>
                <a:ext uri="{FF2B5EF4-FFF2-40B4-BE49-F238E27FC236}">
                  <a16:creationId xmlns:a16="http://schemas.microsoft.com/office/drawing/2014/main" id="{1F9053BF-B379-12B0-ABAA-ED0C694EE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8" name="Rectangle 637">
              <a:extLst>
                <a:ext uri="{FF2B5EF4-FFF2-40B4-BE49-F238E27FC236}">
                  <a16:creationId xmlns:a16="http://schemas.microsoft.com/office/drawing/2014/main" id="{1B72AFBD-4EEF-16EA-16A9-966C627D9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9" name="Rectangle 638">
              <a:extLst>
                <a:ext uri="{FF2B5EF4-FFF2-40B4-BE49-F238E27FC236}">
                  <a16:creationId xmlns:a16="http://schemas.microsoft.com/office/drawing/2014/main" id="{CB7EE701-EB7C-8900-0C7B-A53894A2D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0" name="Rectangle 639">
              <a:extLst>
                <a:ext uri="{FF2B5EF4-FFF2-40B4-BE49-F238E27FC236}">
                  <a16:creationId xmlns:a16="http://schemas.microsoft.com/office/drawing/2014/main" id="{61B9810F-375D-FBFD-9684-BB9A992E5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1" name="Rectangle 640">
              <a:extLst>
                <a:ext uri="{FF2B5EF4-FFF2-40B4-BE49-F238E27FC236}">
                  <a16:creationId xmlns:a16="http://schemas.microsoft.com/office/drawing/2014/main" id="{94A2A19D-3AED-C53E-67BD-0652505AF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2" name="Rectangle 641">
              <a:extLst>
                <a:ext uri="{FF2B5EF4-FFF2-40B4-BE49-F238E27FC236}">
                  <a16:creationId xmlns:a16="http://schemas.microsoft.com/office/drawing/2014/main" id="{4E7DE496-14F8-E434-FDF8-5F845E904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3" name="Rectangle 642">
              <a:extLst>
                <a:ext uri="{FF2B5EF4-FFF2-40B4-BE49-F238E27FC236}">
                  <a16:creationId xmlns:a16="http://schemas.microsoft.com/office/drawing/2014/main" id="{027E8BA2-DC07-3216-6E5B-6C33E4C1C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4" name="Rectangle 643">
              <a:extLst>
                <a:ext uri="{FF2B5EF4-FFF2-40B4-BE49-F238E27FC236}">
                  <a16:creationId xmlns:a16="http://schemas.microsoft.com/office/drawing/2014/main" id="{3FC49D4C-614C-D798-B912-D98DDDCDB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55" name="Rectangle 644">
              <a:extLst>
                <a:ext uri="{FF2B5EF4-FFF2-40B4-BE49-F238E27FC236}">
                  <a16:creationId xmlns:a16="http://schemas.microsoft.com/office/drawing/2014/main" id="{A7F31A01-646E-3C17-20B3-C270F1DAA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7" name="Group 645">
            <a:extLst>
              <a:ext uri="{FF2B5EF4-FFF2-40B4-BE49-F238E27FC236}">
                <a16:creationId xmlns:a16="http://schemas.microsoft.com/office/drawing/2014/main" id="{72EB9C2F-F442-B9DB-93F4-3B2499D5C831}"/>
              </a:ext>
            </a:extLst>
          </p:cNvPr>
          <p:cNvGrpSpPr>
            <a:grpSpLocks/>
          </p:cNvGrpSpPr>
          <p:nvPr/>
        </p:nvGrpSpPr>
        <p:grpSpPr bwMode="auto">
          <a:xfrm>
            <a:off x="901700" y="4038600"/>
            <a:ext cx="1474788" cy="1463675"/>
            <a:chOff x="262" y="1078"/>
            <a:chExt cx="929" cy="922"/>
          </a:xfrm>
        </p:grpSpPr>
        <p:sp>
          <p:nvSpPr>
            <p:cNvPr id="43838" name="Rectangle 646">
              <a:extLst>
                <a:ext uri="{FF2B5EF4-FFF2-40B4-BE49-F238E27FC236}">
                  <a16:creationId xmlns:a16="http://schemas.microsoft.com/office/drawing/2014/main" id="{FD4FF2E2-DA1C-7E0F-FBCD-532435216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9" name="Rectangle 647">
              <a:extLst>
                <a:ext uri="{FF2B5EF4-FFF2-40B4-BE49-F238E27FC236}">
                  <a16:creationId xmlns:a16="http://schemas.microsoft.com/office/drawing/2014/main" id="{775F73EA-C726-8B6E-2F4C-BA63A0B3A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0" name="Rectangle 648">
              <a:extLst>
                <a:ext uri="{FF2B5EF4-FFF2-40B4-BE49-F238E27FC236}">
                  <a16:creationId xmlns:a16="http://schemas.microsoft.com/office/drawing/2014/main" id="{75E6B638-119E-B7C1-3068-157DE6B52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1" name="Rectangle 649">
              <a:extLst>
                <a:ext uri="{FF2B5EF4-FFF2-40B4-BE49-F238E27FC236}">
                  <a16:creationId xmlns:a16="http://schemas.microsoft.com/office/drawing/2014/main" id="{7757DB90-B321-A6CF-3A62-DDACF4B6E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2" name="Rectangle 650">
              <a:extLst>
                <a:ext uri="{FF2B5EF4-FFF2-40B4-BE49-F238E27FC236}">
                  <a16:creationId xmlns:a16="http://schemas.microsoft.com/office/drawing/2014/main" id="{FDB1EC4B-33AE-DF8C-99D6-68A8756CB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3" name="Rectangle 651">
              <a:extLst>
                <a:ext uri="{FF2B5EF4-FFF2-40B4-BE49-F238E27FC236}">
                  <a16:creationId xmlns:a16="http://schemas.microsoft.com/office/drawing/2014/main" id="{3531F807-0AD4-4BFB-2606-3B1A78A81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4" name="Rectangle 652">
              <a:extLst>
                <a:ext uri="{FF2B5EF4-FFF2-40B4-BE49-F238E27FC236}">
                  <a16:creationId xmlns:a16="http://schemas.microsoft.com/office/drawing/2014/main" id="{4DD21573-EC7B-7581-A57D-CBBFAB627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5" name="Rectangle 653">
              <a:extLst>
                <a:ext uri="{FF2B5EF4-FFF2-40B4-BE49-F238E27FC236}">
                  <a16:creationId xmlns:a16="http://schemas.microsoft.com/office/drawing/2014/main" id="{45CBB595-D38F-A570-1D25-3BEEC05F8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46" name="Rectangle 654">
              <a:extLst>
                <a:ext uri="{FF2B5EF4-FFF2-40B4-BE49-F238E27FC236}">
                  <a16:creationId xmlns:a16="http://schemas.microsoft.com/office/drawing/2014/main" id="{0304E35E-3376-237D-A7E9-8D0E4D869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8" name="Group 655">
            <a:extLst>
              <a:ext uri="{FF2B5EF4-FFF2-40B4-BE49-F238E27FC236}">
                <a16:creationId xmlns:a16="http://schemas.microsoft.com/office/drawing/2014/main" id="{D0DFBD6D-B72E-8ABA-1F33-F4C82C5BE207}"/>
              </a:ext>
            </a:extLst>
          </p:cNvPr>
          <p:cNvGrpSpPr>
            <a:grpSpLocks/>
          </p:cNvGrpSpPr>
          <p:nvPr/>
        </p:nvGrpSpPr>
        <p:grpSpPr bwMode="auto">
          <a:xfrm>
            <a:off x="1873250" y="4038600"/>
            <a:ext cx="1474788" cy="1463675"/>
            <a:chOff x="262" y="1078"/>
            <a:chExt cx="929" cy="922"/>
          </a:xfrm>
        </p:grpSpPr>
        <p:sp>
          <p:nvSpPr>
            <p:cNvPr id="43829" name="Rectangle 656">
              <a:extLst>
                <a:ext uri="{FF2B5EF4-FFF2-40B4-BE49-F238E27FC236}">
                  <a16:creationId xmlns:a16="http://schemas.microsoft.com/office/drawing/2014/main" id="{0E5CE2C7-B6B8-8188-89AA-7BBD99A9D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0" name="Rectangle 657">
              <a:extLst>
                <a:ext uri="{FF2B5EF4-FFF2-40B4-BE49-F238E27FC236}">
                  <a16:creationId xmlns:a16="http://schemas.microsoft.com/office/drawing/2014/main" id="{6658A826-9862-F060-6D38-76A8B78A4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1" name="Rectangle 658">
              <a:extLst>
                <a:ext uri="{FF2B5EF4-FFF2-40B4-BE49-F238E27FC236}">
                  <a16:creationId xmlns:a16="http://schemas.microsoft.com/office/drawing/2014/main" id="{4CC45DB7-7DD4-58F4-B03D-3E93723BB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2" name="Rectangle 659">
              <a:extLst>
                <a:ext uri="{FF2B5EF4-FFF2-40B4-BE49-F238E27FC236}">
                  <a16:creationId xmlns:a16="http://schemas.microsoft.com/office/drawing/2014/main" id="{2DBF02E7-D5BE-CC07-8B43-A696A9DF4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3" name="Rectangle 660">
              <a:extLst>
                <a:ext uri="{FF2B5EF4-FFF2-40B4-BE49-F238E27FC236}">
                  <a16:creationId xmlns:a16="http://schemas.microsoft.com/office/drawing/2014/main" id="{D65B8185-9B96-6D97-3A12-2B1608D25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4" name="Rectangle 661">
              <a:extLst>
                <a:ext uri="{FF2B5EF4-FFF2-40B4-BE49-F238E27FC236}">
                  <a16:creationId xmlns:a16="http://schemas.microsoft.com/office/drawing/2014/main" id="{3CAADB24-A539-5BE3-4A9C-BD77C6F43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5" name="Rectangle 662">
              <a:extLst>
                <a:ext uri="{FF2B5EF4-FFF2-40B4-BE49-F238E27FC236}">
                  <a16:creationId xmlns:a16="http://schemas.microsoft.com/office/drawing/2014/main" id="{364FA437-C2EE-9561-46CA-58B44419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6" name="Rectangle 663">
              <a:extLst>
                <a:ext uri="{FF2B5EF4-FFF2-40B4-BE49-F238E27FC236}">
                  <a16:creationId xmlns:a16="http://schemas.microsoft.com/office/drawing/2014/main" id="{7165633A-2DE0-4D9F-9D23-AD77753A5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37" name="Rectangle 664">
              <a:extLst>
                <a:ext uri="{FF2B5EF4-FFF2-40B4-BE49-F238E27FC236}">
                  <a16:creationId xmlns:a16="http://schemas.microsoft.com/office/drawing/2014/main" id="{6646FBA8-715E-2AF9-9B9F-AFB7E313B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59" name="Group 665">
            <a:extLst>
              <a:ext uri="{FF2B5EF4-FFF2-40B4-BE49-F238E27FC236}">
                <a16:creationId xmlns:a16="http://schemas.microsoft.com/office/drawing/2014/main" id="{0BA8310D-8BEB-1541-73C6-2CC4CF1425D4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4038600"/>
            <a:ext cx="1474788" cy="1463675"/>
            <a:chOff x="262" y="1078"/>
            <a:chExt cx="929" cy="922"/>
          </a:xfrm>
        </p:grpSpPr>
        <p:sp>
          <p:nvSpPr>
            <p:cNvPr id="43820" name="Rectangle 666">
              <a:extLst>
                <a:ext uri="{FF2B5EF4-FFF2-40B4-BE49-F238E27FC236}">
                  <a16:creationId xmlns:a16="http://schemas.microsoft.com/office/drawing/2014/main" id="{27F3F8BE-8992-5144-BDC1-4454EF7F4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1" name="Rectangle 667">
              <a:extLst>
                <a:ext uri="{FF2B5EF4-FFF2-40B4-BE49-F238E27FC236}">
                  <a16:creationId xmlns:a16="http://schemas.microsoft.com/office/drawing/2014/main" id="{ABD14700-EA9E-E8CE-1D12-616BE623B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2" name="Rectangle 668">
              <a:extLst>
                <a:ext uri="{FF2B5EF4-FFF2-40B4-BE49-F238E27FC236}">
                  <a16:creationId xmlns:a16="http://schemas.microsoft.com/office/drawing/2014/main" id="{70634292-E3AA-7FC1-290B-FB303104C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3" name="Rectangle 669">
              <a:extLst>
                <a:ext uri="{FF2B5EF4-FFF2-40B4-BE49-F238E27FC236}">
                  <a16:creationId xmlns:a16="http://schemas.microsoft.com/office/drawing/2014/main" id="{887F3D36-5BE8-652D-4A29-D617F1F50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4" name="Rectangle 670">
              <a:extLst>
                <a:ext uri="{FF2B5EF4-FFF2-40B4-BE49-F238E27FC236}">
                  <a16:creationId xmlns:a16="http://schemas.microsoft.com/office/drawing/2014/main" id="{8BC472DB-9EBF-68FC-1E68-53BB2357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5" name="Rectangle 671">
              <a:extLst>
                <a:ext uri="{FF2B5EF4-FFF2-40B4-BE49-F238E27FC236}">
                  <a16:creationId xmlns:a16="http://schemas.microsoft.com/office/drawing/2014/main" id="{CDB9A153-6D00-5D75-5DDB-609954F38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6" name="Rectangle 672">
              <a:extLst>
                <a:ext uri="{FF2B5EF4-FFF2-40B4-BE49-F238E27FC236}">
                  <a16:creationId xmlns:a16="http://schemas.microsoft.com/office/drawing/2014/main" id="{ACC08B45-657B-2017-B2BF-7B31C67C7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7" name="Rectangle 673">
              <a:extLst>
                <a:ext uri="{FF2B5EF4-FFF2-40B4-BE49-F238E27FC236}">
                  <a16:creationId xmlns:a16="http://schemas.microsoft.com/office/drawing/2014/main" id="{F286F20F-8AF2-C2B2-9374-4D277948E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28" name="Rectangle 674">
              <a:extLst>
                <a:ext uri="{FF2B5EF4-FFF2-40B4-BE49-F238E27FC236}">
                  <a16:creationId xmlns:a16="http://schemas.microsoft.com/office/drawing/2014/main" id="{D92474BD-9D85-DD68-2201-5155AD81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60" name="Group 675">
            <a:extLst>
              <a:ext uri="{FF2B5EF4-FFF2-40B4-BE49-F238E27FC236}">
                <a16:creationId xmlns:a16="http://schemas.microsoft.com/office/drawing/2014/main" id="{C7F7FA40-F83C-07F4-E804-E3DCDE720F93}"/>
              </a:ext>
            </a:extLst>
          </p:cNvPr>
          <p:cNvGrpSpPr>
            <a:grpSpLocks/>
          </p:cNvGrpSpPr>
          <p:nvPr/>
        </p:nvGrpSpPr>
        <p:grpSpPr bwMode="auto">
          <a:xfrm>
            <a:off x="2843213" y="4038600"/>
            <a:ext cx="1474787" cy="1463675"/>
            <a:chOff x="262" y="1078"/>
            <a:chExt cx="929" cy="922"/>
          </a:xfrm>
        </p:grpSpPr>
        <p:sp>
          <p:nvSpPr>
            <p:cNvPr id="43811" name="Rectangle 676">
              <a:extLst>
                <a:ext uri="{FF2B5EF4-FFF2-40B4-BE49-F238E27FC236}">
                  <a16:creationId xmlns:a16="http://schemas.microsoft.com/office/drawing/2014/main" id="{63F317EF-3905-5392-2CBF-596F93D1A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2" name="Rectangle 677">
              <a:extLst>
                <a:ext uri="{FF2B5EF4-FFF2-40B4-BE49-F238E27FC236}">
                  <a16:creationId xmlns:a16="http://schemas.microsoft.com/office/drawing/2014/main" id="{78629BFA-1FC8-6AEC-1E01-5A278F987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3" name="Rectangle 678">
              <a:extLst>
                <a:ext uri="{FF2B5EF4-FFF2-40B4-BE49-F238E27FC236}">
                  <a16:creationId xmlns:a16="http://schemas.microsoft.com/office/drawing/2014/main" id="{AF74BAA6-8913-4D9C-6716-4A925827A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4" name="Rectangle 679">
              <a:extLst>
                <a:ext uri="{FF2B5EF4-FFF2-40B4-BE49-F238E27FC236}">
                  <a16:creationId xmlns:a16="http://schemas.microsoft.com/office/drawing/2014/main" id="{F96FF9FC-3B17-1576-F201-F957ADF0D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5" name="Rectangle 680">
              <a:extLst>
                <a:ext uri="{FF2B5EF4-FFF2-40B4-BE49-F238E27FC236}">
                  <a16:creationId xmlns:a16="http://schemas.microsoft.com/office/drawing/2014/main" id="{A009E83A-DD38-8DED-4A89-075FEEE7F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6" name="Rectangle 681">
              <a:extLst>
                <a:ext uri="{FF2B5EF4-FFF2-40B4-BE49-F238E27FC236}">
                  <a16:creationId xmlns:a16="http://schemas.microsoft.com/office/drawing/2014/main" id="{4B1400EA-04E4-6699-31B3-A1A922B24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7" name="Rectangle 682">
              <a:extLst>
                <a:ext uri="{FF2B5EF4-FFF2-40B4-BE49-F238E27FC236}">
                  <a16:creationId xmlns:a16="http://schemas.microsoft.com/office/drawing/2014/main" id="{71B6CD58-1547-483E-7469-48619035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8" name="Rectangle 683">
              <a:extLst>
                <a:ext uri="{FF2B5EF4-FFF2-40B4-BE49-F238E27FC236}">
                  <a16:creationId xmlns:a16="http://schemas.microsoft.com/office/drawing/2014/main" id="{F6CD82B4-D79E-B7B6-D089-2F24E7E44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9" name="Rectangle 684">
              <a:extLst>
                <a:ext uri="{FF2B5EF4-FFF2-40B4-BE49-F238E27FC236}">
                  <a16:creationId xmlns:a16="http://schemas.microsoft.com/office/drawing/2014/main" id="{F5784A5E-3903-CE8D-17CF-8B646791F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61" name="Group 685">
            <a:extLst>
              <a:ext uri="{FF2B5EF4-FFF2-40B4-BE49-F238E27FC236}">
                <a16:creationId xmlns:a16="http://schemas.microsoft.com/office/drawing/2014/main" id="{019ACE2D-7835-2349-E898-3582575E72B5}"/>
              </a:ext>
            </a:extLst>
          </p:cNvPr>
          <p:cNvGrpSpPr>
            <a:grpSpLocks/>
          </p:cNvGrpSpPr>
          <p:nvPr/>
        </p:nvGrpSpPr>
        <p:grpSpPr bwMode="auto">
          <a:xfrm>
            <a:off x="3335338" y="4038600"/>
            <a:ext cx="1474787" cy="1463675"/>
            <a:chOff x="262" y="1078"/>
            <a:chExt cx="929" cy="922"/>
          </a:xfrm>
        </p:grpSpPr>
        <p:sp>
          <p:nvSpPr>
            <p:cNvPr id="43802" name="Rectangle 686">
              <a:extLst>
                <a:ext uri="{FF2B5EF4-FFF2-40B4-BE49-F238E27FC236}">
                  <a16:creationId xmlns:a16="http://schemas.microsoft.com/office/drawing/2014/main" id="{61E41C69-3068-758A-AF9C-CF51420F4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3" name="Rectangle 687">
              <a:extLst>
                <a:ext uri="{FF2B5EF4-FFF2-40B4-BE49-F238E27FC236}">
                  <a16:creationId xmlns:a16="http://schemas.microsoft.com/office/drawing/2014/main" id="{9CDEC880-BA17-E6CE-7899-6F807F260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4" name="Rectangle 688">
              <a:extLst>
                <a:ext uri="{FF2B5EF4-FFF2-40B4-BE49-F238E27FC236}">
                  <a16:creationId xmlns:a16="http://schemas.microsoft.com/office/drawing/2014/main" id="{875DEAFE-BC6B-3562-8D91-E06DFA19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5" name="Rectangle 689">
              <a:extLst>
                <a:ext uri="{FF2B5EF4-FFF2-40B4-BE49-F238E27FC236}">
                  <a16:creationId xmlns:a16="http://schemas.microsoft.com/office/drawing/2014/main" id="{8A214113-1E43-8964-8C80-AEDE0295D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6" name="Rectangle 690">
              <a:extLst>
                <a:ext uri="{FF2B5EF4-FFF2-40B4-BE49-F238E27FC236}">
                  <a16:creationId xmlns:a16="http://schemas.microsoft.com/office/drawing/2014/main" id="{1BE53D07-2649-7AF1-9825-D5E8394D2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7" name="Rectangle 691">
              <a:extLst>
                <a:ext uri="{FF2B5EF4-FFF2-40B4-BE49-F238E27FC236}">
                  <a16:creationId xmlns:a16="http://schemas.microsoft.com/office/drawing/2014/main" id="{2FAE4772-61E8-00DB-5F2B-982F1E430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8" name="Rectangle 692">
              <a:extLst>
                <a:ext uri="{FF2B5EF4-FFF2-40B4-BE49-F238E27FC236}">
                  <a16:creationId xmlns:a16="http://schemas.microsoft.com/office/drawing/2014/main" id="{CE83AD67-CB35-3DBD-3E52-1619B2F9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9" name="Rectangle 693">
              <a:extLst>
                <a:ext uri="{FF2B5EF4-FFF2-40B4-BE49-F238E27FC236}">
                  <a16:creationId xmlns:a16="http://schemas.microsoft.com/office/drawing/2014/main" id="{30CD6A67-3014-3950-EA75-CFE0DB94A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10" name="Rectangle 694">
              <a:extLst>
                <a:ext uri="{FF2B5EF4-FFF2-40B4-BE49-F238E27FC236}">
                  <a16:creationId xmlns:a16="http://schemas.microsoft.com/office/drawing/2014/main" id="{08F5B497-CE5F-F2BB-0CCC-1E8461A10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62" name="Group 695">
            <a:extLst>
              <a:ext uri="{FF2B5EF4-FFF2-40B4-BE49-F238E27FC236}">
                <a16:creationId xmlns:a16="http://schemas.microsoft.com/office/drawing/2014/main" id="{CC307F6C-C411-C551-1F2F-3C7D9C8507FF}"/>
              </a:ext>
            </a:extLst>
          </p:cNvPr>
          <p:cNvGrpSpPr>
            <a:grpSpLocks/>
          </p:cNvGrpSpPr>
          <p:nvPr/>
        </p:nvGrpSpPr>
        <p:grpSpPr bwMode="auto">
          <a:xfrm>
            <a:off x="1398588" y="4038600"/>
            <a:ext cx="1474787" cy="1463675"/>
            <a:chOff x="262" y="1078"/>
            <a:chExt cx="929" cy="922"/>
          </a:xfrm>
        </p:grpSpPr>
        <p:sp>
          <p:nvSpPr>
            <p:cNvPr id="43793" name="Rectangle 696">
              <a:extLst>
                <a:ext uri="{FF2B5EF4-FFF2-40B4-BE49-F238E27FC236}">
                  <a16:creationId xmlns:a16="http://schemas.microsoft.com/office/drawing/2014/main" id="{89D328E5-B007-78DC-88C7-AA2B2519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4" name="Rectangle 697">
              <a:extLst>
                <a:ext uri="{FF2B5EF4-FFF2-40B4-BE49-F238E27FC236}">
                  <a16:creationId xmlns:a16="http://schemas.microsoft.com/office/drawing/2014/main" id="{F4DB8115-DECC-C04E-D00F-DB210A1B8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5" name="Rectangle 698">
              <a:extLst>
                <a:ext uri="{FF2B5EF4-FFF2-40B4-BE49-F238E27FC236}">
                  <a16:creationId xmlns:a16="http://schemas.microsoft.com/office/drawing/2014/main" id="{5851A1DB-F7CE-335C-BA5A-207244353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6" name="Rectangle 699">
              <a:extLst>
                <a:ext uri="{FF2B5EF4-FFF2-40B4-BE49-F238E27FC236}">
                  <a16:creationId xmlns:a16="http://schemas.microsoft.com/office/drawing/2014/main" id="{F618F9E8-485D-6067-C3BA-1F976B753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7" name="Rectangle 700">
              <a:extLst>
                <a:ext uri="{FF2B5EF4-FFF2-40B4-BE49-F238E27FC236}">
                  <a16:creationId xmlns:a16="http://schemas.microsoft.com/office/drawing/2014/main" id="{DA8FC40F-5F0F-6294-62CF-8C63D2416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8" name="Rectangle 701">
              <a:extLst>
                <a:ext uri="{FF2B5EF4-FFF2-40B4-BE49-F238E27FC236}">
                  <a16:creationId xmlns:a16="http://schemas.microsoft.com/office/drawing/2014/main" id="{267DFA70-05A1-7B6C-C5E1-1FDEBEC1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9" name="Rectangle 702">
              <a:extLst>
                <a:ext uri="{FF2B5EF4-FFF2-40B4-BE49-F238E27FC236}">
                  <a16:creationId xmlns:a16="http://schemas.microsoft.com/office/drawing/2014/main" id="{CFEE0F6E-3EAD-8B3B-A28B-042DF5E1A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0" name="Rectangle 703">
              <a:extLst>
                <a:ext uri="{FF2B5EF4-FFF2-40B4-BE49-F238E27FC236}">
                  <a16:creationId xmlns:a16="http://schemas.microsoft.com/office/drawing/2014/main" id="{633A92B4-4FB9-CC78-5A77-3E0CB4FF0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01" name="Rectangle 704">
              <a:extLst>
                <a:ext uri="{FF2B5EF4-FFF2-40B4-BE49-F238E27FC236}">
                  <a16:creationId xmlns:a16="http://schemas.microsoft.com/office/drawing/2014/main" id="{40472125-4AEF-EF7E-957A-57225F1CC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63" name="Group 705">
            <a:extLst>
              <a:ext uri="{FF2B5EF4-FFF2-40B4-BE49-F238E27FC236}">
                <a16:creationId xmlns:a16="http://schemas.microsoft.com/office/drawing/2014/main" id="{2994FCA4-A092-81F6-BAC2-571D7529782B}"/>
              </a:ext>
            </a:extLst>
          </p:cNvPr>
          <p:cNvGrpSpPr>
            <a:grpSpLocks/>
          </p:cNvGrpSpPr>
          <p:nvPr/>
        </p:nvGrpSpPr>
        <p:grpSpPr bwMode="auto">
          <a:xfrm>
            <a:off x="-84138" y="4535488"/>
            <a:ext cx="1474788" cy="1463675"/>
            <a:chOff x="262" y="1078"/>
            <a:chExt cx="929" cy="922"/>
          </a:xfrm>
        </p:grpSpPr>
        <p:sp>
          <p:nvSpPr>
            <p:cNvPr id="43784" name="Rectangle 706">
              <a:extLst>
                <a:ext uri="{FF2B5EF4-FFF2-40B4-BE49-F238E27FC236}">
                  <a16:creationId xmlns:a16="http://schemas.microsoft.com/office/drawing/2014/main" id="{32CC27F7-EFD8-B60A-F47B-3D99B42F0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5" name="Rectangle 707">
              <a:extLst>
                <a:ext uri="{FF2B5EF4-FFF2-40B4-BE49-F238E27FC236}">
                  <a16:creationId xmlns:a16="http://schemas.microsoft.com/office/drawing/2014/main" id="{E1A15149-84DA-1128-9479-F03BFC0C0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6" name="Rectangle 708">
              <a:extLst>
                <a:ext uri="{FF2B5EF4-FFF2-40B4-BE49-F238E27FC236}">
                  <a16:creationId xmlns:a16="http://schemas.microsoft.com/office/drawing/2014/main" id="{F5E5D485-FC5A-20A4-1404-57216EE11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7" name="Rectangle 709">
              <a:extLst>
                <a:ext uri="{FF2B5EF4-FFF2-40B4-BE49-F238E27FC236}">
                  <a16:creationId xmlns:a16="http://schemas.microsoft.com/office/drawing/2014/main" id="{1703D6FE-2B9B-D2AF-96EB-2DCF8FE85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8" name="Rectangle 710">
              <a:extLst>
                <a:ext uri="{FF2B5EF4-FFF2-40B4-BE49-F238E27FC236}">
                  <a16:creationId xmlns:a16="http://schemas.microsoft.com/office/drawing/2014/main" id="{0AECE93A-D187-B6DA-EEB5-3504E10C0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9" name="Rectangle 711">
              <a:extLst>
                <a:ext uri="{FF2B5EF4-FFF2-40B4-BE49-F238E27FC236}">
                  <a16:creationId xmlns:a16="http://schemas.microsoft.com/office/drawing/2014/main" id="{6F4F782C-F43C-0C5D-5D28-BA1F6514E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0" name="Rectangle 712">
              <a:extLst>
                <a:ext uri="{FF2B5EF4-FFF2-40B4-BE49-F238E27FC236}">
                  <a16:creationId xmlns:a16="http://schemas.microsoft.com/office/drawing/2014/main" id="{F633C924-993D-7F59-2518-F2A8BF1F3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1" name="Rectangle 713">
              <a:extLst>
                <a:ext uri="{FF2B5EF4-FFF2-40B4-BE49-F238E27FC236}">
                  <a16:creationId xmlns:a16="http://schemas.microsoft.com/office/drawing/2014/main" id="{BB0AFEA8-9953-9061-A9A5-1905F2BCD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92" name="Rectangle 714">
              <a:extLst>
                <a:ext uri="{FF2B5EF4-FFF2-40B4-BE49-F238E27FC236}">
                  <a16:creationId xmlns:a16="http://schemas.microsoft.com/office/drawing/2014/main" id="{084AA009-D1E1-8D19-4F6D-633E73045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96" name="Group 715">
            <a:extLst>
              <a:ext uri="{FF2B5EF4-FFF2-40B4-BE49-F238E27FC236}">
                <a16:creationId xmlns:a16="http://schemas.microsoft.com/office/drawing/2014/main" id="{0653DE88-4C33-EB53-4E3E-0D09F8DA02A6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4535488"/>
            <a:ext cx="1474788" cy="1463675"/>
            <a:chOff x="262" y="1078"/>
            <a:chExt cx="929" cy="922"/>
          </a:xfrm>
        </p:grpSpPr>
        <p:sp>
          <p:nvSpPr>
            <p:cNvPr id="43775" name="Rectangle 716">
              <a:extLst>
                <a:ext uri="{FF2B5EF4-FFF2-40B4-BE49-F238E27FC236}">
                  <a16:creationId xmlns:a16="http://schemas.microsoft.com/office/drawing/2014/main" id="{19C4DF9D-068B-220F-47B5-8FB6A4C99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6" name="Rectangle 717">
              <a:extLst>
                <a:ext uri="{FF2B5EF4-FFF2-40B4-BE49-F238E27FC236}">
                  <a16:creationId xmlns:a16="http://schemas.microsoft.com/office/drawing/2014/main" id="{08122CA6-4C19-6C76-A479-7FD43FD72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7" name="Rectangle 718">
              <a:extLst>
                <a:ext uri="{FF2B5EF4-FFF2-40B4-BE49-F238E27FC236}">
                  <a16:creationId xmlns:a16="http://schemas.microsoft.com/office/drawing/2014/main" id="{E81F4E51-F722-CB60-FCEE-3E5769EDF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8" name="Rectangle 719">
              <a:extLst>
                <a:ext uri="{FF2B5EF4-FFF2-40B4-BE49-F238E27FC236}">
                  <a16:creationId xmlns:a16="http://schemas.microsoft.com/office/drawing/2014/main" id="{8BF7C7A3-6268-8757-50A8-D3872FFC6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9" name="Rectangle 720">
              <a:extLst>
                <a:ext uri="{FF2B5EF4-FFF2-40B4-BE49-F238E27FC236}">
                  <a16:creationId xmlns:a16="http://schemas.microsoft.com/office/drawing/2014/main" id="{EE75C14F-478D-0F32-2599-D08014585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0" name="Rectangle 721">
              <a:extLst>
                <a:ext uri="{FF2B5EF4-FFF2-40B4-BE49-F238E27FC236}">
                  <a16:creationId xmlns:a16="http://schemas.microsoft.com/office/drawing/2014/main" id="{797D1E1E-8E7D-17EF-C1BB-57D2D1A34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1" name="Rectangle 722">
              <a:extLst>
                <a:ext uri="{FF2B5EF4-FFF2-40B4-BE49-F238E27FC236}">
                  <a16:creationId xmlns:a16="http://schemas.microsoft.com/office/drawing/2014/main" id="{9EDB6E66-1CDA-6A93-60BC-B17631E00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2" name="Rectangle 723">
              <a:extLst>
                <a:ext uri="{FF2B5EF4-FFF2-40B4-BE49-F238E27FC236}">
                  <a16:creationId xmlns:a16="http://schemas.microsoft.com/office/drawing/2014/main" id="{C77EC777-8619-DBA3-9B64-BF00CAE58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83" name="Rectangle 724">
              <a:extLst>
                <a:ext uri="{FF2B5EF4-FFF2-40B4-BE49-F238E27FC236}">
                  <a16:creationId xmlns:a16="http://schemas.microsoft.com/office/drawing/2014/main" id="{402FCC16-6830-B9C1-2E03-8D1DFD31B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97" name="Group 725">
            <a:extLst>
              <a:ext uri="{FF2B5EF4-FFF2-40B4-BE49-F238E27FC236}">
                <a16:creationId xmlns:a16="http://schemas.microsoft.com/office/drawing/2014/main" id="{BE8917F7-B06E-7197-BD39-12222CCFCC57}"/>
              </a:ext>
            </a:extLst>
          </p:cNvPr>
          <p:cNvGrpSpPr>
            <a:grpSpLocks/>
          </p:cNvGrpSpPr>
          <p:nvPr/>
        </p:nvGrpSpPr>
        <p:grpSpPr bwMode="auto">
          <a:xfrm>
            <a:off x="900113" y="4535488"/>
            <a:ext cx="1474787" cy="1463675"/>
            <a:chOff x="262" y="1078"/>
            <a:chExt cx="929" cy="922"/>
          </a:xfrm>
        </p:grpSpPr>
        <p:sp>
          <p:nvSpPr>
            <p:cNvPr id="43766" name="Rectangle 726">
              <a:extLst>
                <a:ext uri="{FF2B5EF4-FFF2-40B4-BE49-F238E27FC236}">
                  <a16:creationId xmlns:a16="http://schemas.microsoft.com/office/drawing/2014/main" id="{92E22B65-0B87-CE92-5415-46E0DC781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7" name="Rectangle 727">
              <a:extLst>
                <a:ext uri="{FF2B5EF4-FFF2-40B4-BE49-F238E27FC236}">
                  <a16:creationId xmlns:a16="http://schemas.microsoft.com/office/drawing/2014/main" id="{715C889A-C104-DC4E-8642-AAFA2AB77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8" name="Rectangle 728">
              <a:extLst>
                <a:ext uri="{FF2B5EF4-FFF2-40B4-BE49-F238E27FC236}">
                  <a16:creationId xmlns:a16="http://schemas.microsoft.com/office/drawing/2014/main" id="{A0B8E3B5-38FC-3625-8BD8-C00AA1DF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9" name="Rectangle 729">
              <a:extLst>
                <a:ext uri="{FF2B5EF4-FFF2-40B4-BE49-F238E27FC236}">
                  <a16:creationId xmlns:a16="http://schemas.microsoft.com/office/drawing/2014/main" id="{2ADD22C8-A334-B332-2FF8-9464B2E5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0" name="Rectangle 730">
              <a:extLst>
                <a:ext uri="{FF2B5EF4-FFF2-40B4-BE49-F238E27FC236}">
                  <a16:creationId xmlns:a16="http://schemas.microsoft.com/office/drawing/2014/main" id="{599F7DB0-30AD-ABA8-FF79-AB3A89577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1" name="Rectangle 731">
              <a:extLst>
                <a:ext uri="{FF2B5EF4-FFF2-40B4-BE49-F238E27FC236}">
                  <a16:creationId xmlns:a16="http://schemas.microsoft.com/office/drawing/2014/main" id="{BA24A505-56AD-0AEC-C9D1-8A526D997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2" name="Rectangle 732">
              <a:extLst>
                <a:ext uri="{FF2B5EF4-FFF2-40B4-BE49-F238E27FC236}">
                  <a16:creationId xmlns:a16="http://schemas.microsoft.com/office/drawing/2014/main" id="{6174A145-5D9C-10BA-B626-B6BDA11E3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3" name="Rectangle 733">
              <a:extLst>
                <a:ext uri="{FF2B5EF4-FFF2-40B4-BE49-F238E27FC236}">
                  <a16:creationId xmlns:a16="http://schemas.microsoft.com/office/drawing/2014/main" id="{86BC8FE6-0BC7-5E48-75B5-D15574920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74" name="Rectangle 734">
              <a:extLst>
                <a:ext uri="{FF2B5EF4-FFF2-40B4-BE49-F238E27FC236}">
                  <a16:creationId xmlns:a16="http://schemas.microsoft.com/office/drawing/2014/main" id="{2C3FC5B7-A591-8653-942C-33F1E7CCB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98" name="Group 735">
            <a:extLst>
              <a:ext uri="{FF2B5EF4-FFF2-40B4-BE49-F238E27FC236}">
                <a16:creationId xmlns:a16="http://schemas.microsoft.com/office/drawing/2014/main" id="{CE96ED32-CEA0-A81C-A65F-4EBC5A1E3B94}"/>
              </a:ext>
            </a:extLst>
          </p:cNvPr>
          <p:cNvGrpSpPr>
            <a:grpSpLocks/>
          </p:cNvGrpSpPr>
          <p:nvPr/>
        </p:nvGrpSpPr>
        <p:grpSpPr bwMode="auto">
          <a:xfrm>
            <a:off x="1871663" y="4535488"/>
            <a:ext cx="1474787" cy="1463675"/>
            <a:chOff x="262" y="1078"/>
            <a:chExt cx="929" cy="922"/>
          </a:xfrm>
        </p:grpSpPr>
        <p:sp>
          <p:nvSpPr>
            <p:cNvPr id="43757" name="Rectangle 736">
              <a:extLst>
                <a:ext uri="{FF2B5EF4-FFF2-40B4-BE49-F238E27FC236}">
                  <a16:creationId xmlns:a16="http://schemas.microsoft.com/office/drawing/2014/main" id="{86B99A16-7815-A6FC-7458-A476923AB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8" name="Rectangle 737">
              <a:extLst>
                <a:ext uri="{FF2B5EF4-FFF2-40B4-BE49-F238E27FC236}">
                  <a16:creationId xmlns:a16="http://schemas.microsoft.com/office/drawing/2014/main" id="{505D3B1B-9284-8717-A96B-52242CCC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9" name="Rectangle 738">
              <a:extLst>
                <a:ext uri="{FF2B5EF4-FFF2-40B4-BE49-F238E27FC236}">
                  <a16:creationId xmlns:a16="http://schemas.microsoft.com/office/drawing/2014/main" id="{511CACEA-D1FA-D20A-BDE6-484C37FF1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0" name="Rectangle 739">
              <a:extLst>
                <a:ext uri="{FF2B5EF4-FFF2-40B4-BE49-F238E27FC236}">
                  <a16:creationId xmlns:a16="http://schemas.microsoft.com/office/drawing/2014/main" id="{C56ABE88-CBB9-D8D4-7958-3B31EC8AA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1" name="Rectangle 740">
              <a:extLst>
                <a:ext uri="{FF2B5EF4-FFF2-40B4-BE49-F238E27FC236}">
                  <a16:creationId xmlns:a16="http://schemas.microsoft.com/office/drawing/2014/main" id="{4EE8B295-DD97-4F1F-021E-3760B89DC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2" name="Rectangle 741">
              <a:extLst>
                <a:ext uri="{FF2B5EF4-FFF2-40B4-BE49-F238E27FC236}">
                  <a16:creationId xmlns:a16="http://schemas.microsoft.com/office/drawing/2014/main" id="{C7BA2417-48C0-AE69-3CE2-F49FCB34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3" name="Rectangle 742">
              <a:extLst>
                <a:ext uri="{FF2B5EF4-FFF2-40B4-BE49-F238E27FC236}">
                  <a16:creationId xmlns:a16="http://schemas.microsoft.com/office/drawing/2014/main" id="{5185CBD3-A2A6-8772-85C3-7F891517D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4" name="Rectangle 743">
              <a:extLst>
                <a:ext uri="{FF2B5EF4-FFF2-40B4-BE49-F238E27FC236}">
                  <a16:creationId xmlns:a16="http://schemas.microsoft.com/office/drawing/2014/main" id="{DE7BCC82-FED3-54E9-91C3-96A623F3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65" name="Rectangle 744">
              <a:extLst>
                <a:ext uri="{FF2B5EF4-FFF2-40B4-BE49-F238E27FC236}">
                  <a16:creationId xmlns:a16="http://schemas.microsoft.com/office/drawing/2014/main" id="{B0A0E159-00E0-4528-B3E2-3F96D901E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99" name="Group 745">
            <a:extLst>
              <a:ext uri="{FF2B5EF4-FFF2-40B4-BE49-F238E27FC236}">
                <a16:creationId xmlns:a16="http://schemas.microsoft.com/office/drawing/2014/main" id="{F5C5AF1F-65DA-D260-0DF8-105FCDD4C0DA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4535488"/>
            <a:ext cx="1474787" cy="1463675"/>
            <a:chOff x="262" y="1078"/>
            <a:chExt cx="929" cy="922"/>
          </a:xfrm>
        </p:grpSpPr>
        <p:sp>
          <p:nvSpPr>
            <p:cNvPr id="43748" name="Rectangle 746">
              <a:extLst>
                <a:ext uri="{FF2B5EF4-FFF2-40B4-BE49-F238E27FC236}">
                  <a16:creationId xmlns:a16="http://schemas.microsoft.com/office/drawing/2014/main" id="{954649F5-25CF-2D15-2BB5-47738F4A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9" name="Rectangle 747">
              <a:extLst>
                <a:ext uri="{FF2B5EF4-FFF2-40B4-BE49-F238E27FC236}">
                  <a16:creationId xmlns:a16="http://schemas.microsoft.com/office/drawing/2014/main" id="{61C0904C-0183-AA9F-9A6D-51822DAF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0" name="Rectangle 748">
              <a:extLst>
                <a:ext uri="{FF2B5EF4-FFF2-40B4-BE49-F238E27FC236}">
                  <a16:creationId xmlns:a16="http://schemas.microsoft.com/office/drawing/2014/main" id="{28B5D265-B20B-CE95-7D08-DDE4ED41A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1" name="Rectangle 749">
              <a:extLst>
                <a:ext uri="{FF2B5EF4-FFF2-40B4-BE49-F238E27FC236}">
                  <a16:creationId xmlns:a16="http://schemas.microsoft.com/office/drawing/2014/main" id="{04118AB7-48F9-B42C-5A7E-E084C7517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2" name="Rectangle 750">
              <a:extLst>
                <a:ext uri="{FF2B5EF4-FFF2-40B4-BE49-F238E27FC236}">
                  <a16:creationId xmlns:a16="http://schemas.microsoft.com/office/drawing/2014/main" id="{68193F3E-B2E5-DA99-340A-2D8C544DA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3" name="Rectangle 751">
              <a:extLst>
                <a:ext uri="{FF2B5EF4-FFF2-40B4-BE49-F238E27FC236}">
                  <a16:creationId xmlns:a16="http://schemas.microsoft.com/office/drawing/2014/main" id="{A6ACC935-F6ED-8562-4200-092A759D1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4" name="Rectangle 752">
              <a:extLst>
                <a:ext uri="{FF2B5EF4-FFF2-40B4-BE49-F238E27FC236}">
                  <a16:creationId xmlns:a16="http://schemas.microsoft.com/office/drawing/2014/main" id="{CD5D9EE8-939C-9069-5F20-8539598A4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5" name="Rectangle 753">
              <a:extLst>
                <a:ext uri="{FF2B5EF4-FFF2-40B4-BE49-F238E27FC236}">
                  <a16:creationId xmlns:a16="http://schemas.microsoft.com/office/drawing/2014/main" id="{E614A0E0-B239-CE67-F692-8033EB702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56" name="Rectangle 754">
              <a:extLst>
                <a:ext uri="{FF2B5EF4-FFF2-40B4-BE49-F238E27FC236}">
                  <a16:creationId xmlns:a16="http://schemas.microsoft.com/office/drawing/2014/main" id="{AC2ACBA4-0AB3-9359-0A84-DABE0A4F0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0" name="Group 755">
            <a:extLst>
              <a:ext uri="{FF2B5EF4-FFF2-40B4-BE49-F238E27FC236}">
                <a16:creationId xmlns:a16="http://schemas.microsoft.com/office/drawing/2014/main" id="{633EDE04-3A16-06E7-9071-6F090BF75B53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4535488"/>
            <a:ext cx="1474788" cy="1463675"/>
            <a:chOff x="262" y="1078"/>
            <a:chExt cx="929" cy="922"/>
          </a:xfrm>
        </p:grpSpPr>
        <p:sp>
          <p:nvSpPr>
            <p:cNvPr id="43739" name="Rectangle 756">
              <a:extLst>
                <a:ext uri="{FF2B5EF4-FFF2-40B4-BE49-F238E27FC236}">
                  <a16:creationId xmlns:a16="http://schemas.microsoft.com/office/drawing/2014/main" id="{E63F2F49-5E39-3B45-F23A-E4F136F59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0" name="Rectangle 757">
              <a:extLst>
                <a:ext uri="{FF2B5EF4-FFF2-40B4-BE49-F238E27FC236}">
                  <a16:creationId xmlns:a16="http://schemas.microsoft.com/office/drawing/2014/main" id="{CC61AEE9-5C5A-09A3-7C1F-0A31B1DF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1" name="Rectangle 758">
              <a:extLst>
                <a:ext uri="{FF2B5EF4-FFF2-40B4-BE49-F238E27FC236}">
                  <a16:creationId xmlns:a16="http://schemas.microsoft.com/office/drawing/2014/main" id="{C98EC7E9-678D-6AB0-81BB-6EDA8BA0E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2" name="Rectangle 759">
              <a:extLst>
                <a:ext uri="{FF2B5EF4-FFF2-40B4-BE49-F238E27FC236}">
                  <a16:creationId xmlns:a16="http://schemas.microsoft.com/office/drawing/2014/main" id="{23161DD3-537D-1E10-59E7-61038709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3" name="Rectangle 760">
              <a:extLst>
                <a:ext uri="{FF2B5EF4-FFF2-40B4-BE49-F238E27FC236}">
                  <a16:creationId xmlns:a16="http://schemas.microsoft.com/office/drawing/2014/main" id="{830C8636-5127-26BB-2487-2B1002E9F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4" name="Rectangle 761">
              <a:extLst>
                <a:ext uri="{FF2B5EF4-FFF2-40B4-BE49-F238E27FC236}">
                  <a16:creationId xmlns:a16="http://schemas.microsoft.com/office/drawing/2014/main" id="{AF72C0A8-2061-4FBB-FF4F-7A14807CD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5" name="Rectangle 762">
              <a:extLst>
                <a:ext uri="{FF2B5EF4-FFF2-40B4-BE49-F238E27FC236}">
                  <a16:creationId xmlns:a16="http://schemas.microsoft.com/office/drawing/2014/main" id="{885E4522-4C9A-9C7B-FC7F-70C608D93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6" name="Rectangle 763">
              <a:extLst>
                <a:ext uri="{FF2B5EF4-FFF2-40B4-BE49-F238E27FC236}">
                  <a16:creationId xmlns:a16="http://schemas.microsoft.com/office/drawing/2014/main" id="{7DBBCD8F-FAA1-E7C1-6D24-8B01762C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47" name="Rectangle 764">
              <a:extLst>
                <a:ext uri="{FF2B5EF4-FFF2-40B4-BE49-F238E27FC236}">
                  <a16:creationId xmlns:a16="http://schemas.microsoft.com/office/drawing/2014/main" id="{27F91D20-BE71-E891-8DF4-50DD1588C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1" name="Group 765">
            <a:extLst>
              <a:ext uri="{FF2B5EF4-FFF2-40B4-BE49-F238E27FC236}">
                <a16:creationId xmlns:a16="http://schemas.microsoft.com/office/drawing/2014/main" id="{63ADA074-0271-A320-B4F4-B214D42DCCF4}"/>
              </a:ext>
            </a:extLst>
          </p:cNvPr>
          <p:cNvGrpSpPr>
            <a:grpSpLocks/>
          </p:cNvGrpSpPr>
          <p:nvPr/>
        </p:nvGrpSpPr>
        <p:grpSpPr bwMode="auto">
          <a:xfrm>
            <a:off x="3333750" y="4535488"/>
            <a:ext cx="1474788" cy="1463675"/>
            <a:chOff x="262" y="1078"/>
            <a:chExt cx="929" cy="922"/>
          </a:xfrm>
        </p:grpSpPr>
        <p:sp>
          <p:nvSpPr>
            <p:cNvPr id="43730" name="Rectangle 766">
              <a:extLst>
                <a:ext uri="{FF2B5EF4-FFF2-40B4-BE49-F238E27FC236}">
                  <a16:creationId xmlns:a16="http://schemas.microsoft.com/office/drawing/2014/main" id="{DBD95D9A-F760-D572-CDD1-4EDD037F7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1" name="Rectangle 767">
              <a:extLst>
                <a:ext uri="{FF2B5EF4-FFF2-40B4-BE49-F238E27FC236}">
                  <a16:creationId xmlns:a16="http://schemas.microsoft.com/office/drawing/2014/main" id="{793FD91E-B3D8-C8FA-C96E-80C99B5AF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2" name="Rectangle 768">
              <a:extLst>
                <a:ext uri="{FF2B5EF4-FFF2-40B4-BE49-F238E27FC236}">
                  <a16:creationId xmlns:a16="http://schemas.microsoft.com/office/drawing/2014/main" id="{C8923E6D-3509-9222-C2F2-8A4A205C0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3" name="Rectangle 769">
              <a:extLst>
                <a:ext uri="{FF2B5EF4-FFF2-40B4-BE49-F238E27FC236}">
                  <a16:creationId xmlns:a16="http://schemas.microsoft.com/office/drawing/2014/main" id="{E492A012-C1BF-ED37-119A-C79489C7F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4" name="Rectangle 770">
              <a:extLst>
                <a:ext uri="{FF2B5EF4-FFF2-40B4-BE49-F238E27FC236}">
                  <a16:creationId xmlns:a16="http://schemas.microsoft.com/office/drawing/2014/main" id="{5BA34506-6AD9-60FC-9B84-27B3F1EBD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5" name="Rectangle 771">
              <a:extLst>
                <a:ext uri="{FF2B5EF4-FFF2-40B4-BE49-F238E27FC236}">
                  <a16:creationId xmlns:a16="http://schemas.microsoft.com/office/drawing/2014/main" id="{836E574B-641B-B777-13C5-1C6A4798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6" name="Rectangle 772">
              <a:extLst>
                <a:ext uri="{FF2B5EF4-FFF2-40B4-BE49-F238E27FC236}">
                  <a16:creationId xmlns:a16="http://schemas.microsoft.com/office/drawing/2014/main" id="{40757A40-CCEB-36C4-1F41-B946E660F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7" name="Rectangle 773">
              <a:extLst>
                <a:ext uri="{FF2B5EF4-FFF2-40B4-BE49-F238E27FC236}">
                  <a16:creationId xmlns:a16="http://schemas.microsoft.com/office/drawing/2014/main" id="{BCFFE444-E9A4-4E97-D529-C50CA2CD7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38" name="Rectangle 774">
              <a:extLst>
                <a:ext uri="{FF2B5EF4-FFF2-40B4-BE49-F238E27FC236}">
                  <a16:creationId xmlns:a16="http://schemas.microsoft.com/office/drawing/2014/main" id="{A3DF83F4-F6CA-62CA-9D7E-51BC28475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2" name="Group 775">
            <a:extLst>
              <a:ext uri="{FF2B5EF4-FFF2-40B4-BE49-F238E27FC236}">
                <a16:creationId xmlns:a16="http://schemas.microsoft.com/office/drawing/2014/main" id="{363E451F-7F84-71DC-4816-54EF5DE4A0AC}"/>
              </a:ext>
            </a:extLst>
          </p:cNvPr>
          <p:cNvGrpSpPr>
            <a:grpSpLocks/>
          </p:cNvGrpSpPr>
          <p:nvPr/>
        </p:nvGrpSpPr>
        <p:grpSpPr bwMode="auto">
          <a:xfrm>
            <a:off x="1397000" y="4535488"/>
            <a:ext cx="1474788" cy="1463675"/>
            <a:chOff x="262" y="1078"/>
            <a:chExt cx="929" cy="922"/>
          </a:xfrm>
        </p:grpSpPr>
        <p:sp>
          <p:nvSpPr>
            <p:cNvPr id="43721" name="Rectangle 776">
              <a:extLst>
                <a:ext uri="{FF2B5EF4-FFF2-40B4-BE49-F238E27FC236}">
                  <a16:creationId xmlns:a16="http://schemas.microsoft.com/office/drawing/2014/main" id="{114D46CA-18FE-C404-D38F-D44D121B7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2" name="Rectangle 777">
              <a:extLst>
                <a:ext uri="{FF2B5EF4-FFF2-40B4-BE49-F238E27FC236}">
                  <a16:creationId xmlns:a16="http://schemas.microsoft.com/office/drawing/2014/main" id="{E2EAD281-0171-C0EC-E27C-C96D87EA5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3" name="Rectangle 778">
              <a:extLst>
                <a:ext uri="{FF2B5EF4-FFF2-40B4-BE49-F238E27FC236}">
                  <a16:creationId xmlns:a16="http://schemas.microsoft.com/office/drawing/2014/main" id="{ECD7963D-B922-DDDC-CBF8-A5E515CC7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4" name="Rectangle 779">
              <a:extLst>
                <a:ext uri="{FF2B5EF4-FFF2-40B4-BE49-F238E27FC236}">
                  <a16:creationId xmlns:a16="http://schemas.microsoft.com/office/drawing/2014/main" id="{B9A946E9-82B7-90B6-E7F9-DB5E71007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5" name="Rectangle 780">
              <a:extLst>
                <a:ext uri="{FF2B5EF4-FFF2-40B4-BE49-F238E27FC236}">
                  <a16:creationId xmlns:a16="http://schemas.microsoft.com/office/drawing/2014/main" id="{6D718573-00CA-C785-62CC-4E38C0B40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6" name="Rectangle 781">
              <a:extLst>
                <a:ext uri="{FF2B5EF4-FFF2-40B4-BE49-F238E27FC236}">
                  <a16:creationId xmlns:a16="http://schemas.microsoft.com/office/drawing/2014/main" id="{428980CD-DD4C-5ABF-F5D4-69BF08E45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7" name="Rectangle 782">
              <a:extLst>
                <a:ext uri="{FF2B5EF4-FFF2-40B4-BE49-F238E27FC236}">
                  <a16:creationId xmlns:a16="http://schemas.microsoft.com/office/drawing/2014/main" id="{2521543C-BFD8-8DA7-5AD5-14EF64AFF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8" name="Rectangle 783">
              <a:extLst>
                <a:ext uri="{FF2B5EF4-FFF2-40B4-BE49-F238E27FC236}">
                  <a16:creationId xmlns:a16="http://schemas.microsoft.com/office/drawing/2014/main" id="{C907218F-42D2-6ED8-444D-1F491B18B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9" name="Rectangle 784">
              <a:extLst>
                <a:ext uri="{FF2B5EF4-FFF2-40B4-BE49-F238E27FC236}">
                  <a16:creationId xmlns:a16="http://schemas.microsoft.com/office/drawing/2014/main" id="{B70F539B-B27D-65DF-8AAE-E42320BDA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3079" name="Text Box 785">
            <a:extLst>
              <a:ext uri="{FF2B5EF4-FFF2-40B4-BE49-F238E27FC236}">
                <a16:creationId xmlns:a16="http://schemas.microsoft.com/office/drawing/2014/main" id="{61F9335D-2C0A-631F-12FB-D31B87405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1249363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grpSp>
        <p:nvGrpSpPr>
          <p:cNvPr id="44104" name="Group 786">
            <a:extLst>
              <a:ext uri="{FF2B5EF4-FFF2-40B4-BE49-F238E27FC236}">
                <a16:creationId xmlns:a16="http://schemas.microsoft.com/office/drawing/2014/main" id="{6F863580-183B-27EF-14B7-518B8850859E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1582738"/>
            <a:ext cx="1474788" cy="1463675"/>
            <a:chOff x="262" y="1078"/>
            <a:chExt cx="929" cy="922"/>
          </a:xfrm>
        </p:grpSpPr>
        <p:sp>
          <p:nvSpPr>
            <p:cNvPr id="43712" name="Rectangle 787">
              <a:extLst>
                <a:ext uri="{FF2B5EF4-FFF2-40B4-BE49-F238E27FC236}">
                  <a16:creationId xmlns:a16="http://schemas.microsoft.com/office/drawing/2014/main" id="{8C228D48-922E-5A66-39A2-67B42286C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3" name="Rectangle 788">
              <a:extLst>
                <a:ext uri="{FF2B5EF4-FFF2-40B4-BE49-F238E27FC236}">
                  <a16:creationId xmlns:a16="http://schemas.microsoft.com/office/drawing/2014/main" id="{62E75DB5-6B92-062A-EF3C-AE852572A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4" name="Rectangle 789">
              <a:extLst>
                <a:ext uri="{FF2B5EF4-FFF2-40B4-BE49-F238E27FC236}">
                  <a16:creationId xmlns:a16="http://schemas.microsoft.com/office/drawing/2014/main" id="{2ADAD3EF-E882-5D67-6005-B04308B93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5" name="Rectangle 790">
              <a:extLst>
                <a:ext uri="{FF2B5EF4-FFF2-40B4-BE49-F238E27FC236}">
                  <a16:creationId xmlns:a16="http://schemas.microsoft.com/office/drawing/2014/main" id="{8B5693F2-9D87-BF9B-FA1B-AD3D640BE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6" name="Rectangle 791">
              <a:extLst>
                <a:ext uri="{FF2B5EF4-FFF2-40B4-BE49-F238E27FC236}">
                  <a16:creationId xmlns:a16="http://schemas.microsoft.com/office/drawing/2014/main" id="{E0DB0DB3-2602-31FD-C314-1459EDCC1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7" name="Rectangle 792">
              <a:extLst>
                <a:ext uri="{FF2B5EF4-FFF2-40B4-BE49-F238E27FC236}">
                  <a16:creationId xmlns:a16="http://schemas.microsoft.com/office/drawing/2014/main" id="{C0BB9E84-C3F5-1757-C200-1844C2303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8" name="Rectangle 793">
              <a:extLst>
                <a:ext uri="{FF2B5EF4-FFF2-40B4-BE49-F238E27FC236}">
                  <a16:creationId xmlns:a16="http://schemas.microsoft.com/office/drawing/2014/main" id="{6BF8C816-168F-7F48-EB65-A262CB410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9" name="Rectangle 794">
              <a:extLst>
                <a:ext uri="{FF2B5EF4-FFF2-40B4-BE49-F238E27FC236}">
                  <a16:creationId xmlns:a16="http://schemas.microsoft.com/office/drawing/2014/main" id="{3E2A5BD9-E705-4E0D-AB2D-E185A0123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20" name="Rectangle 795">
              <a:extLst>
                <a:ext uri="{FF2B5EF4-FFF2-40B4-BE49-F238E27FC236}">
                  <a16:creationId xmlns:a16="http://schemas.microsoft.com/office/drawing/2014/main" id="{7F2FA9FB-2229-832F-C28D-1634A1928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5" name="Group 796">
            <a:extLst>
              <a:ext uri="{FF2B5EF4-FFF2-40B4-BE49-F238E27FC236}">
                <a16:creationId xmlns:a16="http://schemas.microsoft.com/office/drawing/2014/main" id="{9A081D6A-2B45-2846-C6C6-D96D99B0B329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1582738"/>
            <a:ext cx="1474787" cy="1463675"/>
            <a:chOff x="262" y="1078"/>
            <a:chExt cx="929" cy="922"/>
          </a:xfrm>
        </p:grpSpPr>
        <p:sp>
          <p:nvSpPr>
            <p:cNvPr id="43703" name="Rectangle 797">
              <a:extLst>
                <a:ext uri="{FF2B5EF4-FFF2-40B4-BE49-F238E27FC236}">
                  <a16:creationId xmlns:a16="http://schemas.microsoft.com/office/drawing/2014/main" id="{37C5307C-0088-4D17-7658-4A2FCB45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4" name="Rectangle 798">
              <a:extLst>
                <a:ext uri="{FF2B5EF4-FFF2-40B4-BE49-F238E27FC236}">
                  <a16:creationId xmlns:a16="http://schemas.microsoft.com/office/drawing/2014/main" id="{55DC378B-43CB-38C1-4703-8432D1872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5" name="Rectangle 799">
              <a:extLst>
                <a:ext uri="{FF2B5EF4-FFF2-40B4-BE49-F238E27FC236}">
                  <a16:creationId xmlns:a16="http://schemas.microsoft.com/office/drawing/2014/main" id="{9B422C01-828B-E0DF-9FA0-2A4696C7F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6" name="Rectangle 800">
              <a:extLst>
                <a:ext uri="{FF2B5EF4-FFF2-40B4-BE49-F238E27FC236}">
                  <a16:creationId xmlns:a16="http://schemas.microsoft.com/office/drawing/2014/main" id="{7EAFE68F-070B-83E4-6E1F-98D9F2F1D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7" name="Rectangle 801">
              <a:extLst>
                <a:ext uri="{FF2B5EF4-FFF2-40B4-BE49-F238E27FC236}">
                  <a16:creationId xmlns:a16="http://schemas.microsoft.com/office/drawing/2014/main" id="{8844C90A-1794-8B6F-CCB9-76FE6589A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8" name="Rectangle 802">
              <a:extLst>
                <a:ext uri="{FF2B5EF4-FFF2-40B4-BE49-F238E27FC236}">
                  <a16:creationId xmlns:a16="http://schemas.microsoft.com/office/drawing/2014/main" id="{D5C430C9-B9C4-C70A-E223-C2D44E446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9" name="Rectangle 803">
              <a:extLst>
                <a:ext uri="{FF2B5EF4-FFF2-40B4-BE49-F238E27FC236}">
                  <a16:creationId xmlns:a16="http://schemas.microsoft.com/office/drawing/2014/main" id="{75384EBB-D703-FDE0-4AAB-5A71AD4B8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0" name="Rectangle 804">
              <a:extLst>
                <a:ext uri="{FF2B5EF4-FFF2-40B4-BE49-F238E27FC236}">
                  <a16:creationId xmlns:a16="http://schemas.microsoft.com/office/drawing/2014/main" id="{1CF79CA2-9ED0-4916-348D-DDB8CAC73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11" name="Rectangle 805">
              <a:extLst>
                <a:ext uri="{FF2B5EF4-FFF2-40B4-BE49-F238E27FC236}">
                  <a16:creationId xmlns:a16="http://schemas.microsoft.com/office/drawing/2014/main" id="{B65DB06A-F9F2-D128-8629-6A599299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6" name="Group 806">
            <a:extLst>
              <a:ext uri="{FF2B5EF4-FFF2-40B4-BE49-F238E27FC236}">
                <a16:creationId xmlns:a16="http://schemas.microsoft.com/office/drawing/2014/main" id="{7FB91FE8-D99D-1781-5C26-F05AFED57D30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1582738"/>
            <a:ext cx="1474788" cy="1463675"/>
            <a:chOff x="262" y="1078"/>
            <a:chExt cx="929" cy="922"/>
          </a:xfrm>
        </p:grpSpPr>
        <p:sp>
          <p:nvSpPr>
            <p:cNvPr id="43694" name="Rectangle 807">
              <a:extLst>
                <a:ext uri="{FF2B5EF4-FFF2-40B4-BE49-F238E27FC236}">
                  <a16:creationId xmlns:a16="http://schemas.microsoft.com/office/drawing/2014/main" id="{F36A8DF4-4F39-CABB-435B-D140478FF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5" name="Rectangle 808">
              <a:extLst>
                <a:ext uri="{FF2B5EF4-FFF2-40B4-BE49-F238E27FC236}">
                  <a16:creationId xmlns:a16="http://schemas.microsoft.com/office/drawing/2014/main" id="{A3F90056-35C5-9127-3067-B9470713B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6" name="Rectangle 809">
              <a:extLst>
                <a:ext uri="{FF2B5EF4-FFF2-40B4-BE49-F238E27FC236}">
                  <a16:creationId xmlns:a16="http://schemas.microsoft.com/office/drawing/2014/main" id="{2B092FC5-6037-A4F1-7F6D-D3562A88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7" name="Rectangle 810">
              <a:extLst>
                <a:ext uri="{FF2B5EF4-FFF2-40B4-BE49-F238E27FC236}">
                  <a16:creationId xmlns:a16="http://schemas.microsoft.com/office/drawing/2014/main" id="{215C3C03-53AC-1B7A-6777-A6E2B0EE9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8" name="Rectangle 811">
              <a:extLst>
                <a:ext uri="{FF2B5EF4-FFF2-40B4-BE49-F238E27FC236}">
                  <a16:creationId xmlns:a16="http://schemas.microsoft.com/office/drawing/2014/main" id="{997C653A-E615-C94F-0520-7CE985CE0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9" name="Rectangle 812">
              <a:extLst>
                <a:ext uri="{FF2B5EF4-FFF2-40B4-BE49-F238E27FC236}">
                  <a16:creationId xmlns:a16="http://schemas.microsoft.com/office/drawing/2014/main" id="{9CCE2941-BB2D-1F11-DAD9-FD00361B0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0" name="Rectangle 813">
              <a:extLst>
                <a:ext uri="{FF2B5EF4-FFF2-40B4-BE49-F238E27FC236}">
                  <a16:creationId xmlns:a16="http://schemas.microsoft.com/office/drawing/2014/main" id="{F775AE01-49A3-457B-B425-51A77D0E1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1" name="Rectangle 814">
              <a:extLst>
                <a:ext uri="{FF2B5EF4-FFF2-40B4-BE49-F238E27FC236}">
                  <a16:creationId xmlns:a16="http://schemas.microsoft.com/office/drawing/2014/main" id="{94BB3A87-39AF-BF5E-DC4C-31EC980B4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02" name="Rectangle 815">
              <a:extLst>
                <a:ext uri="{FF2B5EF4-FFF2-40B4-BE49-F238E27FC236}">
                  <a16:creationId xmlns:a16="http://schemas.microsoft.com/office/drawing/2014/main" id="{F0E09D94-BD8A-47E7-3BF9-06990FD5F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7" name="Group 816">
            <a:extLst>
              <a:ext uri="{FF2B5EF4-FFF2-40B4-BE49-F238E27FC236}">
                <a16:creationId xmlns:a16="http://schemas.microsoft.com/office/drawing/2014/main" id="{D35264AC-F05C-72BB-9B20-8437F974DA8A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1582738"/>
            <a:ext cx="1474788" cy="1463675"/>
            <a:chOff x="262" y="1078"/>
            <a:chExt cx="929" cy="922"/>
          </a:xfrm>
        </p:grpSpPr>
        <p:sp>
          <p:nvSpPr>
            <p:cNvPr id="43685" name="Rectangle 817">
              <a:extLst>
                <a:ext uri="{FF2B5EF4-FFF2-40B4-BE49-F238E27FC236}">
                  <a16:creationId xmlns:a16="http://schemas.microsoft.com/office/drawing/2014/main" id="{469AF2D0-ED68-E7B4-3CE5-3D934D930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6" name="Rectangle 818">
              <a:extLst>
                <a:ext uri="{FF2B5EF4-FFF2-40B4-BE49-F238E27FC236}">
                  <a16:creationId xmlns:a16="http://schemas.microsoft.com/office/drawing/2014/main" id="{F7BDCBBE-C955-363A-F8B5-0DC8C16DE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7" name="Rectangle 819">
              <a:extLst>
                <a:ext uri="{FF2B5EF4-FFF2-40B4-BE49-F238E27FC236}">
                  <a16:creationId xmlns:a16="http://schemas.microsoft.com/office/drawing/2014/main" id="{095F89E6-D827-CB77-EF28-20C7321E5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8" name="Rectangle 820">
              <a:extLst>
                <a:ext uri="{FF2B5EF4-FFF2-40B4-BE49-F238E27FC236}">
                  <a16:creationId xmlns:a16="http://schemas.microsoft.com/office/drawing/2014/main" id="{EFE54793-0756-FF7B-5AD7-EB48E263C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9" name="Rectangle 821">
              <a:extLst>
                <a:ext uri="{FF2B5EF4-FFF2-40B4-BE49-F238E27FC236}">
                  <a16:creationId xmlns:a16="http://schemas.microsoft.com/office/drawing/2014/main" id="{D4E4CBD3-C7D2-CE44-3E76-87DAF8D0F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0" name="Rectangle 822">
              <a:extLst>
                <a:ext uri="{FF2B5EF4-FFF2-40B4-BE49-F238E27FC236}">
                  <a16:creationId xmlns:a16="http://schemas.microsoft.com/office/drawing/2014/main" id="{41F5667B-605D-080E-45A7-2804C95ED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1" name="Rectangle 823">
              <a:extLst>
                <a:ext uri="{FF2B5EF4-FFF2-40B4-BE49-F238E27FC236}">
                  <a16:creationId xmlns:a16="http://schemas.microsoft.com/office/drawing/2014/main" id="{36ABBFF2-85E1-58DC-CCCB-C11D80FB0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2" name="Rectangle 824">
              <a:extLst>
                <a:ext uri="{FF2B5EF4-FFF2-40B4-BE49-F238E27FC236}">
                  <a16:creationId xmlns:a16="http://schemas.microsoft.com/office/drawing/2014/main" id="{AF5FC408-A11C-270F-2AF4-798AADB73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93" name="Rectangle 825">
              <a:extLst>
                <a:ext uri="{FF2B5EF4-FFF2-40B4-BE49-F238E27FC236}">
                  <a16:creationId xmlns:a16="http://schemas.microsoft.com/office/drawing/2014/main" id="{13895F43-A0CA-9041-B225-20DDDD03A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8" name="Group 826">
            <a:extLst>
              <a:ext uri="{FF2B5EF4-FFF2-40B4-BE49-F238E27FC236}">
                <a16:creationId xmlns:a16="http://schemas.microsoft.com/office/drawing/2014/main" id="{F40116E2-DA64-C928-40BE-A9C067757D41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1582738"/>
            <a:ext cx="1474788" cy="1463675"/>
            <a:chOff x="262" y="1078"/>
            <a:chExt cx="929" cy="922"/>
          </a:xfrm>
        </p:grpSpPr>
        <p:sp>
          <p:nvSpPr>
            <p:cNvPr id="43676" name="Rectangle 827">
              <a:extLst>
                <a:ext uri="{FF2B5EF4-FFF2-40B4-BE49-F238E27FC236}">
                  <a16:creationId xmlns:a16="http://schemas.microsoft.com/office/drawing/2014/main" id="{A3BCCDDD-BE8D-6EA7-2FEC-3E008B00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7" name="Rectangle 828">
              <a:extLst>
                <a:ext uri="{FF2B5EF4-FFF2-40B4-BE49-F238E27FC236}">
                  <a16:creationId xmlns:a16="http://schemas.microsoft.com/office/drawing/2014/main" id="{8C629E2F-7446-D0D5-785A-19CA83881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8" name="Rectangle 829">
              <a:extLst>
                <a:ext uri="{FF2B5EF4-FFF2-40B4-BE49-F238E27FC236}">
                  <a16:creationId xmlns:a16="http://schemas.microsoft.com/office/drawing/2014/main" id="{6FEAE002-CE2C-60C4-9DC7-D23A6D759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9" name="Rectangle 830">
              <a:extLst>
                <a:ext uri="{FF2B5EF4-FFF2-40B4-BE49-F238E27FC236}">
                  <a16:creationId xmlns:a16="http://schemas.microsoft.com/office/drawing/2014/main" id="{19DA857D-E988-2FE1-67D5-4DA0CC96A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0" name="Rectangle 831">
              <a:extLst>
                <a:ext uri="{FF2B5EF4-FFF2-40B4-BE49-F238E27FC236}">
                  <a16:creationId xmlns:a16="http://schemas.microsoft.com/office/drawing/2014/main" id="{F3811B65-73BE-BFE4-F023-0836AD53E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1" name="Rectangle 832">
              <a:extLst>
                <a:ext uri="{FF2B5EF4-FFF2-40B4-BE49-F238E27FC236}">
                  <a16:creationId xmlns:a16="http://schemas.microsoft.com/office/drawing/2014/main" id="{16A1F5B3-BA57-7226-6D38-FD559D2EF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2" name="Rectangle 833">
              <a:extLst>
                <a:ext uri="{FF2B5EF4-FFF2-40B4-BE49-F238E27FC236}">
                  <a16:creationId xmlns:a16="http://schemas.microsoft.com/office/drawing/2014/main" id="{58D18B1C-687E-682A-7AF9-E9B91A442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3" name="Rectangle 834">
              <a:extLst>
                <a:ext uri="{FF2B5EF4-FFF2-40B4-BE49-F238E27FC236}">
                  <a16:creationId xmlns:a16="http://schemas.microsoft.com/office/drawing/2014/main" id="{1E1C7E9E-1EBF-EEC5-7670-977263CBC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84" name="Rectangle 835">
              <a:extLst>
                <a:ext uri="{FF2B5EF4-FFF2-40B4-BE49-F238E27FC236}">
                  <a16:creationId xmlns:a16="http://schemas.microsoft.com/office/drawing/2014/main" id="{4D65241B-34BB-1700-8F0C-8EDB36629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09" name="Group 836">
            <a:extLst>
              <a:ext uri="{FF2B5EF4-FFF2-40B4-BE49-F238E27FC236}">
                <a16:creationId xmlns:a16="http://schemas.microsoft.com/office/drawing/2014/main" id="{EFB7099C-320D-3AC6-0897-12D41D0B864B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1582738"/>
            <a:ext cx="1474787" cy="1463675"/>
            <a:chOff x="262" y="1078"/>
            <a:chExt cx="929" cy="922"/>
          </a:xfrm>
        </p:grpSpPr>
        <p:sp>
          <p:nvSpPr>
            <p:cNvPr id="43667" name="Rectangle 837">
              <a:extLst>
                <a:ext uri="{FF2B5EF4-FFF2-40B4-BE49-F238E27FC236}">
                  <a16:creationId xmlns:a16="http://schemas.microsoft.com/office/drawing/2014/main" id="{55CABB1F-45B8-F1F4-8BA2-6F2470A98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8" name="Rectangle 838">
              <a:extLst>
                <a:ext uri="{FF2B5EF4-FFF2-40B4-BE49-F238E27FC236}">
                  <a16:creationId xmlns:a16="http://schemas.microsoft.com/office/drawing/2014/main" id="{E96DE847-2750-24D1-AB36-37DDBA79D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9" name="Rectangle 839">
              <a:extLst>
                <a:ext uri="{FF2B5EF4-FFF2-40B4-BE49-F238E27FC236}">
                  <a16:creationId xmlns:a16="http://schemas.microsoft.com/office/drawing/2014/main" id="{E0A741FD-161D-859E-D421-800CECBBF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0" name="Rectangle 840">
              <a:extLst>
                <a:ext uri="{FF2B5EF4-FFF2-40B4-BE49-F238E27FC236}">
                  <a16:creationId xmlns:a16="http://schemas.microsoft.com/office/drawing/2014/main" id="{A35E5229-C3B6-70C4-D04B-9D971C924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1" name="Rectangle 841">
              <a:extLst>
                <a:ext uri="{FF2B5EF4-FFF2-40B4-BE49-F238E27FC236}">
                  <a16:creationId xmlns:a16="http://schemas.microsoft.com/office/drawing/2014/main" id="{9E4035E5-AC60-3035-E007-1801DE3B4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2" name="Rectangle 842">
              <a:extLst>
                <a:ext uri="{FF2B5EF4-FFF2-40B4-BE49-F238E27FC236}">
                  <a16:creationId xmlns:a16="http://schemas.microsoft.com/office/drawing/2014/main" id="{DE00A19F-2445-E819-47D7-5D31E6299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3" name="Rectangle 843">
              <a:extLst>
                <a:ext uri="{FF2B5EF4-FFF2-40B4-BE49-F238E27FC236}">
                  <a16:creationId xmlns:a16="http://schemas.microsoft.com/office/drawing/2014/main" id="{C773A0E6-A2C1-F668-4FC6-6B615780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4" name="Rectangle 844">
              <a:extLst>
                <a:ext uri="{FF2B5EF4-FFF2-40B4-BE49-F238E27FC236}">
                  <a16:creationId xmlns:a16="http://schemas.microsoft.com/office/drawing/2014/main" id="{8ACC554D-6021-B345-9917-69EF318E9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75" name="Rectangle 845">
              <a:extLst>
                <a:ext uri="{FF2B5EF4-FFF2-40B4-BE49-F238E27FC236}">
                  <a16:creationId xmlns:a16="http://schemas.microsoft.com/office/drawing/2014/main" id="{A7A1775D-3A71-060F-AF6B-5528BE54E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0" name="Group 846">
            <a:extLst>
              <a:ext uri="{FF2B5EF4-FFF2-40B4-BE49-F238E27FC236}">
                <a16:creationId xmlns:a16="http://schemas.microsoft.com/office/drawing/2014/main" id="{30E6C773-7B75-A24B-6A6D-394DEB49F8AC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1582738"/>
            <a:ext cx="1474787" cy="1463675"/>
            <a:chOff x="262" y="1078"/>
            <a:chExt cx="929" cy="922"/>
          </a:xfrm>
        </p:grpSpPr>
        <p:sp>
          <p:nvSpPr>
            <p:cNvPr id="43658" name="Rectangle 847">
              <a:extLst>
                <a:ext uri="{FF2B5EF4-FFF2-40B4-BE49-F238E27FC236}">
                  <a16:creationId xmlns:a16="http://schemas.microsoft.com/office/drawing/2014/main" id="{164F544F-374B-8ABC-9D68-CD498E19B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9" name="Rectangle 848">
              <a:extLst>
                <a:ext uri="{FF2B5EF4-FFF2-40B4-BE49-F238E27FC236}">
                  <a16:creationId xmlns:a16="http://schemas.microsoft.com/office/drawing/2014/main" id="{1B201683-C41C-826D-1074-8C20E31F9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0" name="Rectangle 849">
              <a:extLst>
                <a:ext uri="{FF2B5EF4-FFF2-40B4-BE49-F238E27FC236}">
                  <a16:creationId xmlns:a16="http://schemas.microsoft.com/office/drawing/2014/main" id="{A7068358-7C95-8297-907E-4840FB8B2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1" name="Rectangle 850">
              <a:extLst>
                <a:ext uri="{FF2B5EF4-FFF2-40B4-BE49-F238E27FC236}">
                  <a16:creationId xmlns:a16="http://schemas.microsoft.com/office/drawing/2014/main" id="{37D067AE-120D-EAA0-05FB-16E1D70CF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2" name="Rectangle 851">
              <a:extLst>
                <a:ext uri="{FF2B5EF4-FFF2-40B4-BE49-F238E27FC236}">
                  <a16:creationId xmlns:a16="http://schemas.microsoft.com/office/drawing/2014/main" id="{A4D3C9B5-7C9B-4F02-7DCA-547CD2D0A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3" name="Rectangle 852">
              <a:extLst>
                <a:ext uri="{FF2B5EF4-FFF2-40B4-BE49-F238E27FC236}">
                  <a16:creationId xmlns:a16="http://schemas.microsoft.com/office/drawing/2014/main" id="{4E5F1CD4-4495-488A-367B-4B345C5D3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4" name="Rectangle 853">
              <a:extLst>
                <a:ext uri="{FF2B5EF4-FFF2-40B4-BE49-F238E27FC236}">
                  <a16:creationId xmlns:a16="http://schemas.microsoft.com/office/drawing/2014/main" id="{FE06D18A-8712-EC68-C9F1-563A345AE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5" name="Rectangle 854">
              <a:extLst>
                <a:ext uri="{FF2B5EF4-FFF2-40B4-BE49-F238E27FC236}">
                  <a16:creationId xmlns:a16="http://schemas.microsoft.com/office/drawing/2014/main" id="{B35D83A1-F8E4-1108-8C27-D3DE122A6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66" name="Rectangle 855">
              <a:extLst>
                <a:ext uri="{FF2B5EF4-FFF2-40B4-BE49-F238E27FC236}">
                  <a16:creationId xmlns:a16="http://schemas.microsoft.com/office/drawing/2014/main" id="{F59EA3CB-C3F9-38BA-238D-BFF330848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1" name="Group 856">
            <a:extLst>
              <a:ext uri="{FF2B5EF4-FFF2-40B4-BE49-F238E27FC236}">
                <a16:creationId xmlns:a16="http://schemas.microsoft.com/office/drawing/2014/main" id="{9AE659F8-0D9D-E620-5596-53582E9EA6C0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1582738"/>
            <a:ext cx="1474787" cy="1463675"/>
            <a:chOff x="262" y="1078"/>
            <a:chExt cx="929" cy="922"/>
          </a:xfrm>
        </p:grpSpPr>
        <p:sp>
          <p:nvSpPr>
            <p:cNvPr id="43649" name="Rectangle 857">
              <a:extLst>
                <a:ext uri="{FF2B5EF4-FFF2-40B4-BE49-F238E27FC236}">
                  <a16:creationId xmlns:a16="http://schemas.microsoft.com/office/drawing/2014/main" id="{613A7B81-ED8D-0A43-B0B3-F88AF9E16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0" name="Rectangle 858">
              <a:extLst>
                <a:ext uri="{FF2B5EF4-FFF2-40B4-BE49-F238E27FC236}">
                  <a16:creationId xmlns:a16="http://schemas.microsoft.com/office/drawing/2014/main" id="{3F693A91-614B-92D1-3707-78A9EEE31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1" name="Rectangle 859">
              <a:extLst>
                <a:ext uri="{FF2B5EF4-FFF2-40B4-BE49-F238E27FC236}">
                  <a16:creationId xmlns:a16="http://schemas.microsoft.com/office/drawing/2014/main" id="{C29D7CE9-B636-F2A7-1166-A1733D106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2" name="Rectangle 860">
              <a:extLst>
                <a:ext uri="{FF2B5EF4-FFF2-40B4-BE49-F238E27FC236}">
                  <a16:creationId xmlns:a16="http://schemas.microsoft.com/office/drawing/2014/main" id="{51EA77DA-E5FA-E78A-AD84-FC9D2E9D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3" name="Rectangle 861">
              <a:extLst>
                <a:ext uri="{FF2B5EF4-FFF2-40B4-BE49-F238E27FC236}">
                  <a16:creationId xmlns:a16="http://schemas.microsoft.com/office/drawing/2014/main" id="{9E022A54-C525-9666-E8CD-877880E48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4" name="Rectangle 862">
              <a:extLst>
                <a:ext uri="{FF2B5EF4-FFF2-40B4-BE49-F238E27FC236}">
                  <a16:creationId xmlns:a16="http://schemas.microsoft.com/office/drawing/2014/main" id="{EE3DBB0D-13CC-BB35-CEF5-953095F31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5" name="Rectangle 863">
              <a:extLst>
                <a:ext uri="{FF2B5EF4-FFF2-40B4-BE49-F238E27FC236}">
                  <a16:creationId xmlns:a16="http://schemas.microsoft.com/office/drawing/2014/main" id="{F4F265E3-34CF-4015-868B-BB4F14C74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6" name="Rectangle 864">
              <a:extLst>
                <a:ext uri="{FF2B5EF4-FFF2-40B4-BE49-F238E27FC236}">
                  <a16:creationId xmlns:a16="http://schemas.microsoft.com/office/drawing/2014/main" id="{B957B1BF-95C9-942C-8BAE-74D8D833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57" name="Rectangle 865">
              <a:extLst>
                <a:ext uri="{FF2B5EF4-FFF2-40B4-BE49-F238E27FC236}">
                  <a16:creationId xmlns:a16="http://schemas.microsoft.com/office/drawing/2014/main" id="{FFDAD2BB-85FB-C622-4BF2-294C99C1C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2" name="Group 866">
            <a:extLst>
              <a:ext uri="{FF2B5EF4-FFF2-40B4-BE49-F238E27FC236}">
                <a16:creationId xmlns:a16="http://schemas.microsoft.com/office/drawing/2014/main" id="{78ED63ED-1FFE-0C89-1552-BDFE4F677777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1087438"/>
            <a:ext cx="1474788" cy="1463675"/>
            <a:chOff x="262" y="1078"/>
            <a:chExt cx="929" cy="922"/>
          </a:xfrm>
        </p:grpSpPr>
        <p:sp>
          <p:nvSpPr>
            <p:cNvPr id="43640" name="Rectangle 867">
              <a:extLst>
                <a:ext uri="{FF2B5EF4-FFF2-40B4-BE49-F238E27FC236}">
                  <a16:creationId xmlns:a16="http://schemas.microsoft.com/office/drawing/2014/main" id="{3FEC2F98-536D-8529-CCDC-ECD209AB9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1" name="Rectangle 868">
              <a:extLst>
                <a:ext uri="{FF2B5EF4-FFF2-40B4-BE49-F238E27FC236}">
                  <a16:creationId xmlns:a16="http://schemas.microsoft.com/office/drawing/2014/main" id="{5F1292A2-4CEB-C204-EB81-5D9F76E96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2" name="Rectangle 869">
              <a:extLst>
                <a:ext uri="{FF2B5EF4-FFF2-40B4-BE49-F238E27FC236}">
                  <a16:creationId xmlns:a16="http://schemas.microsoft.com/office/drawing/2014/main" id="{C7C91FFA-D1F6-CF4D-25F2-05B59C1A8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3" name="Rectangle 870">
              <a:extLst>
                <a:ext uri="{FF2B5EF4-FFF2-40B4-BE49-F238E27FC236}">
                  <a16:creationId xmlns:a16="http://schemas.microsoft.com/office/drawing/2014/main" id="{F0118C8F-B5C7-105F-5FDF-4758F0AF9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4" name="Rectangle 871">
              <a:extLst>
                <a:ext uri="{FF2B5EF4-FFF2-40B4-BE49-F238E27FC236}">
                  <a16:creationId xmlns:a16="http://schemas.microsoft.com/office/drawing/2014/main" id="{04B829E2-F1BC-9B61-29EE-FA7B4A007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5" name="Rectangle 872">
              <a:extLst>
                <a:ext uri="{FF2B5EF4-FFF2-40B4-BE49-F238E27FC236}">
                  <a16:creationId xmlns:a16="http://schemas.microsoft.com/office/drawing/2014/main" id="{FC7D5371-3E2B-D345-2A56-0DBB87ECA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6" name="Rectangle 873">
              <a:extLst>
                <a:ext uri="{FF2B5EF4-FFF2-40B4-BE49-F238E27FC236}">
                  <a16:creationId xmlns:a16="http://schemas.microsoft.com/office/drawing/2014/main" id="{DEF33E98-5F66-284D-E761-A8E8F11EA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7" name="Rectangle 874">
              <a:extLst>
                <a:ext uri="{FF2B5EF4-FFF2-40B4-BE49-F238E27FC236}">
                  <a16:creationId xmlns:a16="http://schemas.microsoft.com/office/drawing/2014/main" id="{2D541F49-AC3A-7180-CDFD-AD868902A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48" name="Rectangle 875">
              <a:extLst>
                <a:ext uri="{FF2B5EF4-FFF2-40B4-BE49-F238E27FC236}">
                  <a16:creationId xmlns:a16="http://schemas.microsoft.com/office/drawing/2014/main" id="{CE0719B3-723D-A13B-39C6-E9D05CD25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3" name="Group 876">
            <a:extLst>
              <a:ext uri="{FF2B5EF4-FFF2-40B4-BE49-F238E27FC236}">
                <a16:creationId xmlns:a16="http://schemas.microsoft.com/office/drawing/2014/main" id="{C7E52C92-406F-A5FD-2026-FB916DF47C2A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1087438"/>
            <a:ext cx="1474787" cy="1463675"/>
            <a:chOff x="262" y="1078"/>
            <a:chExt cx="929" cy="922"/>
          </a:xfrm>
        </p:grpSpPr>
        <p:sp>
          <p:nvSpPr>
            <p:cNvPr id="43631" name="Rectangle 877">
              <a:extLst>
                <a:ext uri="{FF2B5EF4-FFF2-40B4-BE49-F238E27FC236}">
                  <a16:creationId xmlns:a16="http://schemas.microsoft.com/office/drawing/2014/main" id="{01D04C03-5163-D68F-2E02-4CB01C4D8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2" name="Rectangle 878">
              <a:extLst>
                <a:ext uri="{FF2B5EF4-FFF2-40B4-BE49-F238E27FC236}">
                  <a16:creationId xmlns:a16="http://schemas.microsoft.com/office/drawing/2014/main" id="{2EB94C70-5989-6FAD-42EE-EBB4EEA5D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3" name="Rectangle 879">
              <a:extLst>
                <a:ext uri="{FF2B5EF4-FFF2-40B4-BE49-F238E27FC236}">
                  <a16:creationId xmlns:a16="http://schemas.microsoft.com/office/drawing/2014/main" id="{018A396B-E18C-C112-630B-BA655BDC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4" name="Rectangle 880">
              <a:extLst>
                <a:ext uri="{FF2B5EF4-FFF2-40B4-BE49-F238E27FC236}">
                  <a16:creationId xmlns:a16="http://schemas.microsoft.com/office/drawing/2014/main" id="{197D4E05-E463-A06F-4747-614C11419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5" name="Rectangle 881">
              <a:extLst>
                <a:ext uri="{FF2B5EF4-FFF2-40B4-BE49-F238E27FC236}">
                  <a16:creationId xmlns:a16="http://schemas.microsoft.com/office/drawing/2014/main" id="{ACBCFF32-9E9C-72DF-7C8A-9BB6E23C8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6" name="Rectangle 882">
              <a:extLst>
                <a:ext uri="{FF2B5EF4-FFF2-40B4-BE49-F238E27FC236}">
                  <a16:creationId xmlns:a16="http://schemas.microsoft.com/office/drawing/2014/main" id="{0589EE87-1B00-A8EB-9F06-93D8D8C5B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7" name="Rectangle 883">
              <a:extLst>
                <a:ext uri="{FF2B5EF4-FFF2-40B4-BE49-F238E27FC236}">
                  <a16:creationId xmlns:a16="http://schemas.microsoft.com/office/drawing/2014/main" id="{B772E1E7-9BC4-E0F6-82E6-187D42840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8" name="Rectangle 884">
              <a:extLst>
                <a:ext uri="{FF2B5EF4-FFF2-40B4-BE49-F238E27FC236}">
                  <a16:creationId xmlns:a16="http://schemas.microsoft.com/office/drawing/2014/main" id="{4B940B1C-D2A1-583F-2BC2-7E714819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9" name="Rectangle 885">
              <a:extLst>
                <a:ext uri="{FF2B5EF4-FFF2-40B4-BE49-F238E27FC236}">
                  <a16:creationId xmlns:a16="http://schemas.microsoft.com/office/drawing/2014/main" id="{BFA56907-0716-3FAA-BAE0-0162F5E9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4" name="Group 886">
            <a:extLst>
              <a:ext uri="{FF2B5EF4-FFF2-40B4-BE49-F238E27FC236}">
                <a16:creationId xmlns:a16="http://schemas.microsoft.com/office/drawing/2014/main" id="{6883861E-96E6-B184-29EB-69055081F456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1087438"/>
            <a:ext cx="1474788" cy="1463675"/>
            <a:chOff x="262" y="1078"/>
            <a:chExt cx="929" cy="922"/>
          </a:xfrm>
        </p:grpSpPr>
        <p:sp>
          <p:nvSpPr>
            <p:cNvPr id="43622" name="Rectangle 887">
              <a:extLst>
                <a:ext uri="{FF2B5EF4-FFF2-40B4-BE49-F238E27FC236}">
                  <a16:creationId xmlns:a16="http://schemas.microsoft.com/office/drawing/2014/main" id="{3436FE11-0357-1858-5B43-A6EB3258E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3" name="Rectangle 888">
              <a:extLst>
                <a:ext uri="{FF2B5EF4-FFF2-40B4-BE49-F238E27FC236}">
                  <a16:creationId xmlns:a16="http://schemas.microsoft.com/office/drawing/2014/main" id="{70AD23AF-E9CA-B903-0E02-FE44EBC7B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4" name="Rectangle 889">
              <a:extLst>
                <a:ext uri="{FF2B5EF4-FFF2-40B4-BE49-F238E27FC236}">
                  <a16:creationId xmlns:a16="http://schemas.microsoft.com/office/drawing/2014/main" id="{39F2FBE4-419B-9F99-3106-E09CA084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5" name="Rectangle 890">
              <a:extLst>
                <a:ext uri="{FF2B5EF4-FFF2-40B4-BE49-F238E27FC236}">
                  <a16:creationId xmlns:a16="http://schemas.microsoft.com/office/drawing/2014/main" id="{4A98CCCA-3BC7-709A-FDD0-86ECDF6DC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6" name="Rectangle 891">
              <a:extLst>
                <a:ext uri="{FF2B5EF4-FFF2-40B4-BE49-F238E27FC236}">
                  <a16:creationId xmlns:a16="http://schemas.microsoft.com/office/drawing/2014/main" id="{623328E1-8F4A-7001-6050-1A516FB5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7" name="Rectangle 892">
              <a:extLst>
                <a:ext uri="{FF2B5EF4-FFF2-40B4-BE49-F238E27FC236}">
                  <a16:creationId xmlns:a16="http://schemas.microsoft.com/office/drawing/2014/main" id="{617BE334-DBE5-457A-AD5B-AE3E8467A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8" name="Rectangle 893">
              <a:extLst>
                <a:ext uri="{FF2B5EF4-FFF2-40B4-BE49-F238E27FC236}">
                  <a16:creationId xmlns:a16="http://schemas.microsoft.com/office/drawing/2014/main" id="{25AB0E96-AFC6-48DF-A065-D4DF9CCE5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9" name="Rectangle 894">
              <a:extLst>
                <a:ext uri="{FF2B5EF4-FFF2-40B4-BE49-F238E27FC236}">
                  <a16:creationId xmlns:a16="http://schemas.microsoft.com/office/drawing/2014/main" id="{017A848F-B3B7-452C-8261-32ED1F9BD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30" name="Rectangle 895">
              <a:extLst>
                <a:ext uri="{FF2B5EF4-FFF2-40B4-BE49-F238E27FC236}">
                  <a16:creationId xmlns:a16="http://schemas.microsoft.com/office/drawing/2014/main" id="{FBA344A4-D5DB-4009-02A5-C55E6596C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5" name="Group 896">
            <a:extLst>
              <a:ext uri="{FF2B5EF4-FFF2-40B4-BE49-F238E27FC236}">
                <a16:creationId xmlns:a16="http://schemas.microsoft.com/office/drawing/2014/main" id="{CBC2CB5D-AC9C-C112-48E1-1CCA0F70F59C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1087438"/>
            <a:ext cx="1474788" cy="1463675"/>
            <a:chOff x="262" y="1078"/>
            <a:chExt cx="929" cy="922"/>
          </a:xfrm>
        </p:grpSpPr>
        <p:sp>
          <p:nvSpPr>
            <p:cNvPr id="43613" name="Rectangle 897">
              <a:extLst>
                <a:ext uri="{FF2B5EF4-FFF2-40B4-BE49-F238E27FC236}">
                  <a16:creationId xmlns:a16="http://schemas.microsoft.com/office/drawing/2014/main" id="{F7F1788E-A10F-F52E-F222-B49DBCF8A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4" name="Rectangle 898">
              <a:extLst>
                <a:ext uri="{FF2B5EF4-FFF2-40B4-BE49-F238E27FC236}">
                  <a16:creationId xmlns:a16="http://schemas.microsoft.com/office/drawing/2014/main" id="{DCE814A8-8788-33A0-45E5-6D387571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5" name="Rectangle 899">
              <a:extLst>
                <a:ext uri="{FF2B5EF4-FFF2-40B4-BE49-F238E27FC236}">
                  <a16:creationId xmlns:a16="http://schemas.microsoft.com/office/drawing/2014/main" id="{386DD5C1-6C7A-E598-5477-AD464E0A0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6" name="Rectangle 900">
              <a:extLst>
                <a:ext uri="{FF2B5EF4-FFF2-40B4-BE49-F238E27FC236}">
                  <a16:creationId xmlns:a16="http://schemas.microsoft.com/office/drawing/2014/main" id="{467130E2-D200-96FB-C0EE-DDC0863FE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7" name="Rectangle 901">
              <a:extLst>
                <a:ext uri="{FF2B5EF4-FFF2-40B4-BE49-F238E27FC236}">
                  <a16:creationId xmlns:a16="http://schemas.microsoft.com/office/drawing/2014/main" id="{31936139-DF1C-A138-F267-B51DC52C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8" name="Rectangle 902">
              <a:extLst>
                <a:ext uri="{FF2B5EF4-FFF2-40B4-BE49-F238E27FC236}">
                  <a16:creationId xmlns:a16="http://schemas.microsoft.com/office/drawing/2014/main" id="{39988371-8BBD-055A-1F4B-8C46F879F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9" name="Rectangle 903">
              <a:extLst>
                <a:ext uri="{FF2B5EF4-FFF2-40B4-BE49-F238E27FC236}">
                  <a16:creationId xmlns:a16="http://schemas.microsoft.com/office/drawing/2014/main" id="{2DB02965-CA30-FAB5-5EAC-B0917405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0" name="Rectangle 904">
              <a:extLst>
                <a:ext uri="{FF2B5EF4-FFF2-40B4-BE49-F238E27FC236}">
                  <a16:creationId xmlns:a16="http://schemas.microsoft.com/office/drawing/2014/main" id="{CDC42638-D6E8-BD08-DE34-48B13CC05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21" name="Rectangle 905">
              <a:extLst>
                <a:ext uri="{FF2B5EF4-FFF2-40B4-BE49-F238E27FC236}">
                  <a16:creationId xmlns:a16="http://schemas.microsoft.com/office/drawing/2014/main" id="{59606F76-08D9-365D-642C-B4B4BEBFE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6" name="Group 906">
            <a:extLst>
              <a:ext uri="{FF2B5EF4-FFF2-40B4-BE49-F238E27FC236}">
                <a16:creationId xmlns:a16="http://schemas.microsoft.com/office/drawing/2014/main" id="{083AA9DD-BB1F-115F-CC0E-986C43153FBD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1087438"/>
            <a:ext cx="1474788" cy="1463675"/>
            <a:chOff x="262" y="1078"/>
            <a:chExt cx="929" cy="922"/>
          </a:xfrm>
        </p:grpSpPr>
        <p:sp>
          <p:nvSpPr>
            <p:cNvPr id="43604" name="Rectangle 907">
              <a:extLst>
                <a:ext uri="{FF2B5EF4-FFF2-40B4-BE49-F238E27FC236}">
                  <a16:creationId xmlns:a16="http://schemas.microsoft.com/office/drawing/2014/main" id="{BEBD4E12-7226-97D9-4AE6-161D30F6F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5" name="Rectangle 908">
              <a:extLst>
                <a:ext uri="{FF2B5EF4-FFF2-40B4-BE49-F238E27FC236}">
                  <a16:creationId xmlns:a16="http://schemas.microsoft.com/office/drawing/2014/main" id="{4EE89129-3FEC-974F-9818-4A3846D02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6" name="Rectangle 909">
              <a:extLst>
                <a:ext uri="{FF2B5EF4-FFF2-40B4-BE49-F238E27FC236}">
                  <a16:creationId xmlns:a16="http://schemas.microsoft.com/office/drawing/2014/main" id="{87AEB157-DAA4-90D1-A0C9-0C34E98A6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7" name="Rectangle 910">
              <a:extLst>
                <a:ext uri="{FF2B5EF4-FFF2-40B4-BE49-F238E27FC236}">
                  <a16:creationId xmlns:a16="http://schemas.microsoft.com/office/drawing/2014/main" id="{FB877458-AD2D-6588-36C3-2CFF9F2FD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8" name="Rectangle 911">
              <a:extLst>
                <a:ext uri="{FF2B5EF4-FFF2-40B4-BE49-F238E27FC236}">
                  <a16:creationId xmlns:a16="http://schemas.microsoft.com/office/drawing/2014/main" id="{F3E6C85D-D350-99E0-EB38-CDFF121ED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9" name="Rectangle 912">
              <a:extLst>
                <a:ext uri="{FF2B5EF4-FFF2-40B4-BE49-F238E27FC236}">
                  <a16:creationId xmlns:a16="http://schemas.microsoft.com/office/drawing/2014/main" id="{1F1E3572-B46D-479E-DCA8-1E62D72C2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0" name="Rectangle 913">
              <a:extLst>
                <a:ext uri="{FF2B5EF4-FFF2-40B4-BE49-F238E27FC236}">
                  <a16:creationId xmlns:a16="http://schemas.microsoft.com/office/drawing/2014/main" id="{0EF8CC95-F1C5-88F5-43A2-C7D32500B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1" name="Rectangle 914">
              <a:extLst>
                <a:ext uri="{FF2B5EF4-FFF2-40B4-BE49-F238E27FC236}">
                  <a16:creationId xmlns:a16="http://schemas.microsoft.com/office/drawing/2014/main" id="{1EA5042A-946E-0731-C76F-3C899DDE8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12" name="Rectangle 915">
              <a:extLst>
                <a:ext uri="{FF2B5EF4-FFF2-40B4-BE49-F238E27FC236}">
                  <a16:creationId xmlns:a16="http://schemas.microsoft.com/office/drawing/2014/main" id="{58B04E90-7704-755A-7402-89DDFEE06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7" name="Group 916">
            <a:extLst>
              <a:ext uri="{FF2B5EF4-FFF2-40B4-BE49-F238E27FC236}">
                <a16:creationId xmlns:a16="http://schemas.microsoft.com/office/drawing/2014/main" id="{8439C3F8-CBE5-6F6D-97A1-0B9E7F2577E7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1087438"/>
            <a:ext cx="1474787" cy="1463675"/>
            <a:chOff x="262" y="1078"/>
            <a:chExt cx="929" cy="922"/>
          </a:xfrm>
        </p:grpSpPr>
        <p:sp>
          <p:nvSpPr>
            <p:cNvPr id="43595" name="Rectangle 917">
              <a:extLst>
                <a:ext uri="{FF2B5EF4-FFF2-40B4-BE49-F238E27FC236}">
                  <a16:creationId xmlns:a16="http://schemas.microsoft.com/office/drawing/2014/main" id="{75BB8995-896E-46EA-4F28-54866B9D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6" name="Rectangle 918">
              <a:extLst>
                <a:ext uri="{FF2B5EF4-FFF2-40B4-BE49-F238E27FC236}">
                  <a16:creationId xmlns:a16="http://schemas.microsoft.com/office/drawing/2014/main" id="{D94F8CB9-6A68-CCBB-FDF6-43A38EC7B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7" name="Rectangle 919">
              <a:extLst>
                <a:ext uri="{FF2B5EF4-FFF2-40B4-BE49-F238E27FC236}">
                  <a16:creationId xmlns:a16="http://schemas.microsoft.com/office/drawing/2014/main" id="{A9C4CFCF-BADE-0CD8-FA9A-D1A44AB61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8" name="Rectangle 920">
              <a:extLst>
                <a:ext uri="{FF2B5EF4-FFF2-40B4-BE49-F238E27FC236}">
                  <a16:creationId xmlns:a16="http://schemas.microsoft.com/office/drawing/2014/main" id="{1341C163-00A6-FFFF-A514-AE230C651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9" name="Rectangle 921">
              <a:extLst>
                <a:ext uri="{FF2B5EF4-FFF2-40B4-BE49-F238E27FC236}">
                  <a16:creationId xmlns:a16="http://schemas.microsoft.com/office/drawing/2014/main" id="{0C0FDCA7-2C5A-5E4A-C4C1-62EF4CC6C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0" name="Rectangle 922">
              <a:extLst>
                <a:ext uri="{FF2B5EF4-FFF2-40B4-BE49-F238E27FC236}">
                  <a16:creationId xmlns:a16="http://schemas.microsoft.com/office/drawing/2014/main" id="{792A42AB-F076-3ECC-F318-D1B1E2B34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1" name="Rectangle 923">
              <a:extLst>
                <a:ext uri="{FF2B5EF4-FFF2-40B4-BE49-F238E27FC236}">
                  <a16:creationId xmlns:a16="http://schemas.microsoft.com/office/drawing/2014/main" id="{2FC76613-AEE8-2C25-DF0E-186B5EBA6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2" name="Rectangle 924">
              <a:extLst>
                <a:ext uri="{FF2B5EF4-FFF2-40B4-BE49-F238E27FC236}">
                  <a16:creationId xmlns:a16="http://schemas.microsoft.com/office/drawing/2014/main" id="{C0E14C36-9786-B0F8-05B2-0FAA27D3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03" name="Rectangle 925">
              <a:extLst>
                <a:ext uri="{FF2B5EF4-FFF2-40B4-BE49-F238E27FC236}">
                  <a16:creationId xmlns:a16="http://schemas.microsoft.com/office/drawing/2014/main" id="{46A643B5-ECF7-0CF5-F1F9-2EC7D9D6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8" name="Group 926">
            <a:extLst>
              <a:ext uri="{FF2B5EF4-FFF2-40B4-BE49-F238E27FC236}">
                <a16:creationId xmlns:a16="http://schemas.microsoft.com/office/drawing/2014/main" id="{F75FA0A4-8A07-E50E-3735-A61123DA9DE8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1087438"/>
            <a:ext cx="1474787" cy="1463675"/>
            <a:chOff x="262" y="1078"/>
            <a:chExt cx="929" cy="922"/>
          </a:xfrm>
        </p:grpSpPr>
        <p:sp>
          <p:nvSpPr>
            <p:cNvPr id="43586" name="Rectangle 927">
              <a:extLst>
                <a:ext uri="{FF2B5EF4-FFF2-40B4-BE49-F238E27FC236}">
                  <a16:creationId xmlns:a16="http://schemas.microsoft.com/office/drawing/2014/main" id="{486EE95D-0CCF-71ED-5D15-A0CDB8BA7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7" name="Rectangle 928">
              <a:extLst>
                <a:ext uri="{FF2B5EF4-FFF2-40B4-BE49-F238E27FC236}">
                  <a16:creationId xmlns:a16="http://schemas.microsoft.com/office/drawing/2014/main" id="{199C3557-CD54-F50C-CD31-F4BA2C739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8" name="Rectangle 929">
              <a:extLst>
                <a:ext uri="{FF2B5EF4-FFF2-40B4-BE49-F238E27FC236}">
                  <a16:creationId xmlns:a16="http://schemas.microsoft.com/office/drawing/2014/main" id="{3FDCC799-E5E3-CD82-684E-9A442FA2E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9" name="Rectangle 930">
              <a:extLst>
                <a:ext uri="{FF2B5EF4-FFF2-40B4-BE49-F238E27FC236}">
                  <a16:creationId xmlns:a16="http://schemas.microsoft.com/office/drawing/2014/main" id="{C845D281-33BD-8000-C0E2-BB2852E9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0" name="Rectangle 931">
              <a:extLst>
                <a:ext uri="{FF2B5EF4-FFF2-40B4-BE49-F238E27FC236}">
                  <a16:creationId xmlns:a16="http://schemas.microsoft.com/office/drawing/2014/main" id="{E3C3B255-9CF3-51E4-0251-68F2357EE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1" name="Rectangle 932">
              <a:extLst>
                <a:ext uri="{FF2B5EF4-FFF2-40B4-BE49-F238E27FC236}">
                  <a16:creationId xmlns:a16="http://schemas.microsoft.com/office/drawing/2014/main" id="{A1032D56-41CE-FA9D-E88F-9D8627EE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2" name="Rectangle 933">
              <a:extLst>
                <a:ext uri="{FF2B5EF4-FFF2-40B4-BE49-F238E27FC236}">
                  <a16:creationId xmlns:a16="http://schemas.microsoft.com/office/drawing/2014/main" id="{818785CF-CC28-0309-3256-2820ECBE8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3" name="Rectangle 934">
              <a:extLst>
                <a:ext uri="{FF2B5EF4-FFF2-40B4-BE49-F238E27FC236}">
                  <a16:creationId xmlns:a16="http://schemas.microsoft.com/office/drawing/2014/main" id="{9C5FCF2A-4D2E-5671-BB51-9579918BC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94" name="Rectangle 935">
              <a:extLst>
                <a:ext uri="{FF2B5EF4-FFF2-40B4-BE49-F238E27FC236}">
                  <a16:creationId xmlns:a16="http://schemas.microsoft.com/office/drawing/2014/main" id="{590150F8-3496-A23C-C694-3F8860BC6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19" name="Group 936">
            <a:extLst>
              <a:ext uri="{FF2B5EF4-FFF2-40B4-BE49-F238E27FC236}">
                <a16:creationId xmlns:a16="http://schemas.microsoft.com/office/drawing/2014/main" id="{9A69D32A-0A07-F096-8214-49E59EB7E052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1087438"/>
            <a:ext cx="1474787" cy="1463675"/>
            <a:chOff x="262" y="1078"/>
            <a:chExt cx="929" cy="922"/>
          </a:xfrm>
        </p:grpSpPr>
        <p:sp>
          <p:nvSpPr>
            <p:cNvPr id="43577" name="Rectangle 937">
              <a:extLst>
                <a:ext uri="{FF2B5EF4-FFF2-40B4-BE49-F238E27FC236}">
                  <a16:creationId xmlns:a16="http://schemas.microsoft.com/office/drawing/2014/main" id="{50357FDE-400A-8569-8176-4521FA69F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8" name="Rectangle 938">
              <a:extLst>
                <a:ext uri="{FF2B5EF4-FFF2-40B4-BE49-F238E27FC236}">
                  <a16:creationId xmlns:a16="http://schemas.microsoft.com/office/drawing/2014/main" id="{B787E981-FA73-99F4-0999-00366C7DF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9" name="Rectangle 939">
              <a:extLst>
                <a:ext uri="{FF2B5EF4-FFF2-40B4-BE49-F238E27FC236}">
                  <a16:creationId xmlns:a16="http://schemas.microsoft.com/office/drawing/2014/main" id="{920CBC87-855E-4889-3CD4-BABD691A7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0" name="Rectangle 940">
              <a:extLst>
                <a:ext uri="{FF2B5EF4-FFF2-40B4-BE49-F238E27FC236}">
                  <a16:creationId xmlns:a16="http://schemas.microsoft.com/office/drawing/2014/main" id="{231C073C-F416-6B0B-3244-2A072384F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1" name="Rectangle 941">
              <a:extLst>
                <a:ext uri="{FF2B5EF4-FFF2-40B4-BE49-F238E27FC236}">
                  <a16:creationId xmlns:a16="http://schemas.microsoft.com/office/drawing/2014/main" id="{666F1D0B-4E99-B20B-866E-AA445701C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2" name="Rectangle 942">
              <a:extLst>
                <a:ext uri="{FF2B5EF4-FFF2-40B4-BE49-F238E27FC236}">
                  <a16:creationId xmlns:a16="http://schemas.microsoft.com/office/drawing/2014/main" id="{E2E66714-3AB3-D9E9-0D3E-330CC88D9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3" name="Rectangle 943">
              <a:extLst>
                <a:ext uri="{FF2B5EF4-FFF2-40B4-BE49-F238E27FC236}">
                  <a16:creationId xmlns:a16="http://schemas.microsoft.com/office/drawing/2014/main" id="{DB4B3462-B3BF-29A8-E2F1-936298D7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4" name="Rectangle 944">
              <a:extLst>
                <a:ext uri="{FF2B5EF4-FFF2-40B4-BE49-F238E27FC236}">
                  <a16:creationId xmlns:a16="http://schemas.microsoft.com/office/drawing/2014/main" id="{FB5ADB33-984A-B23D-BBDB-C4CB7E6FB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85" name="Rectangle 945">
              <a:extLst>
                <a:ext uri="{FF2B5EF4-FFF2-40B4-BE49-F238E27FC236}">
                  <a16:creationId xmlns:a16="http://schemas.microsoft.com/office/drawing/2014/main" id="{E48A3416-FB74-5BD6-6D9F-4F4EB22D0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0" name="Group 946">
            <a:extLst>
              <a:ext uri="{FF2B5EF4-FFF2-40B4-BE49-F238E27FC236}">
                <a16:creationId xmlns:a16="http://schemas.microsoft.com/office/drawing/2014/main" id="{C0BDEC2C-0A85-2180-671B-9412DE117D2D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2081213"/>
            <a:ext cx="1474788" cy="1463675"/>
            <a:chOff x="262" y="1078"/>
            <a:chExt cx="929" cy="922"/>
          </a:xfrm>
        </p:grpSpPr>
        <p:sp>
          <p:nvSpPr>
            <p:cNvPr id="43568" name="Rectangle 947">
              <a:extLst>
                <a:ext uri="{FF2B5EF4-FFF2-40B4-BE49-F238E27FC236}">
                  <a16:creationId xmlns:a16="http://schemas.microsoft.com/office/drawing/2014/main" id="{99C3A78A-2BF2-B02E-3A84-C80C5CA4C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9" name="Rectangle 948">
              <a:extLst>
                <a:ext uri="{FF2B5EF4-FFF2-40B4-BE49-F238E27FC236}">
                  <a16:creationId xmlns:a16="http://schemas.microsoft.com/office/drawing/2014/main" id="{395D455C-7674-07C4-7339-2E8FFBA3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0" name="Rectangle 949">
              <a:extLst>
                <a:ext uri="{FF2B5EF4-FFF2-40B4-BE49-F238E27FC236}">
                  <a16:creationId xmlns:a16="http://schemas.microsoft.com/office/drawing/2014/main" id="{BF7D9206-B3FC-8A2D-2B0B-7E70EB9D8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1" name="Rectangle 950">
              <a:extLst>
                <a:ext uri="{FF2B5EF4-FFF2-40B4-BE49-F238E27FC236}">
                  <a16:creationId xmlns:a16="http://schemas.microsoft.com/office/drawing/2014/main" id="{C72AEF3D-1381-58CA-45F4-0B9AEADB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2" name="Rectangle 951">
              <a:extLst>
                <a:ext uri="{FF2B5EF4-FFF2-40B4-BE49-F238E27FC236}">
                  <a16:creationId xmlns:a16="http://schemas.microsoft.com/office/drawing/2014/main" id="{64C16DD6-AFB3-3510-7D9D-07E916538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3" name="Rectangle 952">
              <a:extLst>
                <a:ext uri="{FF2B5EF4-FFF2-40B4-BE49-F238E27FC236}">
                  <a16:creationId xmlns:a16="http://schemas.microsoft.com/office/drawing/2014/main" id="{63FA1CA9-F80D-D9C2-AA81-0EF6A0C6F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4" name="Rectangle 953">
              <a:extLst>
                <a:ext uri="{FF2B5EF4-FFF2-40B4-BE49-F238E27FC236}">
                  <a16:creationId xmlns:a16="http://schemas.microsoft.com/office/drawing/2014/main" id="{B33245E5-CAD5-4E60-2E77-44B026643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5" name="Rectangle 954">
              <a:extLst>
                <a:ext uri="{FF2B5EF4-FFF2-40B4-BE49-F238E27FC236}">
                  <a16:creationId xmlns:a16="http://schemas.microsoft.com/office/drawing/2014/main" id="{77E62475-09B6-A644-EA21-12AADF21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76" name="Rectangle 955">
              <a:extLst>
                <a:ext uri="{FF2B5EF4-FFF2-40B4-BE49-F238E27FC236}">
                  <a16:creationId xmlns:a16="http://schemas.microsoft.com/office/drawing/2014/main" id="{54834BF2-89E4-EA9B-8001-E222E1A3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1" name="Group 956">
            <a:extLst>
              <a:ext uri="{FF2B5EF4-FFF2-40B4-BE49-F238E27FC236}">
                <a16:creationId xmlns:a16="http://schemas.microsoft.com/office/drawing/2014/main" id="{4F7834E2-579F-4F58-A0AE-1163A0F1D7AE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2081213"/>
            <a:ext cx="1474787" cy="1463675"/>
            <a:chOff x="262" y="1078"/>
            <a:chExt cx="929" cy="922"/>
          </a:xfrm>
        </p:grpSpPr>
        <p:sp>
          <p:nvSpPr>
            <p:cNvPr id="43559" name="Rectangle 957">
              <a:extLst>
                <a:ext uri="{FF2B5EF4-FFF2-40B4-BE49-F238E27FC236}">
                  <a16:creationId xmlns:a16="http://schemas.microsoft.com/office/drawing/2014/main" id="{82F80FB3-C6E0-498F-A3AB-C0BAEDBF7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0" name="Rectangle 958">
              <a:extLst>
                <a:ext uri="{FF2B5EF4-FFF2-40B4-BE49-F238E27FC236}">
                  <a16:creationId xmlns:a16="http://schemas.microsoft.com/office/drawing/2014/main" id="{D1EA4E93-F43D-F9FC-1314-874D2670C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1" name="Rectangle 959">
              <a:extLst>
                <a:ext uri="{FF2B5EF4-FFF2-40B4-BE49-F238E27FC236}">
                  <a16:creationId xmlns:a16="http://schemas.microsoft.com/office/drawing/2014/main" id="{45CE9C3C-ECD9-1FFF-A128-12048BA53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2" name="Rectangle 960">
              <a:extLst>
                <a:ext uri="{FF2B5EF4-FFF2-40B4-BE49-F238E27FC236}">
                  <a16:creationId xmlns:a16="http://schemas.microsoft.com/office/drawing/2014/main" id="{C9D81AAB-06EC-50C7-8CB6-D2771ECA5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3" name="Rectangle 961">
              <a:extLst>
                <a:ext uri="{FF2B5EF4-FFF2-40B4-BE49-F238E27FC236}">
                  <a16:creationId xmlns:a16="http://schemas.microsoft.com/office/drawing/2014/main" id="{F0C50131-2A49-8196-35D8-0750160E4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4" name="Rectangle 962">
              <a:extLst>
                <a:ext uri="{FF2B5EF4-FFF2-40B4-BE49-F238E27FC236}">
                  <a16:creationId xmlns:a16="http://schemas.microsoft.com/office/drawing/2014/main" id="{3B4CDEDA-95B7-8459-0815-A38EADC54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5" name="Rectangle 963">
              <a:extLst>
                <a:ext uri="{FF2B5EF4-FFF2-40B4-BE49-F238E27FC236}">
                  <a16:creationId xmlns:a16="http://schemas.microsoft.com/office/drawing/2014/main" id="{535E6446-6853-92C6-4F88-B527DED7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6" name="Rectangle 964">
              <a:extLst>
                <a:ext uri="{FF2B5EF4-FFF2-40B4-BE49-F238E27FC236}">
                  <a16:creationId xmlns:a16="http://schemas.microsoft.com/office/drawing/2014/main" id="{B2C462CF-89AB-1122-058A-05904303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67" name="Rectangle 965">
              <a:extLst>
                <a:ext uri="{FF2B5EF4-FFF2-40B4-BE49-F238E27FC236}">
                  <a16:creationId xmlns:a16="http://schemas.microsoft.com/office/drawing/2014/main" id="{08243BF3-175C-C867-571A-E7D1A65DF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2" name="Group 966">
            <a:extLst>
              <a:ext uri="{FF2B5EF4-FFF2-40B4-BE49-F238E27FC236}">
                <a16:creationId xmlns:a16="http://schemas.microsoft.com/office/drawing/2014/main" id="{A70B4CBD-2926-D116-CE37-9490A7AF5B9F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2081213"/>
            <a:ext cx="1474788" cy="1463675"/>
            <a:chOff x="262" y="1078"/>
            <a:chExt cx="929" cy="922"/>
          </a:xfrm>
        </p:grpSpPr>
        <p:sp>
          <p:nvSpPr>
            <p:cNvPr id="43550" name="Rectangle 967">
              <a:extLst>
                <a:ext uri="{FF2B5EF4-FFF2-40B4-BE49-F238E27FC236}">
                  <a16:creationId xmlns:a16="http://schemas.microsoft.com/office/drawing/2014/main" id="{679C5585-0330-ADCE-4F6B-679FD569B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1" name="Rectangle 968">
              <a:extLst>
                <a:ext uri="{FF2B5EF4-FFF2-40B4-BE49-F238E27FC236}">
                  <a16:creationId xmlns:a16="http://schemas.microsoft.com/office/drawing/2014/main" id="{79BEDBFE-A391-5355-7841-A41990DD8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2" name="Rectangle 969">
              <a:extLst>
                <a:ext uri="{FF2B5EF4-FFF2-40B4-BE49-F238E27FC236}">
                  <a16:creationId xmlns:a16="http://schemas.microsoft.com/office/drawing/2014/main" id="{40BE59AF-0427-05F4-E489-95E177D1E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3" name="Rectangle 970">
              <a:extLst>
                <a:ext uri="{FF2B5EF4-FFF2-40B4-BE49-F238E27FC236}">
                  <a16:creationId xmlns:a16="http://schemas.microsoft.com/office/drawing/2014/main" id="{DBEB6AEB-63C1-A849-70D6-412AC1290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4" name="Rectangle 971">
              <a:extLst>
                <a:ext uri="{FF2B5EF4-FFF2-40B4-BE49-F238E27FC236}">
                  <a16:creationId xmlns:a16="http://schemas.microsoft.com/office/drawing/2014/main" id="{03D24891-6D50-399A-B45D-9EE922F1A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5" name="Rectangle 972">
              <a:extLst>
                <a:ext uri="{FF2B5EF4-FFF2-40B4-BE49-F238E27FC236}">
                  <a16:creationId xmlns:a16="http://schemas.microsoft.com/office/drawing/2014/main" id="{51234DDA-DE6D-D946-B57A-6608B0848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6" name="Rectangle 973">
              <a:extLst>
                <a:ext uri="{FF2B5EF4-FFF2-40B4-BE49-F238E27FC236}">
                  <a16:creationId xmlns:a16="http://schemas.microsoft.com/office/drawing/2014/main" id="{6AF2E892-B1CB-A915-42BD-97274642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7" name="Rectangle 974">
              <a:extLst>
                <a:ext uri="{FF2B5EF4-FFF2-40B4-BE49-F238E27FC236}">
                  <a16:creationId xmlns:a16="http://schemas.microsoft.com/office/drawing/2014/main" id="{AB4EE2B5-74F8-3825-B5A1-B8633D9A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58" name="Rectangle 975">
              <a:extLst>
                <a:ext uri="{FF2B5EF4-FFF2-40B4-BE49-F238E27FC236}">
                  <a16:creationId xmlns:a16="http://schemas.microsoft.com/office/drawing/2014/main" id="{8ECC9FC9-8694-86CB-187C-1A1564F13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3" name="Group 976">
            <a:extLst>
              <a:ext uri="{FF2B5EF4-FFF2-40B4-BE49-F238E27FC236}">
                <a16:creationId xmlns:a16="http://schemas.microsoft.com/office/drawing/2014/main" id="{D6528608-4581-C89B-F030-EA44CC23801D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2081213"/>
            <a:ext cx="1474788" cy="1463675"/>
            <a:chOff x="262" y="1078"/>
            <a:chExt cx="929" cy="922"/>
          </a:xfrm>
        </p:grpSpPr>
        <p:sp>
          <p:nvSpPr>
            <p:cNvPr id="43541" name="Rectangle 977">
              <a:extLst>
                <a:ext uri="{FF2B5EF4-FFF2-40B4-BE49-F238E27FC236}">
                  <a16:creationId xmlns:a16="http://schemas.microsoft.com/office/drawing/2014/main" id="{20294D10-A9D0-C675-2FF6-0C51D39DE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2" name="Rectangle 978">
              <a:extLst>
                <a:ext uri="{FF2B5EF4-FFF2-40B4-BE49-F238E27FC236}">
                  <a16:creationId xmlns:a16="http://schemas.microsoft.com/office/drawing/2014/main" id="{42475E66-2824-A895-0F20-E58909527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3" name="Rectangle 979">
              <a:extLst>
                <a:ext uri="{FF2B5EF4-FFF2-40B4-BE49-F238E27FC236}">
                  <a16:creationId xmlns:a16="http://schemas.microsoft.com/office/drawing/2014/main" id="{3B65FEEF-1FBF-5E61-98B5-C39D58C8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4" name="Rectangle 980">
              <a:extLst>
                <a:ext uri="{FF2B5EF4-FFF2-40B4-BE49-F238E27FC236}">
                  <a16:creationId xmlns:a16="http://schemas.microsoft.com/office/drawing/2014/main" id="{CB5A86B5-CD62-0998-939A-B9BD37142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5" name="Rectangle 981">
              <a:extLst>
                <a:ext uri="{FF2B5EF4-FFF2-40B4-BE49-F238E27FC236}">
                  <a16:creationId xmlns:a16="http://schemas.microsoft.com/office/drawing/2014/main" id="{EA8C6D9C-09DD-A531-FB83-A44A67593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6" name="Rectangle 982">
              <a:extLst>
                <a:ext uri="{FF2B5EF4-FFF2-40B4-BE49-F238E27FC236}">
                  <a16:creationId xmlns:a16="http://schemas.microsoft.com/office/drawing/2014/main" id="{848BE7D2-8AD3-E62C-91F0-E3B8053DB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7" name="Rectangle 983">
              <a:extLst>
                <a:ext uri="{FF2B5EF4-FFF2-40B4-BE49-F238E27FC236}">
                  <a16:creationId xmlns:a16="http://schemas.microsoft.com/office/drawing/2014/main" id="{CEC2753D-0079-76D1-DD49-87338184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8" name="Rectangle 984">
              <a:extLst>
                <a:ext uri="{FF2B5EF4-FFF2-40B4-BE49-F238E27FC236}">
                  <a16:creationId xmlns:a16="http://schemas.microsoft.com/office/drawing/2014/main" id="{90DAF2EC-12A3-9ED1-A528-D667C89C4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9" name="Rectangle 985">
              <a:extLst>
                <a:ext uri="{FF2B5EF4-FFF2-40B4-BE49-F238E27FC236}">
                  <a16:creationId xmlns:a16="http://schemas.microsoft.com/office/drawing/2014/main" id="{CCE9D1F6-6B94-E696-8829-D50731ECC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4" name="Group 986">
            <a:extLst>
              <a:ext uri="{FF2B5EF4-FFF2-40B4-BE49-F238E27FC236}">
                <a16:creationId xmlns:a16="http://schemas.microsoft.com/office/drawing/2014/main" id="{3F5F3212-F5CF-9603-1710-0FF152713C84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2081213"/>
            <a:ext cx="1474788" cy="1463675"/>
            <a:chOff x="262" y="1078"/>
            <a:chExt cx="929" cy="922"/>
          </a:xfrm>
        </p:grpSpPr>
        <p:sp>
          <p:nvSpPr>
            <p:cNvPr id="43532" name="Rectangle 987">
              <a:extLst>
                <a:ext uri="{FF2B5EF4-FFF2-40B4-BE49-F238E27FC236}">
                  <a16:creationId xmlns:a16="http://schemas.microsoft.com/office/drawing/2014/main" id="{C8DA0C8F-49D3-EFD2-E85A-4586574D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3" name="Rectangle 988">
              <a:extLst>
                <a:ext uri="{FF2B5EF4-FFF2-40B4-BE49-F238E27FC236}">
                  <a16:creationId xmlns:a16="http://schemas.microsoft.com/office/drawing/2014/main" id="{4E98A93C-843A-E1D2-C8EC-CD1D9813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4" name="Rectangle 989">
              <a:extLst>
                <a:ext uri="{FF2B5EF4-FFF2-40B4-BE49-F238E27FC236}">
                  <a16:creationId xmlns:a16="http://schemas.microsoft.com/office/drawing/2014/main" id="{E48E2EDD-7958-209C-AB68-0EAF72460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5" name="Rectangle 990">
              <a:extLst>
                <a:ext uri="{FF2B5EF4-FFF2-40B4-BE49-F238E27FC236}">
                  <a16:creationId xmlns:a16="http://schemas.microsoft.com/office/drawing/2014/main" id="{D0326A61-AF46-BCE3-B1F3-5F1DDD5CF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6" name="Rectangle 991">
              <a:extLst>
                <a:ext uri="{FF2B5EF4-FFF2-40B4-BE49-F238E27FC236}">
                  <a16:creationId xmlns:a16="http://schemas.microsoft.com/office/drawing/2014/main" id="{C4A785F0-5A8D-E019-499D-00259FDA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7" name="Rectangle 992">
              <a:extLst>
                <a:ext uri="{FF2B5EF4-FFF2-40B4-BE49-F238E27FC236}">
                  <a16:creationId xmlns:a16="http://schemas.microsoft.com/office/drawing/2014/main" id="{ED2095D6-5EBF-387C-F7B7-E64FC78F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8" name="Rectangle 993">
              <a:extLst>
                <a:ext uri="{FF2B5EF4-FFF2-40B4-BE49-F238E27FC236}">
                  <a16:creationId xmlns:a16="http://schemas.microsoft.com/office/drawing/2014/main" id="{633FEE25-4250-4908-4836-018B521B7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9" name="Rectangle 994">
              <a:extLst>
                <a:ext uri="{FF2B5EF4-FFF2-40B4-BE49-F238E27FC236}">
                  <a16:creationId xmlns:a16="http://schemas.microsoft.com/office/drawing/2014/main" id="{FC94C69A-7D03-D343-9213-6547F7ADE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40" name="Rectangle 995">
              <a:extLst>
                <a:ext uri="{FF2B5EF4-FFF2-40B4-BE49-F238E27FC236}">
                  <a16:creationId xmlns:a16="http://schemas.microsoft.com/office/drawing/2014/main" id="{BB92CD80-B1D3-3668-6BFB-F6B82378D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5" name="Group 996">
            <a:extLst>
              <a:ext uri="{FF2B5EF4-FFF2-40B4-BE49-F238E27FC236}">
                <a16:creationId xmlns:a16="http://schemas.microsoft.com/office/drawing/2014/main" id="{3366FD9F-0B0A-FF43-76AB-B0027DEA3D51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2081213"/>
            <a:ext cx="1474787" cy="1463675"/>
            <a:chOff x="262" y="1078"/>
            <a:chExt cx="929" cy="922"/>
          </a:xfrm>
        </p:grpSpPr>
        <p:sp>
          <p:nvSpPr>
            <p:cNvPr id="43523" name="Rectangle 997">
              <a:extLst>
                <a:ext uri="{FF2B5EF4-FFF2-40B4-BE49-F238E27FC236}">
                  <a16:creationId xmlns:a16="http://schemas.microsoft.com/office/drawing/2014/main" id="{539E1E1B-FC3D-9A36-6593-41C931FB4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4" name="Rectangle 998">
              <a:extLst>
                <a:ext uri="{FF2B5EF4-FFF2-40B4-BE49-F238E27FC236}">
                  <a16:creationId xmlns:a16="http://schemas.microsoft.com/office/drawing/2014/main" id="{EC8959D8-E3BB-6776-EF59-CD2FAB87C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5" name="Rectangle 999">
              <a:extLst>
                <a:ext uri="{FF2B5EF4-FFF2-40B4-BE49-F238E27FC236}">
                  <a16:creationId xmlns:a16="http://schemas.microsoft.com/office/drawing/2014/main" id="{1BF1DC18-16C5-1F1E-353C-1654F76DE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6" name="Rectangle 1000">
              <a:extLst>
                <a:ext uri="{FF2B5EF4-FFF2-40B4-BE49-F238E27FC236}">
                  <a16:creationId xmlns:a16="http://schemas.microsoft.com/office/drawing/2014/main" id="{F3481CD1-4FDC-6DEC-3EC9-A1CB984D3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7" name="Rectangle 1001">
              <a:extLst>
                <a:ext uri="{FF2B5EF4-FFF2-40B4-BE49-F238E27FC236}">
                  <a16:creationId xmlns:a16="http://schemas.microsoft.com/office/drawing/2014/main" id="{DF9E3006-5D71-2EAA-2EB9-0E96E7329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8" name="Rectangle 1002">
              <a:extLst>
                <a:ext uri="{FF2B5EF4-FFF2-40B4-BE49-F238E27FC236}">
                  <a16:creationId xmlns:a16="http://schemas.microsoft.com/office/drawing/2014/main" id="{49287CF5-A166-1962-8561-E90CC6C9D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9" name="Rectangle 1003">
              <a:extLst>
                <a:ext uri="{FF2B5EF4-FFF2-40B4-BE49-F238E27FC236}">
                  <a16:creationId xmlns:a16="http://schemas.microsoft.com/office/drawing/2014/main" id="{8D8C9C75-EC06-11CF-F279-3F75BDD88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0" name="Rectangle 1004">
              <a:extLst>
                <a:ext uri="{FF2B5EF4-FFF2-40B4-BE49-F238E27FC236}">
                  <a16:creationId xmlns:a16="http://schemas.microsoft.com/office/drawing/2014/main" id="{C25D410B-349D-C60C-D24B-AA77DB41C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31" name="Rectangle 1005">
              <a:extLst>
                <a:ext uri="{FF2B5EF4-FFF2-40B4-BE49-F238E27FC236}">
                  <a16:creationId xmlns:a16="http://schemas.microsoft.com/office/drawing/2014/main" id="{1A09DBAB-3FFF-0DFD-6AF4-A9F43F939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6" name="Group 1006">
            <a:extLst>
              <a:ext uri="{FF2B5EF4-FFF2-40B4-BE49-F238E27FC236}">
                <a16:creationId xmlns:a16="http://schemas.microsoft.com/office/drawing/2014/main" id="{94FD5F10-E64C-0922-8962-42093DC7DE75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2081213"/>
            <a:ext cx="1474787" cy="1463675"/>
            <a:chOff x="262" y="1078"/>
            <a:chExt cx="929" cy="922"/>
          </a:xfrm>
        </p:grpSpPr>
        <p:sp>
          <p:nvSpPr>
            <p:cNvPr id="43514" name="Rectangle 1007">
              <a:extLst>
                <a:ext uri="{FF2B5EF4-FFF2-40B4-BE49-F238E27FC236}">
                  <a16:creationId xmlns:a16="http://schemas.microsoft.com/office/drawing/2014/main" id="{E00AB9B0-4FED-15C7-4BF9-7EFBB9BE2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5" name="Rectangle 1008">
              <a:extLst>
                <a:ext uri="{FF2B5EF4-FFF2-40B4-BE49-F238E27FC236}">
                  <a16:creationId xmlns:a16="http://schemas.microsoft.com/office/drawing/2014/main" id="{96B5C5DF-7996-8A34-4613-B84DC4BD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6" name="Rectangle 1009">
              <a:extLst>
                <a:ext uri="{FF2B5EF4-FFF2-40B4-BE49-F238E27FC236}">
                  <a16:creationId xmlns:a16="http://schemas.microsoft.com/office/drawing/2014/main" id="{484E8558-D5F6-CEF4-A385-B72C044DA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7" name="Rectangle 1010">
              <a:extLst>
                <a:ext uri="{FF2B5EF4-FFF2-40B4-BE49-F238E27FC236}">
                  <a16:creationId xmlns:a16="http://schemas.microsoft.com/office/drawing/2014/main" id="{AA50F826-26A8-E336-CFDF-8A5211D6E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8" name="Rectangle 1011">
              <a:extLst>
                <a:ext uri="{FF2B5EF4-FFF2-40B4-BE49-F238E27FC236}">
                  <a16:creationId xmlns:a16="http://schemas.microsoft.com/office/drawing/2014/main" id="{3667B500-3D1D-B327-36EC-F2DE2A2E9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9" name="Rectangle 1012">
              <a:extLst>
                <a:ext uri="{FF2B5EF4-FFF2-40B4-BE49-F238E27FC236}">
                  <a16:creationId xmlns:a16="http://schemas.microsoft.com/office/drawing/2014/main" id="{568E5B64-DFF2-FE9C-5DE6-A43A1F4B7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0" name="Rectangle 1013">
              <a:extLst>
                <a:ext uri="{FF2B5EF4-FFF2-40B4-BE49-F238E27FC236}">
                  <a16:creationId xmlns:a16="http://schemas.microsoft.com/office/drawing/2014/main" id="{63A374BA-DCB5-1B15-2DEE-5DB0879AE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1" name="Rectangle 1014">
              <a:extLst>
                <a:ext uri="{FF2B5EF4-FFF2-40B4-BE49-F238E27FC236}">
                  <a16:creationId xmlns:a16="http://schemas.microsoft.com/office/drawing/2014/main" id="{A87A380F-ED90-195B-54E3-F17E90D13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22" name="Rectangle 1015">
              <a:extLst>
                <a:ext uri="{FF2B5EF4-FFF2-40B4-BE49-F238E27FC236}">
                  <a16:creationId xmlns:a16="http://schemas.microsoft.com/office/drawing/2014/main" id="{81F8CDDF-D189-9728-4C37-9C12131B9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27" name="Group 1016">
            <a:extLst>
              <a:ext uri="{FF2B5EF4-FFF2-40B4-BE49-F238E27FC236}">
                <a16:creationId xmlns:a16="http://schemas.microsoft.com/office/drawing/2014/main" id="{7555AF0E-7B6B-5AA2-D1F9-FB22897258DD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2081213"/>
            <a:ext cx="1474787" cy="1463675"/>
            <a:chOff x="262" y="1078"/>
            <a:chExt cx="929" cy="922"/>
          </a:xfrm>
        </p:grpSpPr>
        <p:sp>
          <p:nvSpPr>
            <p:cNvPr id="43505" name="Rectangle 1017">
              <a:extLst>
                <a:ext uri="{FF2B5EF4-FFF2-40B4-BE49-F238E27FC236}">
                  <a16:creationId xmlns:a16="http://schemas.microsoft.com/office/drawing/2014/main" id="{895F16A5-CFE1-DDEE-4452-D5054D3F1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6" name="Rectangle 1018">
              <a:extLst>
                <a:ext uri="{FF2B5EF4-FFF2-40B4-BE49-F238E27FC236}">
                  <a16:creationId xmlns:a16="http://schemas.microsoft.com/office/drawing/2014/main" id="{CB303A62-3C3A-50B8-D57A-F3E26BA2A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7" name="Rectangle 1019">
              <a:extLst>
                <a:ext uri="{FF2B5EF4-FFF2-40B4-BE49-F238E27FC236}">
                  <a16:creationId xmlns:a16="http://schemas.microsoft.com/office/drawing/2014/main" id="{2EA74109-D399-69D6-1169-E5E2170F9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8" name="Rectangle 1020">
              <a:extLst>
                <a:ext uri="{FF2B5EF4-FFF2-40B4-BE49-F238E27FC236}">
                  <a16:creationId xmlns:a16="http://schemas.microsoft.com/office/drawing/2014/main" id="{A7AF8874-5A57-5134-54B7-4749A959A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9" name="Rectangle 1021">
              <a:extLst>
                <a:ext uri="{FF2B5EF4-FFF2-40B4-BE49-F238E27FC236}">
                  <a16:creationId xmlns:a16="http://schemas.microsoft.com/office/drawing/2014/main" id="{3A2089D4-AF96-709E-B94D-23BCD7298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0" name="Rectangle 1022">
              <a:extLst>
                <a:ext uri="{FF2B5EF4-FFF2-40B4-BE49-F238E27FC236}">
                  <a16:creationId xmlns:a16="http://schemas.microsoft.com/office/drawing/2014/main" id="{A5F21260-95CF-FF69-BF40-49C75AF42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1" name="Rectangle 1023">
              <a:extLst>
                <a:ext uri="{FF2B5EF4-FFF2-40B4-BE49-F238E27FC236}">
                  <a16:creationId xmlns:a16="http://schemas.microsoft.com/office/drawing/2014/main" id="{D70E8158-C560-9F7A-BB5A-7EC3CC232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2" name="Rectangle 1024">
              <a:extLst>
                <a:ext uri="{FF2B5EF4-FFF2-40B4-BE49-F238E27FC236}">
                  <a16:creationId xmlns:a16="http://schemas.microsoft.com/office/drawing/2014/main" id="{4EE9E50D-66AD-D14D-F26D-5C2E4C13A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13" name="Rectangle 1025">
              <a:extLst>
                <a:ext uri="{FF2B5EF4-FFF2-40B4-BE49-F238E27FC236}">
                  <a16:creationId xmlns:a16="http://schemas.microsoft.com/office/drawing/2014/main" id="{05A88D99-76F6-D094-E6F0-9F44AB3A5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58" name="Group 1026">
            <a:extLst>
              <a:ext uri="{FF2B5EF4-FFF2-40B4-BE49-F238E27FC236}">
                <a16:creationId xmlns:a16="http://schemas.microsoft.com/office/drawing/2014/main" id="{4206F802-9868-EBD3-C3EB-F9D35C378005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2563813"/>
            <a:ext cx="1474788" cy="1463675"/>
            <a:chOff x="262" y="1078"/>
            <a:chExt cx="929" cy="922"/>
          </a:xfrm>
        </p:grpSpPr>
        <p:sp>
          <p:nvSpPr>
            <p:cNvPr id="43496" name="Rectangle 1027">
              <a:extLst>
                <a:ext uri="{FF2B5EF4-FFF2-40B4-BE49-F238E27FC236}">
                  <a16:creationId xmlns:a16="http://schemas.microsoft.com/office/drawing/2014/main" id="{55A95318-A1D4-EB2F-BD3D-CB844C31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7" name="Rectangle 1028">
              <a:extLst>
                <a:ext uri="{FF2B5EF4-FFF2-40B4-BE49-F238E27FC236}">
                  <a16:creationId xmlns:a16="http://schemas.microsoft.com/office/drawing/2014/main" id="{ED11FBED-FBAB-C854-F6B7-AEB75AF92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8" name="Rectangle 1029">
              <a:extLst>
                <a:ext uri="{FF2B5EF4-FFF2-40B4-BE49-F238E27FC236}">
                  <a16:creationId xmlns:a16="http://schemas.microsoft.com/office/drawing/2014/main" id="{126DC92A-AAF9-2658-C859-18D0B1C74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9" name="Rectangle 1030">
              <a:extLst>
                <a:ext uri="{FF2B5EF4-FFF2-40B4-BE49-F238E27FC236}">
                  <a16:creationId xmlns:a16="http://schemas.microsoft.com/office/drawing/2014/main" id="{57BD3CE8-E2F7-D7F0-24C0-F209AB95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0" name="Rectangle 1031">
              <a:extLst>
                <a:ext uri="{FF2B5EF4-FFF2-40B4-BE49-F238E27FC236}">
                  <a16:creationId xmlns:a16="http://schemas.microsoft.com/office/drawing/2014/main" id="{160250C7-9FBD-5966-6E3E-B87C5147E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1" name="Rectangle 1032">
              <a:extLst>
                <a:ext uri="{FF2B5EF4-FFF2-40B4-BE49-F238E27FC236}">
                  <a16:creationId xmlns:a16="http://schemas.microsoft.com/office/drawing/2014/main" id="{7C2EBFD5-FCCC-7426-FEE7-080E7ACDE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2" name="Rectangle 1033">
              <a:extLst>
                <a:ext uri="{FF2B5EF4-FFF2-40B4-BE49-F238E27FC236}">
                  <a16:creationId xmlns:a16="http://schemas.microsoft.com/office/drawing/2014/main" id="{53F76D0E-7795-9889-01DF-7ADEE86FF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3" name="Rectangle 1034">
              <a:extLst>
                <a:ext uri="{FF2B5EF4-FFF2-40B4-BE49-F238E27FC236}">
                  <a16:creationId xmlns:a16="http://schemas.microsoft.com/office/drawing/2014/main" id="{0A770B03-C987-323F-ECA0-74F684C61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04" name="Rectangle 1035">
              <a:extLst>
                <a:ext uri="{FF2B5EF4-FFF2-40B4-BE49-F238E27FC236}">
                  <a16:creationId xmlns:a16="http://schemas.microsoft.com/office/drawing/2014/main" id="{42372E43-146D-0687-BB14-EE487B0D4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59" name="Group 1036">
            <a:extLst>
              <a:ext uri="{FF2B5EF4-FFF2-40B4-BE49-F238E27FC236}">
                <a16:creationId xmlns:a16="http://schemas.microsoft.com/office/drawing/2014/main" id="{3B82A649-1F14-E6D7-D2B7-8ABA26BC4736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2563813"/>
            <a:ext cx="1474787" cy="1463675"/>
            <a:chOff x="262" y="1078"/>
            <a:chExt cx="929" cy="922"/>
          </a:xfrm>
        </p:grpSpPr>
        <p:sp>
          <p:nvSpPr>
            <p:cNvPr id="43487" name="Rectangle 1037">
              <a:extLst>
                <a:ext uri="{FF2B5EF4-FFF2-40B4-BE49-F238E27FC236}">
                  <a16:creationId xmlns:a16="http://schemas.microsoft.com/office/drawing/2014/main" id="{B4E9D929-97CB-BB07-1BA1-C28C69C6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8" name="Rectangle 1038">
              <a:extLst>
                <a:ext uri="{FF2B5EF4-FFF2-40B4-BE49-F238E27FC236}">
                  <a16:creationId xmlns:a16="http://schemas.microsoft.com/office/drawing/2014/main" id="{78E4E72C-49EA-5BB9-7ED5-04DA1FC49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9" name="Rectangle 1039">
              <a:extLst>
                <a:ext uri="{FF2B5EF4-FFF2-40B4-BE49-F238E27FC236}">
                  <a16:creationId xmlns:a16="http://schemas.microsoft.com/office/drawing/2014/main" id="{E47596A8-CC73-D6E5-C3DD-B65923F1C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0" name="Rectangle 1040">
              <a:extLst>
                <a:ext uri="{FF2B5EF4-FFF2-40B4-BE49-F238E27FC236}">
                  <a16:creationId xmlns:a16="http://schemas.microsoft.com/office/drawing/2014/main" id="{E400669D-DFF3-826B-EC60-F9C280FF9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1" name="Rectangle 1041">
              <a:extLst>
                <a:ext uri="{FF2B5EF4-FFF2-40B4-BE49-F238E27FC236}">
                  <a16:creationId xmlns:a16="http://schemas.microsoft.com/office/drawing/2014/main" id="{54EB9EEB-0FEF-13AD-C19F-D25516E3C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2" name="Rectangle 1042">
              <a:extLst>
                <a:ext uri="{FF2B5EF4-FFF2-40B4-BE49-F238E27FC236}">
                  <a16:creationId xmlns:a16="http://schemas.microsoft.com/office/drawing/2014/main" id="{C53E6611-FD2B-F0E8-21D6-8AA372074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3" name="Rectangle 1043">
              <a:extLst>
                <a:ext uri="{FF2B5EF4-FFF2-40B4-BE49-F238E27FC236}">
                  <a16:creationId xmlns:a16="http://schemas.microsoft.com/office/drawing/2014/main" id="{163AD78E-5BE0-A36D-6936-139895B7A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4" name="Rectangle 1044">
              <a:extLst>
                <a:ext uri="{FF2B5EF4-FFF2-40B4-BE49-F238E27FC236}">
                  <a16:creationId xmlns:a16="http://schemas.microsoft.com/office/drawing/2014/main" id="{A3AE722A-2B7D-5895-03E7-631E3144D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95" name="Rectangle 1045">
              <a:extLst>
                <a:ext uri="{FF2B5EF4-FFF2-40B4-BE49-F238E27FC236}">
                  <a16:creationId xmlns:a16="http://schemas.microsoft.com/office/drawing/2014/main" id="{590AED7D-6ABF-9C31-F738-C82FD8F39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0" name="Group 1046">
            <a:extLst>
              <a:ext uri="{FF2B5EF4-FFF2-40B4-BE49-F238E27FC236}">
                <a16:creationId xmlns:a16="http://schemas.microsoft.com/office/drawing/2014/main" id="{C6891DAF-6937-6828-9948-A7CE6FE85B61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2563813"/>
            <a:ext cx="1474788" cy="1463675"/>
            <a:chOff x="262" y="1078"/>
            <a:chExt cx="929" cy="922"/>
          </a:xfrm>
        </p:grpSpPr>
        <p:sp>
          <p:nvSpPr>
            <p:cNvPr id="43478" name="Rectangle 1047">
              <a:extLst>
                <a:ext uri="{FF2B5EF4-FFF2-40B4-BE49-F238E27FC236}">
                  <a16:creationId xmlns:a16="http://schemas.microsoft.com/office/drawing/2014/main" id="{6A877A1D-45C4-C499-CD18-4C00427E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9" name="Rectangle 1048">
              <a:extLst>
                <a:ext uri="{FF2B5EF4-FFF2-40B4-BE49-F238E27FC236}">
                  <a16:creationId xmlns:a16="http://schemas.microsoft.com/office/drawing/2014/main" id="{D90EEE09-9F2A-F099-4D70-42640AA30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0" name="Rectangle 1049">
              <a:extLst>
                <a:ext uri="{FF2B5EF4-FFF2-40B4-BE49-F238E27FC236}">
                  <a16:creationId xmlns:a16="http://schemas.microsoft.com/office/drawing/2014/main" id="{09C9F098-85E2-D7F3-8698-B884DA977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1" name="Rectangle 1050">
              <a:extLst>
                <a:ext uri="{FF2B5EF4-FFF2-40B4-BE49-F238E27FC236}">
                  <a16:creationId xmlns:a16="http://schemas.microsoft.com/office/drawing/2014/main" id="{9D685CE9-3514-EF37-0CE8-9483100B8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2" name="Rectangle 1051">
              <a:extLst>
                <a:ext uri="{FF2B5EF4-FFF2-40B4-BE49-F238E27FC236}">
                  <a16:creationId xmlns:a16="http://schemas.microsoft.com/office/drawing/2014/main" id="{1299895A-598C-8649-1700-BE14EFD4E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3" name="Rectangle 1052">
              <a:extLst>
                <a:ext uri="{FF2B5EF4-FFF2-40B4-BE49-F238E27FC236}">
                  <a16:creationId xmlns:a16="http://schemas.microsoft.com/office/drawing/2014/main" id="{8F1A56A6-C8D8-BDD8-0D05-709990E45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4" name="Rectangle 1053">
              <a:extLst>
                <a:ext uri="{FF2B5EF4-FFF2-40B4-BE49-F238E27FC236}">
                  <a16:creationId xmlns:a16="http://schemas.microsoft.com/office/drawing/2014/main" id="{6E44E40D-A391-4B24-F590-BABE74A8F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5" name="Rectangle 1054">
              <a:extLst>
                <a:ext uri="{FF2B5EF4-FFF2-40B4-BE49-F238E27FC236}">
                  <a16:creationId xmlns:a16="http://schemas.microsoft.com/office/drawing/2014/main" id="{0A8E5398-FD3E-17D8-201C-2811014B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86" name="Rectangle 1055">
              <a:extLst>
                <a:ext uri="{FF2B5EF4-FFF2-40B4-BE49-F238E27FC236}">
                  <a16:creationId xmlns:a16="http://schemas.microsoft.com/office/drawing/2014/main" id="{ED9DAED9-217E-A0EA-8324-EFC17E7C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1" name="Group 1056">
            <a:extLst>
              <a:ext uri="{FF2B5EF4-FFF2-40B4-BE49-F238E27FC236}">
                <a16:creationId xmlns:a16="http://schemas.microsoft.com/office/drawing/2014/main" id="{81A26573-6278-6218-B19D-3A443E9274F1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2563813"/>
            <a:ext cx="1474788" cy="1463675"/>
            <a:chOff x="262" y="1078"/>
            <a:chExt cx="929" cy="922"/>
          </a:xfrm>
        </p:grpSpPr>
        <p:sp>
          <p:nvSpPr>
            <p:cNvPr id="43469" name="Rectangle 1057">
              <a:extLst>
                <a:ext uri="{FF2B5EF4-FFF2-40B4-BE49-F238E27FC236}">
                  <a16:creationId xmlns:a16="http://schemas.microsoft.com/office/drawing/2014/main" id="{F2C25103-7E16-8007-0A2A-D7EBF38C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0" name="Rectangle 1058">
              <a:extLst>
                <a:ext uri="{FF2B5EF4-FFF2-40B4-BE49-F238E27FC236}">
                  <a16:creationId xmlns:a16="http://schemas.microsoft.com/office/drawing/2014/main" id="{17699138-F4D0-DA5F-FB0E-AB85D804D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1" name="Rectangle 1059">
              <a:extLst>
                <a:ext uri="{FF2B5EF4-FFF2-40B4-BE49-F238E27FC236}">
                  <a16:creationId xmlns:a16="http://schemas.microsoft.com/office/drawing/2014/main" id="{07B90FD2-45AC-C4BF-1E51-0855EABDD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2" name="Rectangle 1060">
              <a:extLst>
                <a:ext uri="{FF2B5EF4-FFF2-40B4-BE49-F238E27FC236}">
                  <a16:creationId xmlns:a16="http://schemas.microsoft.com/office/drawing/2014/main" id="{F1E381CB-81F0-C230-8207-636DCC0AE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3" name="Rectangle 1061">
              <a:extLst>
                <a:ext uri="{FF2B5EF4-FFF2-40B4-BE49-F238E27FC236}">
                  <a16:creationId xmlns:a16="http://schemas.microsoft.com/office/drawing/2014/main" id="{05A555D7-B4EE-36FD-3AD5-23D7D79AA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4" name="Rectangle 1062">
              <a:extLst>
                <a:ext uri="{FF2B5EF4-FFF2-40B4-BE49-F238E27FC236}">
                  <a16:creationId xmlns:a16="http://schemas.microsoft.com/office/drawing/2014/main" id="{BF6522CA-421B-253F-6455-E2AB29DB0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5" name="Rectangle 1063">
              <a:extLst>
                <a:ext uri="{FF2B5EF4-FFF2-40B4-BE49-F238E27FC236}">
                  <a16:creationId xmlns:a16="http://schemas.microsoft.com/office/drawing/2014/main" id="{301CA185-B8D1-3DC0-87EA-128729BCB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6" name="Rectangle 1064">
              <a:extLst>
                <a:ext uri="{FF2B5EF4-FFF2-40B4-BE49-F238E27FC236}">
                  <a16:creationId xmlns:a16="http://schemas.microsoft.com/office/drawing/2014/main" id="{82C38DC6-9FA7-39BE-3EA2-9467F3954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77" name="Rectangle 1065">
              <a:extLst>
                <a:ext uri="{FF2B5EF4-FFF2-40B4-BE49-F238E27FC236}">
                  <a16:creationId xmlns:a16="http://schemas.microsoft.com/office/drawing/2014/main" id="{8447941E-E921-9DB3-B7E8-AAB46651F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2" name="Group 1066">
            <a:extLst>
              <a:ext uri="{FF2B5EF4-FFF2-40B4-BE49-F238E27FC236}">
                <a16:creationId xmlns:a16="http://schemas.microsoft.com/office/drawing/2014/main" id="{947CD5C3-4CA1-E441-0C27-AA0C5ABEC2AE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2563813"/>
            <a:ext cx="1474788" cy="1463675"/>
            <a:chOff x="262" y="1078"/>
            <a:chExt cx="929" cy="922"/>
          </a:xfrm>
        </p:grpSpPr>
        <p:sp>
          <p:nvSpPr>
            <p:cNvPr id="43460" name="Rectangle 1067">
              <a:extLst>
                <a:ext uri="{FF2B5EF4-FFF2-40B4-BE49-F238E27FC236}">
                  <a16:creationId xmlns:a16="http://schemas.microsoft.com/office/drawing/2014/main" id="{B9647105-9077-F1DC-84A5-2CB1499C8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1" name="Rectangle 1068">
              <a:extLst>
                <a:ext uri="{FF2B5EF4-FFF2-40B4-BE49-F238E27FC236}">
                  <a16:creationId xmlns:a16="http://schemas.microsoft.com/office/drawing/2014/main" id="{48A34178-FDB3-4A13-9D2F-D6BDECF06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2" name="Rectangle 1069">
              <a:extLst>
                <a:ext uri="{FF2B5EF4-FFF2-40B4-BE49-F238E27FC236}">
                  <a16:creationId xmlns:a16="http://schemas.microsoft.com/office/drawing/2014/main" id="{776C2661-891D-E4F4-9EEF-9F265E6BE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3" name="Rectangle 1070">
              <a:extLst>
                <a:ext uri="{FF2B5EF4-FFF2-40B4-BE49-F238E27FC236}">
                  <a16:creationId xmlns:a16="http://schemas.microsoft.com/office/drawing/2014/main" id="{AB838C2F-5616-E6BE-91E0-5BA9B0DA1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4" name="Rectangle 1071">
              <a:extLst>
                <a:ext uri="{FF2B5EF4-FFF2-40B4-BE49-F238E27FC236}">
                  <a16:creationId xmlns:a16="http://schemas.microsoft.com/office/drawing/2014/main" id="{59348CB0-2473-B97A-0768-29FC5FDCF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5" name="Rectangle 1072">
              <a:extLst>
                <a:ext uri="{FF2B5EF4-FFF2-40B4-BE49-F238E27FC236}">
                  <a16:creationId xmlns:a16="http://schemas.microsoft.com/office/drawing/2014/main" id="{3F7CB287-837C-DDB5-5B14-6FF11AA5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6" name="Rectangle 1073">
              <a:extLst>
                <a:ext uri="{FF2B5EF4-FFF2-40B4-BE49-F238E27FC236}">
                  <a16:creationId xmlns:a16="http://schemas.microsoft.com/office/drawing/2014/main" id="{C8ABD96E-0966-4313-C9A1-EA7F5C064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7" name="Rectangle 1074">
              <a:extLst>
                <a:ext uri="{FF2B5EF4-FFF2-40B4-BE49-F238E27FC236}">
                  <a16:creationId xmlns:a16="http://schemas.microsoft.com/office/drawing/2014/main" id="{8D737EE7-ED6C-7D0C-D933-5167E0EB8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68" name="Rectangle 1075">
              <a:extLst>
                <a:ext uri="{FF2B5EF4-FFF2-40B4-BE49-F238E27FC236}">
                  <a16:creationId xmlns:a16="http://schemas.microsoft.com/office/drawing/2014/main" id="{D0C1FDBC-3B91-1992-5C2B-78D1E4953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3" name="Group 1076">
            <a:extLst>
              <a:ext uri="{FF2B5EF4-FFF2-40B4-BE49-F238E27FC236}">
                <a16:creationId xmlns:a16="http://schemas.microsoft.com/office/drawing/2014/main" id="{A258F917-B85D-DF4E-3E02-D675B753B2D5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2563813"/>
            <a:ext cx="1474787" cy="1463675"/>
            <a:chOff x="262" y="1078"/>
            <a:chExt cx="929" cy="922"/>
          </a:xfrm>
        </p:grpSpPr>
        <p:sp>
          <p:nvSpPr>
            <p:cNvPr id="43451" name="Rectangle 1077">
              <a:extLst>
                <a:ext uri="{FF2B5EF4-FFF2-40B4-BE49-F238E27FC236}">
                  <a16:creationId xmlns:a16="http://schemas.microsoft.com/office/drawing/2014/main" id="{EBEEFCA2-8A99-8084-1EDD-8E5BAA50C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2" name="Rectangle 1078">
              <a:extLst>
                <a:ext uri="{FF2B5EF4-FFF2-40B4-BE49-F238E27FC236}">
                  <a16:creationId xmlns:a16="http://schemas.microsoft.com/office/drawing/2014/main" id="{99A04C12-834D-FE40-A385-22A5F0CDC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3" name="Rectangle 1079">
              <a:extLst>
                <a:ext uri="{FF2B5EF4-FFF2-40B4-BE49-F238E27FC236}">
                  <a16:creationId xmlns:a16="http://schemas.microsoft.com/office/drawing/2014/main" id="{C4BB0E9D-80B5-AC2F-D864-EAE4A4C65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4" name="Rectangle 1080">
              <a:extLst>
                <a:ext uri="{FF2B5EF4-FFF2-40B4-BE49-F238E27FC236}">
                  <a16:creationId xmlns:a16="http://schemas.microsoft.com/office/drawing/2014/main" id="{9BDBFF0D-4835-313C-0F1A-E2EBCAF25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5" name="Rectangle 1081">
              <a:extLst>
                <a:ext uri="{FF2B5EF4-FFF2-40B4-BE49-F238E27FC236}">
                  <a16:creationId xmlns:a16="http://schemas.microsoft.com/office/drawing/2014/main" id="{EA433A3F-42C1-E31F-C140-27C4C4762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6" name="Rectangle 1082">
              <a:extLst>
                <a:ext uri="{FF2B5EF4-FFF2-40B4-BE49-F238E27FC236}">
                  <a16:creationId xmlns:a16="http://schemas.microsoft.com/office/drawing/2014/main" id="{5FB766C0-41C4-B509-A3C1-1BD526337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7" name="Rectangle 1083">
              <a:extLst>
                <a:ext uri="{FF2B5EF4-FFF2-40B4-BE49-F238E27FC236}">
                  <a16:creationId xmlns:a16="http://schemas.microsoft.com/office/drawing/2014/main" id="{21AB259C-9278-0A41-AE81-10C8016CF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8" name="Rectangle 1084">
              <a:extLst>
                <a:ext uri="{FF2B5EF4-FFF2-40B4-BE49-F238E27FC236}">
                  <a16:creationId xmlns:a16="http://schemas.microsoft.com/office/drawing/2014/main" id="{DC1645B0-BA54-D9E6-F62F-854F9D5DF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9" name="Rectangle 1085">
              <a:extLst>
                <a:ext uri="{FF2B5EF4-FFF2-40B4-BE49-F238E27FC236}">
                  <a16:creationId xmlns:a16="http://schemas.microsoft.com/office/drawing/2014/main" id="{034A0C4A-D7DC-462F-C785-64F30AAE3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4" name="Group 1086">
            <a:extLst>
              <a:ext uri="{FF2B5EF4-FFF2-40B4-BE49-F238E27FC236}">
                <a16:creationId xmlns:a16="http://schemas.microsoft.com/office/drawing/2014/main" id="{E127EF57-FB80-F855-63D4-93ECB5591D50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2563813"/>
            <a:ext cx="1474787" cy="1463675"/>
            <a:chOff x="262" y="1078"/>
            <a:chExt cx="929" cy="922"/>
          </a:xfrm>
        </p:grpSpPr>
        <p:sp>
          <p:nvSpPr>
            <p:cNvPr id="43442" name="Rectangle 1087">
              <a:extLst>
                <a:ext uri="{FF2B5EF4-FFF2-40B4-BE49-F238E27FC236}">
                  <a16:creationId xmlns:a16="http://schemas.microsoft.com/office/drawing/2014/main" id="{9FB038AC-08FD-0FAC-0039-7CE79A60F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3" name="Rectangle 1088">
              <a:extLst>
                <a:ext uri="{FF2B5EF4-FFF2-40B4-BE49-F238E27FC236}">
                  <a16:creationId xmlns:a16="http://schemas.microsoft.com/office/drawing/2014/main" id="{3D98C36F-588E-FE6F-AD43-7E8A39CEC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4" name="Rectangle 1089">
              <a:extLst>
                <a:ext uri="{FF2B5EF4-FFF2-40B4-BE49-F238E27FC236}">
                  <a16:creationId xmlns:a16="http://schemas.microsoft.com/office/drawing/2014/main" id="{49C25C23-039A-9138-1671-1066520B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5" name="Rectangle 1090">
              <a:extLst>
                <a:ext uri="{FF2B5EF4-FFF2-40B4-BE49-F238E27FC236}">
                  <a16:creationId xmlns:a16="http://schemas.microsoft.com/office/drawing/2014/main" id="{7C902471-BE47-5FD2-60B6-7365DAEF5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6" name="Rectangle 1091">
              <a:extLst>
                <a:ext uri="{FF2B5EF4-FFF2-40B4-BE49-F238E27FC236}">
                  <a16:creationId xmlns:a16="http://schemas.microsoft.com/office/drawing/2014/main" id="{18156A63-CA83-3E8F-FE53-D6AC2C50B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7" name="Rectangle 1092">
              <a:extLst>
                <a:ext uri="{FF2B5EF4-FFF2-40B4-BE49-F238E27FC236}">
                  <a16:creationId xmlns:a16="http://schemas.microsoft.com/office/drawing/2014/main" id="{065E9081-93E4-DEC9-DBB0-D9924C0BD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8" name="Rectangle 1093">
              <a:extLst>
                <a:ext uri="{FF2B5EF4-FFF2-40B4-BE49-F238E27FC236}">
                  <a16:creationId xmlns:a16="http://schemas.microsoft.com/office/drawing/2014/main" id="{945D6A01-4224-5218-06E4-AFA1C968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9" name="Rectangle 1094">
              <a:extLst>
                <a:ext uri="{FF2B5EF4-FFF2-40B4-BE49-F238E27FC236}">
                  <a16:creationId xmlns:a16="http://schemas.microsoft.com/office/drawing/2014/main" id="{3AAE3153-6FE1-9000-A240-8BD293DB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50" name="Rectangle 1095">
              <a:extLst>
                <a:ext uri="{FF2B5EF4-FFF2-40B4-BE49-F238E27FC236}">
                  <a16:creationId xmlns:a16="http://schemas.microsoft.com/office/drawing/2014/main" id="{F2B9726C-F85B-47AA-0AE5-4CF6887B9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5" name="Group 1096">
            <a:extLst>
              <a:ext uri="{FF2B5EF4-FFF2-40B4-BE49-F238E27FC236}">
                <a16:creationId xmlns:a16="http://schemas.microsoft.com/office/drawing/2014/main" id="{77D3682C-D57A-E91A-F4C2-E31A14116C31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2563813"/>
            <a:ext cx="1474787" cy="1463675"/>
            <a:chOff x="262" y="1078"/>
            <a:chExt cx="929" cy="922"/>
          </a:xfrm>
        </p:grpSpPr>
        <p:sp>
          <p:nvSpPr>
            <p:cNvPr id="43433" name="Rectangle 1097">
              <a:extLst>
                <a:ext uri="{FF2B5EF4-FFF2-40B4-BE49-F238E27FC236}">
                  <a16:creationId xmlns:a16="http://schemas.microsoft.com/office/drawing/2014/main" id="{37D563B7-CCA7-502F-66D5-4A0025674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4" name="Rectangle 1098">
              <a:extLst>
                <a:ext uri="{FF2B5EF4-FFF2-40B4-BE49-F238E27FC236}">
                  <a16:creationId xmlns:a16="http://schemas.microsoft.com/office/drawing/2014/main" id="{7ABA6E59-4A5E-9109-A1E6-D08889F1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5" name="Rectangle 1099">
              <a:extLst>
                <a:ext uri="{FF2B5EF4-FFF2-40B4-BE49-F238E27FC236}">
                  <a16:creationId xmlns:a16="http://schemas.microsoft.com/office/drawing/2014/main" id="{17299DCC-C267-26D4-2844-5D5FF26AE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6" name="Rectangle 1100">
              <a:extLst>
                <a:ext uri="{FF2B5EF4-FFF2-40B4-BE49-F238E27FC236}">
                  <a16:creationId xmlns:a16="http://schemas.microsoft.com/office/drawing/2014/main" id="{B1D4D24F-EC44-4D5B-E3F8-A96642DA2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7" name="Rectangle 1101">
              <a:extLst>
                <a:ext uri="{FF2B5EF4-FFF2-40B4-BE49-F238E27FC236}">
                  <a16:creationId xmlns:a16="http://schemas.microsoft.com/office/drawing/2014/main" id="{1FCAAF05-8F01-94EE-C1B5-19D4EAEA7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8" name="Rectangle 1102">
              <a:extLst>
                <a:ext uri="{FF2B5EF4-FFF2-40B4-BE49-F238E27FC236}">
                  <a16:creationId xmlns:a16="http://schemas.microsoft.com/office/drawing/2014/main" id="{4324FAA0-44B3-A84E-DA72-AE41B87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9" name="Rectangle 1103">
              <a:extLst>
                <a:ext uri="{FF2B5EF4-FFF2-40B4-BE49-F238E27FC236}">
                  <a16:creationId xmlns:a16="http://schemas.microsoft.com/office/drawing/2014/main" id="{3876F599-8E57-7C05-3413-4EA28FD9C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0" name="Rectangle 1104">
              <a:extLst>
                <a:ext uri="{FF2B5EF4-FFF2-40B4-BE49-F238E27FC236}">
                  <a16:creationId xmlns:a16="http://schemas.microsoft.com/office/drawing/2014/main" id="{D4BFAD05-8925-15CE-F9AD-2B2E50A12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41" name="Rectangle 1105">
              <a:extLst>
                <a:ext uri="{FF2B5EF4-FFF2-40B4-BE49-F238E27FC236}">
                  <a16:creationId xmlns:a16="http://schemas.microsoft.com/office/drawing/2014/main" id="{8EF7EAD9-0853-0227-382B-192F6E9F6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6" name="Group 1106">
            <a:extLst>
              <a:ext uri="{FF2B5EF4-FFF2-40B4-BE49-F238E27FC236}">
                <a16:creationId xmlns:a16="http://schemas.microsoft.com/office/drawing/2014/main" id="{6CA4A802-513B-8C65-F5DC-5A3322753CED}"/>
              </a:ext>
            </a:extLst>
          </p:cNvPr>
          <p:cNvGrpSpPr>
            <a:grpSpLocks/>
          </p:cNvGrpSpPr>
          <p:nvPr/>
        </p:nvGrpSpPr>
        <p:grpSpPr bwMode="auto">
          <a:xfrm>
            <a:off x="4306888" y="3051175"/>
            <a:ext cx="1474787" cy="1463675"/>
            <a:chOff x="262" y="1078"/>
            <a:chExt cx="929" cy="922"/>
          </a:xfrm>
        </p:grpSpPr>
        <p:sp>
          <p:nvSpPr>
            <p:cNvPr id="43424" name="Rectangle 1107">
              <a:extLst>
                <a:ext uri="{FF2B5EF4-FFF2-40B4-BE49-F238E27FC236}">
                  <a16:creationId xmlns:a16="http://schemas.microsoft.com/office/drawing/2014/main" id="{0504D78D-BEB2-82D6-ADA2-EBBC1186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5" name="Rectangle 1108">
              <a:extLst>
                <a:ext uri="{FF2B5EF4-FFF2-40B4-BE49-F238E27FC236}">
                  <a16:creationId xmlns:a16="http://schemas.microsoft.com/office/drawing/2014/main" id="{36D0733E-E9C0-8315-201D-613AD500C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6" name="Rectangle 1109">
              <a:extLst>
                <a:ext uri="{FF2B5EF4-FFF2-40B4-BE49-F238E27FC236}">
                  <a16:creationId xmlns:a16="http://schemas.microsoft.com/office/drawing/2014/main" id="{0FF8F44A-AA06-7428-C8F6-2226B674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7" name="Rectangle 1110">
              <a:extLst>
                <a:ext uri="{FF2B5EF4-FFF2-40B4-BE49-F238E27FC236}">
                  <a16:creationId xmlns:a16="http://schemas.microsoft.com/office/drawing/2014/main" id="{A7E1D7A1-BA26-C223-35C3-D06EE6D04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8" name="Rectangle 1111">
              <a:extLst>
                <a:ext uri="{FF2B5EF4-FFF2-40B4-BE49-F238E27FC236}">
                  <a16:creationId xmlns:a16="http://schemas.microsoft.com/office/drawing/2014/main" id="{BAA4ED57-C8CF-FC44-EEE8-F6521BA9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9" name="Rectangle 1112">
              <a:extLst>
                <a:ext uri="{FF2B5EF4-FFF2-40B4-BE49-F238E27FC236}">
                  <a16:creationId xmlns:a16="http://schemas.microsoft.com/office/drawing/2014/main" id="{3B9E850B-E87B-C469-2AF1-9270C57B5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0" name="Rectangle 1113">
              <a:extLst>
                <a:ext uri="{FF2B5EF4-FFF2-40B4-BE49-F238E27FC236}">
                  <a16:creationId xmlns:a16="http://schemas.microsoft.com/office/drawing/2014/main" id="{1E795235-5F23-166F-BA14-48A375C6D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1" name="Rectangle 1114">
              <a:extLst>
                <a:ext uri="{FF2B5EF4-FFF2-40B4-BE49-F238E27FC236}">
                  <a16:creationId xmlns:a16="http://schemas.microsoft.com/office/drawing/2014/main" id="{6708094A-E75A-4980-EFCF-B3BF9B45D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32" name="Rectangle 1115">
              <a:extLst>
                <a:ext uri="{FF2B5EF4-FFF2-40B4-BE49-F238E27FC236}">
                  <a16:creationId xmlns:a16="http://schemas.microsoft.com/office/drawing/2014/main" id="{42B02E38-FB5F-0E89-72A7-089E461AC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7" name="Group 1116">
            <a:extLst>
              <a:ext uri="{FF2B5EF4-FFF2-40B4-BE49-F238E27FC236}">
                <a16:creationId xmlns:a16="http://schemas.microsoft.com/office/drawing/2014/main" id="{90A67911-ACE6-4569-AAF6-7226A290458B}"/>
              </a:ext>
            </a:extLst>
          </p:cNvPr>
          <p:cNvGrpSpPr>
            <a:grpSpLocks/>
          </p:cNvGrpSpPr>
          <p:nvPr/>
        </p:nvGrpSpPr>
        <p:grpSpPr bwMode="auto">
          <a:xfrm>
            <a:off x="4794250" y="3051175"/>
            <a:ext cx="1474788" cy="1463675"/>
            <a:chOff x="262" y="1078"/>
            <a:chExt cx="929" cy="922"/>
          </a:xfrm>
        </p:grpSpPr>
        <p:sp>
          <p:nvSpPr>
            <p:cNvPr id="43415" name="Rectangle 1117">
              <a:extLst>
                <a:ext uri="{FF2B5EF4-FFF2-40B4-BE49-F238E27FC236}">
                  <a16:creationId xmlns:a16="http://schemas.microsoft.com/office/drawing/2014/main" id="{395AE100-BA1D-616B-B97A-194DE1C59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6" name="Rectangle 1118">
              <a:extLst>
                <a:ext uri="{FF2B5EF4-FFF2-40B4-BE49-F238E27FC236}">
                  <a16:creationId xmlns:a16="http://schemas.microsoft.com/office/drawing/2014/main" id="{5331128B-8B70-BD87-89E4-44395D12C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7" name="Rectangle 1119">
              <a:extLst>
                <a:ext uri="{FF2B5EF4-FFF2-40B4-BE49-F238E27FC236}">
                  <a16:creationId xmlns:a16="http://schemas.microsoft.com/office/drawing/2014/main" id="{1BB327E4-2DBD-E02B-E0E4-F0F17C3E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8" name="Rectangle 1120">
              <a:extLst>
                <a:ext uri="{FF2B5EF4-FFF2-40B4-BE49-F238E27FC236}">
                  <a16:creationId xmlns:a16="http://schemas.microsoft.com/office/drawing/2014/main" id="{A167C417-A8BB-A8D6-9D63-14F065F7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9" name="Rectangle 1121">
              <a:extLst>
                <a:ext uri="{FF2B5EF4-FFF2-40B4-BE49-F238E27FC236}">
                  <a16:creationId xmlns:a16="http://schemas.microsoft.com/office/drawing/2014/main" id="{3DB252E6-F15E-E1B0-9286-2AB7D4BA2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0" name="Rectangle 1122">
              <a:extLst>
                <a:ext uri="{FF2B5EF4-FFF2-40B4-BE49-F238E27FC236}">
                  <a16:creationId xmlns:a16="http://schemas.microsoft.com/office/drawing/2014/main" id="{275E93F0-AC66-1380-07E2-936C25A50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1" name="Rectangle 1123">
              <a:extLst>
                <a:ext uri="{FF2B5EF4-FFF2-40B4-BE49-F238E27FC236}">
                  <a16:creationId xmlns:a16="http://schemas.microsoft.com/office/drawing/2014/main" id="{2A4DC777-33DE-5501-56BF-B02BCB356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2" name="Rectangle 1124">
              <a:extLst>
                <a:ext uri="{FF2B5EF4-FFF2-40B4-BE49-F238E27FC236}">
                  <a16:creationId xmlns:a16="http://schemas.microsoft.com/office/drawing/2014/main" id="{23215683-FC53-684B-5811-B3BFEAF81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23" name="Rectangle 1125">
              <a:extLst>
                <a:ext uri="{FF2B5EF4-FFF2-40B4-BE49-F238E27FC236}">
                  <a16:creationId xmlns:a16="http://schemas.microsoft.com/office/drawing/2014/main" id="{7A511AB4-3B56-BB66-827A-1668881B2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8" name="Group 1126">
            <a:extLst>
              <a:ext uri="{FF2B5EF4-FFF2-40B4-BE49-F238E27FC236}">
                <a16:creationId xmlns:a16="http://schemas.microsoft.com/office/drawing/2014/main" id="{5749B98C-219A-45B8-8BD4-1A8BF018770B}"/>
              </a:ext>
            </a:extLst>
          </p:cNvPr>
          <p:cNvGrpSpPr>
            <a:grpSpLocks/>
          </p:cNvGrpSpPr>
          <p:nvPr/>
        </p:nvGrpSpPr>
        <p:grpSpPr bwMode="auto">
          <a:xfrm>
            <a:off x="5291138" y="3051175"/>
            <a:ext cx="1474787" cy="1463675"/>
            <a:chOff x="262" y="1078"/>
            <a:chExt cx="929" cy="922"/>
          </a:xfrm>
        </p:grpSpPr>
        <p:sp>
          <p:nvSpPr>
            <p:cNvPr id="43406" name="Rectangle 1127">
              <a:extLst>
                <a:ext uri="{FF2B5EF4-FFF2-40B4-BE49-F238E27FC236}">
                  <a16:creationId xmlns:a16="http://schemas.microsoft.com/office/drawing/2014/main" id="{81341F52-3D32-04E1-1FAE-DC9A518AD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7" name="Rectangle 1128">
              <a:extLst>
                <a:ext uri="{FF2B5EF4-FFF2-40B4-BE49-F238E27FC236}">
                  <a16:creationId xmlns:a16="http://schemas.microsoft.com/office/drawing/2014/main" id="{965B9C74-01B8-7991-4BC8-7FF33DD5B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8" name="Rectangle 1129">
              <a:extLst>
                <a:ext uri="{FF2B5EF4-FFF2-40B4-BE49-F238E27FC236}">
                  <a16:creationId xmlns:a16="http://schemas.microsoft.com/office/drawing/2014/main" id="{1AC2C4D1-668A-2D4C-1FA8-5879B6F75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9" name="Rectangle 1130">
              <a:extLst>
                <a:ext uri="{FF2B5EF4-FFF2-40B4-BE49-F238E27FC236}">
                  <a16:creationId xmlns:a16="http://schemas.microsoft.com/office/drawing/2014/main" id="{C18218F2-8EDD-86D0-2357-9A5D58D36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0" name="Rectangle 1131">
              <a:extLst>
                <a:ext uri="{FF2B5EF4-FFF2-40B4-BE49-F238E27FC236}">
                  <a16:creationId xmlns:a16="http://schemas.microsoft.com/office/drawing/2014/main" id="{93A19075-C04E-B28B-4B6D-9B5A2A5BC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1" name="Rectangle 1132">
              <a:extLst>
                <a:ext uri="{FF2B5EF4-FFF2-40B4-BE49-F238E27FC236}">
                  <a16:creationId xmlns:a16="http://schemas.microsoft.com/office/drawing/2014/main" id="{6DAC6982-1672-5870-E078-C858F2194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2" name="Rectangle 1133">
              <a:extLst>
                <a:ext uri="{FF2B5EF4-FFF2-40B4-BE49-F238E27FC236}">
                  <a16:creationId xmlns:a16="http://schemas.microsoft.com/office/drawing/2014/main" id="{89F4112B-E127-1806-942B-4937078A4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3" name="Rectangle 1134">
              <a:extLst>
                <a:ext uri="{FF2B5EF4-FFF2-40B4-BE49-F238E27FC236}">
                  <a16:creationId xmlns:a16="http://schemas.microsoft.com/office/drawing/2014/main" id="{02706104-3C58-FCE3-D24B-D0AD7F7F2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14" name="Rectangle 1135">
              <a:extLst>
                <a:ext uri="{FF2B5EF4-FFF2-40B4-BE49-F238E27FC236}">
                  <a16:creationId xmlns:a16="http://schemas.microsoft.com/office/drawing/2014/main" id="{BB13183A-17A4-4503-7B0F-296D4E6EE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69" name="Group 1136">
            <a:extLst>
              <a:ext uri="{FF2B5EF4-FFF2-40B4-BE49-F238E27FC236}">
                <a16:creationId xmlns:a16="http://schemas.microsoft.com/office/drawing/2014/main" id="{317C4173-D2B1-C05D-E615-30EC7E20709F}"/>
              </a:ext>
            </a:extLst>
          </p:cNvPr>
          <p:cNvGrpSpPr>
            <a:grpSpLocks/>
          </p:cNvGrpSpPr>
          <p:nvPr/>
        </p:nvGrpSpPr>
        <p:grpSpPr bwMode="auto">
          <a:xfrm>
            <a:off x="6262688" y="3051175"/>
            <a:ext cx="1474787" cy="1463675"/>
            <a:chOff x="262" y="1078"/>
            <a:chExt cx="929" cy="922"/>
          </a:xfrm>
        </p:grpSpPr>
        <p:sp>
          <p:nvSpPr>
            <p:cNvPr id="43397" name="Rectangle 1137">
              <a:extLst>
                <a:ext uri="{FF2B5EF4-FFF2-40B4-BE49-F238E27FC236}">
                  <a16:creationId xmlns:a16="http://schemas.microsoft.com/office/drawing/2014/main" id="{2AC6C440-9368-BF5F-ECCA-463DDDED7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8" name="Rectangle 1138">
              <a:extLst>
                <a:ext uri="{FF2B5EF4-FFF2-40B4-BE49-F238E27FC236}">
                  <a16:creationId xmlns:a16="http://schemas.microsoft.com/office/drawing/2014/main" id="{BF8B53AA-5F1F-FA86-F08F-664B0683D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9" name="Rectangle 1139">
              <a:extLst>
                <a:ext uri="{FF2B5EF4-FFF2-40B4-BE49-F238E27FC236}">
                  <a16:creationId xmlns:a16="http://schemas.microsoft.com/office/drawing/2014/main" id="{058F0E53-E84B-3A0A-94E8-11DFE07CE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0" name="Rectangle 1140">
              <a:extLst>
                <a:ext uri="{FF2B5EF4-FFF2-40B4-BE49-F238E27FC236}">
                  <a16:creationId xmlns:a16="http://schemas.microsoft.com/office/drawing/2014/main" id="{C006A3B4-4821-17A0-16BF-A10AC290F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1" name="Rectangle 1141">
              <a:extLst>
                <a:ext uri="{FF2B5EF4-FFF2-40B4-BE49-F238E27FC236}">
                  <a16:creationId xmlns:a16="http://schemas.microsoft.com/office/drawing/2014/main" id="{C7D8341D-36D7-F184-FF35-BE281139F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2" name="Rectangle 1142">
              <a:extLst>
                <a:ext uri="{FF2B5EF4-FFF2-40B4-BE49-F238E27FC236}">
                  <a16:creationId xmlns:a16="http://schemas.microsoft.com/office/drawing/2014/main" id="{E562CC8C-4C4C-312E-8BAC-6FA60B184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3" name="Rectangle 1143">
              <a:extLst>
                <a:ext uri="{FF2B5EF4-FFF2-40B4-BE49-F238E27FC236}">
                  <a16:creationId xmlns:a16="http://schemas.microsoft.com/office/drawing/2014/main" id="{E63A086A-661A-D1D9-8949-2592D759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4" name="Rectangle 1144">
              <a:extLst>
                <a:ext uri="{FF2B5EF4-FFF2-40B4-BE49-F238E27FC236}">
                  <a16:creationId xmlns:a16="http://schemas.microsoft.com/office/drawing/2014/main" id="{6934E91E-A1D6-B894-FCD0-128E165C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05" name="Rectangle 1145">
              <a:extLst>
                <a:ext uri="{FF2B5EF4-FFF2-40B4-BE49-F238E27FC236}">
                  <a16:creationId xmlns:a16="http://schemas.microsoft.com/office/drawing/2014/main" id="{B5DD22DF-E96C-2E7A-1CBC-D5F47A915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0" name="Group 1146">
            <a:extLst>
              <a:ext uri="{FF2B5EF4-FFF2-40B4-BE49-F238E27FC236}">
                <a16:creationId xmlns:a16="http://schemas.microsoft.com/office/drawing/2014/main" id="{3AC5BF84-DC32-1836-4C1C-10EA03BB8E3F}"/>
              </a:ext>
            </a:extLst>
          </p:cNvPr>
          <p:cNvGrpSpPr>
            <a:grpSpLocks/>
          </p:cNvGrpSpPr>
          <p:nvPr/>
        </p:nvGrpSpPr>
        <p:grpSpPr bwMode="auto">
          <a:xfrm>
            <a:off x="6754813" y="3051175"/>
            <a:ext cx="1474787" cy="1463675"/>
            <a:chOff x="262" y="1078"/>
            <a:chExt cx="929" cy="922"/>
          </a:xfrm>
        </p:grpSpPr>
        <p:sp>
          <p:nvSpPr>
            <p:cNvPr id="43388" name="Rectangle 1147">
              <a:extLst>
                <a:ext uri="{FF2B5EF4-FFF2-40B4-BE49-F238E27FC236}">
                  <a16:creationId xmlns:a16="http://schemas.microsoft.com/office/drawing/2014/main" id="{07865861-C270-9455-2E06-2351A75B4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9" name="Rectangle 1148">
              <a:extLst>
                <a:ext uri="{FF2B5EF4-FFF2-40B4-BE49-F238E27FC236}">
                  <a16:creationId xmlns:a16="http://schemas.microsoft.com/office/drawing/2014/main" id="{EC1F8C4C-3C9B-342B-B410-2980DA137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0" name="Rectangle 1149">
              <a:extLst>
                <a:ext uri="{FF2B5EF4-FFF2-40B4-BE49-F238E27FC236}">
                  <a16:creationId xmlns:a16="http://schemas.microsoft.com/office/drawing/2014/main" id="{DF43BF0D-96D3-C1F1-147C-2B119D6DA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1" name="Rectangle 1150">
              <a:extLst>
                <a:ext uri="{FF2B5EF4-FFF2-40B4-BE49-F238E27FC236}">
                  <a16:creationId xmlns:a16="http://schemas.microsoft.com/office/drawing/2014/main" id="{E2970DFA-50F8-B1EC-07E7-311070B30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2" name="Rectangle 1151">
              <a:extLst>
                <a:ext uri="{FF2B5EF4-FFF2-40B4-BE49-F238E27FC236}">
                  <a16:creationId xmlns:a16="http://schemas.microsoft.com/office/drawing/2014/main" id="{AD4B8C0D-497F-6DA2-596D-916009B3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3" name="Rectangle 1152">
              <a:extLst>
                <a:ext uri="{FF2B5EF4-FFF2-40B4-BE49-F238E27FC236}">
                  <a16:creationId xmlns:a16="http://schemas.microsoft.com/office/drawing/2014/main" id="{D1A9C38D-9865-8704-0BCC-0126E0E95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4" name="Rectangle 1153">
              <a:extLst>
                <a:ext uri="{FF2B5EF4-FFF2-40B4-BE49-F238E27FC236}">
                  <a16:creationId xmlns:a16="http://schemas.microsoft.com/office/drawing/2014/main" id="{AF0DAF31-708E-3D39-6BF8-D1AAFB60E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5" name="Rectangle 1154">
              <a:extLst>
                <a:ext uri="{FF2B5EF4-FFF2-40B4-BE49-F238E27FC236}">
                  <a16:creationId xmlns:a16="http://schemas.microsoft.com/office/drawing/2014/main" id="{422E3288-6562-75FB-B890-0CA72CC7F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96" name="Rectangle 1155">
              <a:extLst>
                <a:ext uri="{FF2B5EF4-FFF2-40B4-BE49-F238E27FC236}">
                  <a16:creationId xmlns:a16="http://schemas.microsoft.com/office/drawing/2014/main" id="{A77DDCFF-3D79-1947-0D98-B0533323A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1" name="Group 1156">
            <a:extLst>
              <a:ext uri="{FF2B5EF4-FFF2-40B4-BE49-F238E27FC236}">
                <a16:creationId xmlns:a16="http://schemas.microsoft.com/office/drawing/2014/main" id="{27615DED-FFF8-B1F8-A894-54F898FCDE7E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3051175"/>
            <a:ext cx="1474788" cy="1463675"/>
            <a:chOff x="262" y="1078"/>
            <a:chExt cx="929" cy="922"/>
          </a:xfrm>
        </p:grpSpPr>
        <p:sp>
          <p:nvSpPr>
            <p:cNvPr id="43379" name="Rectangle 1157">
              <a:extLst>
                <a:ext uri="{FF2B5EF4-FFF2-40B4-BE49-F238E27FC236}">
                  <a16:creationId xmlns:a16="http://schemas.microsoft.com/office/drawing/2014/main" id="{6730173B-0CF2-4303-4781-61A2EBEA1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0" name="Rectangle 1158">
              <a:extLst>
                <a:ext uri="{FF2B5EF4-FFF2-40B4-BE49-F238E27FC236}">
                  <a16:creationId xmlns:a16="http://schemas.microsoft.com/office/drawing/2014/main" id="{6C51A073-5FDC-A9A9-ADC9-4CDEAFF5A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1" name="Rectangle 1159">
              <a:extLst>
                <a:ext uri="{FF2B5EF4-FFF2-40B4-BE49-F238E27FC236}">
                  <a16:creationId xmlns:a16="http://schemas.microsoft.com/office/drawing/2014/main" id="{660A497B-EBF9-D865-1F6E-090C9CE32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2" name="Rectangle 1160">
              <a:extLst>
                <a:ext uri="{FF2B5EF4-FFF2-40B4-BE49-F238E27FC236}">
                  <a16:creationId xmlns:a16="http://schemas.microsoft.com/office/drawing/2014/main" id="{8CA46233-D559-F920-2FE1-18DFAE3E7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3" name="Rectangle 1161">
              <a:extLst>
                <a:ext uri="{FF2B5EF4-FFF2-40B4-BE49-F238E27FC236}">
                  <a16:creationId xmlns:a16="http://schemas.microsoft.com/office/drawing/2014/main" id="{DDD8F0F2-93A7-25C6-C6E1-D41D16C62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4" name="Rectangle 1162">
              <a:extLst>
                <a:ext uri="{FF2B5EF4-FFF2-40B4-BE49-F238E27FC236}">
                  <a16:creationId xmlns:a16="http://schemas.microsoft.com/office/drawing/2014/main" id="{971B4860-0984-6977-6A92-4345B3C95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5" name="Rectangle 1163">
              <a:extLst>
                <a:ext uri="{FF2B5EF4-FFF2-40B4-BE49-F238E27FC236}">
                  <a16:creationId xmlns:a16="http://schemas.microsoft.com/office/drawing/2014/main" id="{F965B137-3449-F247-AE3B-21AA3A5CF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6" name="Rectangle 1164">
              <a:extLst>
                <a:ext uri="{FF2B5EF4-FFF2-40B4-BE49-F238E27FC236}">
                  <a16:creationId xmlns:a16="http://schemas.microsoft.com/office/drawing/2014/main" id="{3CE945F8-FCFB-0093-4B26-63804127C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87" name="Rectangle 1165">
              <a:extLst>
                <a:ext uri="{FF2B5EF4-FFF2-40B4-BE49-F238E27FC236}">
                  <a16:creationId xmlns:a16="http://schemas.microsoft.com/office/drawing/2014/main" id="{FC92A337-739B-5275-8BB6-3B1F3A8A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0" name="Group 1166">
            <a:extLst>
              <a:ext uri="{FF2B5EF4-FFF2-40B4-BE49-F238E27FC236}">
                <a16:creationId xmlns:a16="http://schemas.microsoft.com/office/drawing/2014/main" id="{A44DDDC2-F487-4037-4B5F-612C02A18415}"/>
              </a:ext>
            </a:extLst>
          </p:cNvPr>
          <p:cNvGrpSpPr>
            <a:grpSpLocks/>
          </p:cNvGrpSpPr>
          <p:nvPr/>
        </p:nvGrpSpPr>
        <p:grpSpPr bwMode="auto">
          <a:xfrm>
            <a:off x="7724775" y="3051175"/>
            <a:ext cx="1474788" cy="1463675"/>
            <a:chOff x="262" y="1078"/>
            <a:chExt cx="929" cy="922"/>
          </a:xfrm>
        </p:grpSpPr>
        <p:sp>
          <p:nvSpPr>
            <p:cNvPr id="43370" name="Rectangle 1167">
              <a:extLst>
                <a:ext uri="{FF2B5EF4-FFF2-40B4-BE49-F238E27FC236}">
                  <a16:creationId xmlns:a16="http://schemas.microsoft.com/office/drawing/2014/main" id="{71F90008-912A-01B0-8899-4EA4BBE92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1" name="Rectangle 1168">
              <a:extLst>
                <a:ext uri="{FF2B5EF4-FFF2-40B4-BE49-F238E27FC236}">
                  <a16:creationId xmlns:a16="http://schemas.microsoft.com/office/drawing/2014/main" id="{B704B987-36D0-5A39-D77F-EC64419F3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2" name="Rectangle 1169">
              <a:extLst>
                <a:ext uri="{FF2B5EF4-FFF2-40B4-BE49-F238E27FC236}">
                  <a16:creationId xmlns:a16="http://schemas.microsoft.com/office/drawing/2014/main" id="{9703D200-F106-6F0E-C15C-3C95B9D2F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3" name="Rectangle 1170">
              <a:extLst>
                <a:ext uri="{FF2B5EF4-FFF2-40B4-BE49-F238E27FC236}">
                  <a16:creationId xmlns:a16="http://schemas.microsoft.com/office/drawing/2014/main" id="{4D3D3843-7746-C07D-5635-DBBDC15CD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4" name="Rectangle 1171">
              <a:extLst>
                <a:ext uri="{FF2B5EF4-FFF2-40B4-BE49-F238E27FC236}">
                  <a16:creationId xmlns:a16="http://schemas.microsoft.com/office/drawing/2014/main" id="{86900C07-0C3D-11AE-99F5-F700AEB5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5" name="Rectangle 1172">
              <a:extLst>
                <a:ext uri="{FF2B5EF4-FFF2-40B4-BE49-F238E27FC236}">
                  <a16:creationId xmlns:a16="http://schemas.microsoft.com/office/drawing/2014/main" id="{8E342632-A312-051E-9E0C-818B2A49E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6" name="Rectangle 1173">
              <a:extLst>
                <a:ext uri="{FF2B5EF4-FFF2-40B4-BE49-F238E27FC236}">
                  <a16:creationId xmlns:a16="http://schemas.microsoft.com/office/drawing/2014/main" id="{96B95427-9008-7696-C6B0-99EAE290E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7" name="Rectangle 1174">
              <a:extLst>
                <a:ext uri="{FF2B5EF4-FFF2-40B4-BE49-F238E27FC236}">
                  <a16:creationId xmlns:a16="http://schemas.microsoft.com/office/drawing/2014/main" id="{0811E896-A2E8-4A4A-C44B-F315E50E1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78" name="Rectangle 1175">
              <a:extLst>
                <a:ext uri="{FF2B5EF4-FFF2-40B4-BE49-F238E27FC236}">
                  <a16:creationId xmlns:a16="http://schemas.microsoft.com/office/drawing/2014/main" id="{E8604B18-5920-C4C4-489C-8147C77FB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1" name="Group 1176">
            <a:extLst>
              <a:ext uri="{FF2B5EF4-FFF2-40B4-BE49-F238E27FC236}">
                <a16:creationId xmlns:a16="http://schemas.microsoft.com/office/drawing/2014/main" id="{7BB00372-887A-4AEA-1645-7BA58E8B437F}"/>
              </a:ext>
            </a:extLst>
          </p:cNvPr>
          <p:cNvGrpSpPr>
            <a:grpSpLocks/>
          </p:cNvGrpSpPr>
          <p:nvPr/>
        </p:nvGrpSpPr>
        <p:grpSpPr bwMode="auto">
          <a:xfrm>
            <a:off x="5788025" y="3051175"/>
            <a:ext cx="1474788" cy="1463675"/>
            <a:chOff x="262" y="1078"/>
            <a:chExt cx="929" cy="922"/>
          </a:xfrm>
        </p:grpSpPr>
        <p:sp>
          <p:nvSpPr>
            <p:cNvPr id="43361" name="Rectangle 1177">
              <a:extLst>
                <a:ext uri="{FF2B5EF4-FFF2-40B4-BE49-F238E27FC236}">
                  <a16:creationId xmlns:a16="http://schemas.microsoft.com/office/drawing/2014/main" id="{18639FF5-E67B-ACCB-0DC4-02824859F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2" name="Rectangle 1178">
              <a:extLst>
                <a:ext uri="{FF2B5EF4-FFF2-40B4-BE49-F238E27FC236}">
                  <a16:creationId xmlns:a16="http://schemas.microsoft.com/office/drawing/2014/main" id="{9FF1DDE9-E87E-B4C6-6EC0-B32B1389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3" name="Rectangle 1179">
              <a:extLst>
                <a:ext uri="{FF2B5EF4-FFF2-40B4-BE49-F238E27FC236}">
                  <a16:creationId xmlns:a16="http://schemas.microsoft.com/office/drawing/2014/main" id="{1A2E267E-F4F9-599D-0262-A1AA07750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4" name="Rectangle 1180">
              <a:extLst>
                <a:ext uri="{FF2B5EF4-FFF2-40B4-BE49-F238E27FC236}">
                  <a16:creationId xmlns:a16="http://schemas.microsoft.com/office/drawing/2014/main" id="{7913786D-0DCE-76C6-7663-7B05F5786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5" name="Rectangle 1181">
              <a:extLst>
                <a:ext uri="{FF2B5EF4-FFF2-40B4-BE49-F238E27FC236}">
                  <a16:creationId xmlns:a16="http://schemas.microsoft.com/office/drawing/2014/main" id="{E9F54CDB-6F29-AEC2-3C60-4AC9927B1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6" name="Rectangle 1182">
              <a:extLst>
                <a:ext uri="{FF2B5EF4-FFF2-40B4-BE49-F238E27FC236}">
                  <a16:creationId xmlns:a16="http://schemas.microsoft.com/office/drawing/2014/main" id="{C0D8E5C6-0734-7AD9-DEF4-99A407439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7" name="Rectangle 1183">
              <a:extLst>
                <a:ext uri="{FF2B5EF4-FFF2-40B4-BE49-F238E27FC236}">
                  <a16:creationId xmlns:a16="http://schemas.microsoft.com/office/drawing/2014/main" id="{90318B2A-DF35-34C2-A069-790B58353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8" name="Rectangle 1184">
              <a:extLst>
                <a:ext uri="{FF2B5EF4-FFF2-40B4-BE49-F238E27FC236}">
                  <a16:creationId xmlns:a16="http://schemas.microsoft.com/office/drawing/2014/main" id="{7BDB8C57-069A-CD74-CE94-1A9FEFC72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9" name="Rectangle 1185">
              <a:extLst>
                <a:ext uri="{FF2B5EF4-FFF2-40B4-BE49-F238E27FC236}">
                  <a16:creationId xmlns:a16="http://schemas.microsoft.com/office/drawing/2014/main" id="{C1D546F9-C7BF-F621-200B-4C18D6923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2" name="Group 1186">
            <a:extLst>
              <a:ext uri="{FF2B5EF4-FFF2-40B4-BE49-F238E27FC236}">
                <a16:creationId xmlns:a16="http://schemas.microsoft.com/office/drawing/2014/main" id="{41FEE3F3-E0C7-D151-AC32-FB03C25DB3A8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3548063"/>
            <a:ext cx="1474788" cy="1463675"/>
            <a:chOff x="262" y="1078"/>
            <a:chExt cx="929" cy="922"/>
          </a:xfrm>
        </p:grpSpPr>
        <p:sp>
          <p:nvSpPr>
            <p:cNvPr id="43352" name="Rectangle 1187">
              <a:extLst>
                <a:ext uri="{FF2B5EF4-FFF2-40B4-BE49-F238E27FC236}">
                  <a16:creationId xmlns:a16="http://schemas.microsoft.com/office/drawing/2014/main" id="{0BA7A2F5-3E91-1E20-0AE6-001118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3" name="Rectangle 1188">
              <a:extLst>
                <a:ext uri="{FF2B5EF4-FFF2-40B4-BE49-F238E27FC236}">
                  <a16:creationId xmlns:a16="http://schemas.microsoft.com/office/drawing/2014/main" id="{0A83077C-AD3C-0D9D-8351-689354341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4" name="Rectangle 1189">
              <a:extLst>
                <a:ext uri="{FF2B5EF4-FFF2-40B4-BE49-F238E27FC236}">
                  <a16:creationId xmlns:a16="http://schemas.microsoft.com/office/drawing/2014/main" id="{32C8B644-E197-926D-CC3E-1FFD42827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5" name="Rectangle 1190">
              <a:extLst>
                <a:ext uri="{FF2B5EF4-FFF2-40B4-BE49-F238E27FC236}">
                  <a16:creationId xmlns:a16="http://schemas.microsoft.com/office/drawing/2014/main" id="{32464945-58BE-2B5B-1DE6-F25FE2881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6" name="Rectangle 1191">
              <a:extLst>
                <a:ext uri="{FF2B5EF4-FFF2-40B4-BE49-F238E27FC236}">
                  <a16:creationId xmlns:a16="http://schemas.microsoft.com/office/drawing/2014/main" id="{9498E357-BE73-A4C7-8D6C-221A183AC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7" name="Rectangle 1192">
              <a:extLst>
                <a:ext uri="{FF2B5EF4-FFF2-40B4-BE49-F238E27FC236}">
                  <a16:creationId xmlns:a16="http://schemas.microsoft.com/office/drawing/2014/main" id="{2564729E-5230-C50F-5669-5659A9B7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8" name="Rectangle 1193">
              <a:extLst>
                <a:ext uri="{FF2B5EF4-FFF2-40B4-BE49-F238E27FC236}">
                  <a16:creationId xmlns:a16="http://schemas.microsoft.com/office/drawing/2014/main" id="{8A030F1F-70B4-A629-6461-ACCEE0B4A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9" name="Rectangle 1194">
              <a:extLst>
                <a:ext uri="{FF2B5EF4-FFF2-40B4-BE49-F238E27FC236}">
                  <a16:creationId xmlns:a16="http://schemas.microsoft.com/office/drawing/2014/main" id="{A4477556-46FF-2F2D-C886-C94749F1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60" name="Rectangle 1195">
              <a:extLst>
                <a:ext uri="{FF2B5EF4-FFF2-40B4-BE49-F238E27FC236}">
                  <a16:creationId xmlns:a16="http://schemas.microsoft.com/office/drawing/2014/main" id="{C7B17A0B-F3AD-233E-53EF-4D20DC712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3" name="Group 1196">
            <a:extLst>
              <a:ext uri="{FF2B5EF4-FFF2-40B4-BE49-F238E27FC236}">
                <a16:creationId xmlns:a16="http://schemas.microsoft.com/office/drawing/2014/main" id="{D71021B1-1EC0-E90C-1D43-0CB77B6012EA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3548063"/>
            <a:ext cx="1474787" cy="1463675"/>
            <a:chOff x="262" y="1078"/>
            <a:chExt cx="929" cy="922"/>
          </a:xfrm>
        </p:grpSpPr>
        <p:sp>
          <p:nvSpPr>
            <p:cNvPr id="43343" name="Rectangle 1197">
              <a:extLst>
                <a:ext uri="{FF2B5EF4-FFF2-40B4-BE49-F238E27FC236}">
                  <a16:creationId xmlns:a16="http://schemas.microsoft.com/office/drawing/2014/main" id="{3868613D-D51C-58B4-E1DF-E4D384ED0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4" name="Rectangle 1198">
              <a:extLst>
                <a:ext uri="{FF2B5EF4-FFF2-40B4-BE49-F238E27FC236}">
                  <a16:creationId xmlns:a16="http://schemas.microsoft.com/office/drawing/2014/main" id="{0E8018F5-960A-5B89-4AFD-F3F96A01D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5" name="Rectangle 1199">
              <a:extLst>
                <a:ext uri="{FF2B5EF4-FFF2-40B4-BE49-F238E27FC236}">
                  <a16:creationId xmlns:a16="http://schemas.microsoft.com/office/drawing/2014/main" id="{B19C9337-062E-0C75-B57F-DC97321FD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6" name="Rectangle 1200">
              <a:extLst>
                <a:ext uri="{FF2B5EF4-FFF2-40B4-BE49-F238E27FC236}">
                  <a16:creationId xmlns:a16="http://schemas.microsoft.com/office/drawing/2014/main" id="{1E83AB45-BDDE-6C84-F4B2-DA2694C24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7" name="Rectangle 1201">
              <a:extLst>
                <a:ext uri="{FF2B5EF4-FFF2-40B4-BE49-F238E27FC236}">
                  <a16:creationId xmlns:a16="http://schemas.microsoft.com/office/drawing/2014/main" id="{9E6B99DB-77E6-A462-889F-29291056E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8" name="Rectangle 1202">
              <a:extLst>
                <a:ext uri="{FF2B5EF4-FFF2-40B4-BE49-F238E27FC236}">
                  <a16:creationId xmlns:a16="http://schemas.microsoft.com/office/drawing/2014/main" id="{83798CF4-94D1-AF55-886D-AF6BB39BC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9" name="Rectangle 1203">
              <a:extLst>
                <a:ext uri="{FF2B5EF4-FFF2-40B4-BE49-F238E27FC236}">
                  <a16:creationId xmlns:a16="http://schemas.microsoft.com/office/drawing/2014/main" id="{17BC6832-7C8E-CC5F-4F0B-8C04582CF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0" name="Rectangle 1204">
              <a:extLst>
                <a:ext uri="{FF2B5EF4-FFF2-40B4-BE49-F238E27FC236}">
                  <a16:creationId xmlns:a16="http://schemas.microsoft.com/office/drawing/2014/main" id="{1553FC14-69FA-966F-247C-1421C689F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1" name="Rectangle 1205">
              <a:extLst>
                <a:ext uri="{FF2B5EF4-FFF2-40B4-BE49-F238E27FC236}">
                  <a16:creationId xmlns:a16="http://schemas.microsoft.com/office/drawing/2014/main" id="{2DFE4EA4-FC08-F574-3572-9737B7873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4" name="Group 1206">
            <a:extLst>
              <a:ext uri="{FF2B5EF4-FFF2-40B4-BE49-F238E27FC236}">
                <a16:creationId xmlns:a16="http://schemas.microsoft.com/office/drawing/2014/main" id="{D6BE1DFB-5C17-A514-B581-3186838A97BF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3548063"/>
            <a:ext cx="1474788" cy="1463675"/>
            <a:chOff x="262" y="1078"/>
            <a:chExt cx="929" cy="922"/>
          </a:xfrm>
        </p:grpSpPr>
        <p:sp>
          <p:nvSpPr>
            <p:cNvPr id="43334" name="Rectangle 1207">
              <a:extLst>
                <a:ext uri="{FF2B5EF4-FFF2-40B4-BE49-F238E27FC236}">
                  <a16:creationId xmlns:a16="http://schemas.microsoft.com/office/drawing/2014/main" id="{F98E2EF0-38E8-8C80-F065-4AFFFE7D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5" name="Rectangle 1208">
              <a:extLst>
                <a:ext uri="{FF2B5EF4-FFF2-40B4-BE49-F238E27FC236}">
                  <a16:creationId xmlns:a16="http://schemas.microsoft.com/office/drawing/2014/main" id="{54D2927A-7A82-C4B0-E9F1-E2C0B14D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6" name="Rectangle 1209">
              <a:extLst>
                <a:ext uri="{FF2B5EF4-FFF2-40B4-BE49-F238E27FC236}">
                  <a16:creationId xmlns:a16="http://schemas.microsoft.com/office/drawing/2014/main" id="{8B94C2F6-EBFD-5225-B9EA-9367AA8E5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7" name="Rectangle 1210">
              <a:extLst>
                <a:ext uri="{FF2B5EF4-FFF2-40B4-BE49-F238E27FC236}">
                  <a16:creationId xmlns:a16="http://schemas.microsoft.com/office/drawing/2014/main" id="{B4D623B9-37C2-443E-3960-FB0A3F648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8" name="Rectangle 1211">
              <a:extLst>
                <a:ext uri="{FF2B5EF4-FFF2-40B4-BE49-F238E27FC236}">
                  <a16:creationId xmlns:a16="http://schemas.microsoft.com/office/drawing/2014/main" id="{9F1FB66E-AD3B-CC30-6B52-7F659D9ED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9" name="Rectangle 1212">
              <a:extLst>
                <a:ext uri="{FF2B5EF4-FFF2-40B4-BE49-F238E27FC236}">
                  <a16:creationId xmlns:a16="http://schemas.microsoft.com/office/drawing/2014/main" id="{7B483131-3CE1-85F5-4A27-53263622F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0" name="Rectangle 1213">
              <a:extLst>
                <a:ext uri="{FF2B5EF4-FFF2-40B4-BE49-F238E27FC236}">
                  <a16:creationId xmlns:a16="http://schemas.microsoft.com/office/drawing/2014/main" id="{1763645C-37BA-05B8-963A-9063B24D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1" name="Rectangle 1214">
              <a:extLst>
                <a:ext uri="{FF2B5EF4-FFF2-40B4-BE49-F238E27FC236}">
                  <a16:creationId xmlns:a16="http://schemas.microsoft.com/office/drawing/2014/main" id="{9864B912-5BFB-F3C3-3C3C-F2114EDF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2" name="Rectangle 1215">
              <a:extLst>
                <a:ext uri="{FF2B5EF4-FFF2-40B4-BE49-F238E27FC236}">
                  <a16:creationId xmlns:a16="http://schemas.microsoft.com/office/drawing/2014/main" id="{2F425EF0-2B37-97C1-CD1B-C39535B01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5" name="Group 1216">
            <a:extLst>
              <a:ext uri="{FF2B5EF4-FFF2-40B4-BE49-F238E27FC236}">
                <a16:creationId xmlns:a16="http://schemas.microsoft.com/office/drawing/2014/main" id="{5EB42C93-34C1-589C-C98E-ED56ED0FFB68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3548063"/>
            <a:ext cx="1474788" cy="1463675"/>
            <a:chOff x="262" y="1078"/>
            <a:chExt cx="929" cy="922"/>
          </a:xfrm>
        </p:grpSpPr>
        <p:sp>
          <p:nvSpPr>
            <p:cNvPr id="43325" name="Rectangle 1217">
              <a:extLst>
                <a:ext uri="{FF2B5EF4-FFF2-40B4-BE49-F238E27FC236}">
                  <a16:creationId xmlns:a16="http://schemas.microsoft.com/office/drawing/2014/main" id="{2E6D8162-9DF6-CAFE-A7E3-23BEEFF1F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6" name="Rectangle 1218">
              <a:extLst>
                <a:ext uri="{FF2B5EF4-FFF2-40B4-BE49-F238E27FC236}">
                  <a16:creationId xmlns:a16="http://schemas.microsoft.com/office/drawing/2014/main" id="{AD464130-64A1-3FC1-45DC-5681B0417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7" name="Rectangle 1219">
              <a:extLst>
                <a:ext uri="{FF2B5EF4-FFF2-40B4-BE49-F238E27FC236}">
                  <a16:creationId xmlns:a16="http://schemas.microsoft.com/office/drawing/2014/main" id="{80FB94AB-2D07-C7E8-4027-FC860FE5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8" name="Rectangle 1220">
              <a:extLst>
                <a:ext uri="{FF2B5EF4-FFF2-40B4-BE49-F238E27FC236}">
                  <a16:creationId xmlns:a16="http://schemas.microsoft.com/office/drawing/2014/main" id="{07A2D662-3BEE-0879-29AD-A03E81106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9" name="Rectangle 1221">
              <a:extLst>
                <a:ext uri="{FF2B5EF4-FFF2-40B4-BE49-F238E27FC236}">
                  <a16:creationId xmlns:a16="http://schemas.microsoft.com/office/drawing/2014/main" id="{A4E637D3-C6F4-5AEC-DC14-171997B80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0" name="Rectangle 1222">
              <a:extLst>
                <a:ext uri="{FF2B5EF4-FFF2-40B4-BE49-F238E27FC236}">
                  <a16:creationId xmlns:a16="http://schemas.microsoft.com/office/drawing/2014/main" id="{0500F0EE-9528-3F2E-079B-065038EB2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1" name="Rectangle 1223">
              <a:extLst>
                <a:ext uri="{FF2B5EF4-FFF2-40B4-BE49-F238E27FC236}">
                  <a16:creationId xmlns:a16="http://schemas.microsoft.com/office/drawing/2014/main" id="{211A24FE-728B-3B0C-6DD5-04ED63209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2" name="Rectangle 1224">
              <a:extLst>
                <a:ext uri="{FF2B5EF4-FFF2-40B4-BE49-F238E27FC236}">
                  <a16:creationId xmlns:a16="http://schemas.microsoft.com/office/drawing/2014/main" id="{611F801B-05A8-855C-42C8-E75CB6A51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3" name="Rectangle 1225">
              <a:extLst>
                <a:ext uri="{FF2B5EF4-FFF2-40B4-BE49-F238E27FC236}">
                  <a16:creationId xmlns:a16="http://schemas.microsoft.com/office/drawing/2014/main" id="{7446A421-3371-3D0F-858B-A0607370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6" name="Group 1226">
            <a:extLst>
              <a:ext uri="{FF2B5EF4-FFF2-40B4-BE49-F238E27FC236}">
                <a16:creationId xmlns:a16="http://schemas.microsoft.com/office/drawing/2014/main" id="{A6B52975-90BF-D762-9237-AA850650C8FF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3548063"/>
            <a:ext cx="1474788" cy="1463675"/>
            <a:chOff x="262" y="1078"/>
            <a:chExt cx="929" cy="922"/>
          </a:xfrm>
        </p:grpSpPr>
        <p:sp>
          <p:nvSpPr>
            <p:cNvPr id="43316" name="Rectangle 1227">
              <a:extLst>
                <a:ext uri="{FF2B5EF4-FFF2-40B4-BE49-F238E27FC236}">
                  <a16:creationId xmlns:a16="http://schemas.microsoft.com/office/drawing/2014/main" id="{A693BE9E-DB33-A38A-A56D-8D09C077E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7" name="Rectangle 1228">
              <a:extLst>
                <a:ext uri="{FF2B5EF4-FFF2-40B4-BE49-F238E27FC236}">
                  <a16:creationId xmlns:a16="http://schemas.microsoft.com/office/drawing/2014/main" id="{5D7F0C16-C77E-D2CA-DDBF-4CF740D8F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8" name="Rectangle 1229">
              <a:extLst>
                <a:ext uri="{FF2B5EF4-FFF2-40B4-BE49-F238E27FC236}">
                  <a16:creationId xmlns:a16="http://schemas.microsoft.com/office/drawing/2014/main" id="{83B1C990-CD88-00C2-81F9-5B8BFFA97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9" name="Rectangle 1230">
              <a:extLst>
                <a:ext uri="{FF2B5EF4-FFF2-40B4-BE49-F238E27FC236}">
                  <a16:creationId xmlns:a16="http://schemas.microsoft.com/office/drawing/2014/main" id="{308FACC0-E055-3689-E035-2DFEF9227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0" name="Rectangle 1231">
              <a:extLst>
                <a:ext uri="{FF2B5EF4-FFF2-40B4-BE49-F238E27FC236}">
                  <a16:creationId xmlns:a16="http://schemas.microsoft.com/office/drawing/2014/main" id="{F2753EE7-B825-4951-DD5D-8CA96BE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1" name="Rectangle 1232">
              <a:extLst>
                <a:ext uri="{FF2B5EF4-FFF2-40B4-BE49-F238E27FC236}">
                  <a16:creationId xmlns:a16="http://schemas.microsoft.com/office/drawing/2014/main" id="{E3A37E27-CA31-EF1E-846D-5AB7CC63E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2" name="Rectangle 1233">
              <a:extLst>
                <a:ext uri="{FF2B5EF4-FFF2-40B4-BE49-F238E27FC236}">
                  <a16:creationId xmlns:a16="http://schemas.microsoft.com/office/drawing/2014/main" id="{E4CAD7B7-83CC-15F9-74A2-DB7DA19B7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3" name="Rectangle 1234">
              <a:extLst>
                <a:ext uri="{FF2B5EF4-FFF2-40B4-BE49-F238E27FC236}">
                  <a16:creationId xmlns:a16="http://schemas.microsoft.com/office/drawing/2014/main" id="{04AFDC5A-2EED-2FC5-80E5-91E598C61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24" name="Rectangle 1235">
              <a:extLst>
                <a:ext uri="{FF2B5EF4-FFF2-40B4-BE49-F238E27FC236}">
                  <a16:creationId xmlns:a16="http://schemas.microsoft.com/office/drawing/2014/main" id="{AA7B4EDC-7418-AA76-1448-08A6AAE25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167" name="Group 1236">
            <a:extLst>
              <a:ext uri="{FF2B5EF4-FFF2-40B4-BE49-F238E27FC236}">
                <a16:creationId xmlns:a16="http://schemas.microsoft.com/office/drawing/2014/main" id="{E50750D9-EBD5-F48C-CEE7-75A87EFCC79A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3548063"/>
            <a:ext cx="1474787" cy="1463675"/>
            <a:chOff x="262" y="1078"/>
            <a:chExt cx="929" cy="922"/>
          </a:xfrm>
        </p:grpSpPr>
        <p:sp>
          <p:nvSpPr>
            <p:cNvPr id="43307" name="Rectangle 1237">
              <a:extLst>
                <a:ext uri="{FF2B5EF4-FFF2-40B4-BE49-F238E27FC236}">
                  <a16:creationId xmlns:a16="http://schemas.microsoft.com/office/drawing/2014/main" id="{210A1EE8-5BFD-C676-5349-C22C1F1A5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8" name="Rectangle 1238">
              <a:extLst>
                <a:ext uri="{FF2B5EF4-FFF2-40B4-BE49-F238E27FC236}">
                  <a16:creationId xmlns:a16="http://schemas.microsoft.com/office/drawing/2014/main" id="{C6D49B79-8C18-4FD6-8E84-BFA03C3FC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9" name="Rectangle 1239">
              <a:extLst>
                <a:ext uri="{FF2B5EF4-FFF2-40B4-BE49-F238E27FC236}">
                  <a16:creationId xmlns:a16="http://schemas.microsoft.com/office/drawing/2014/main" id="{86494A6F-3CB4-36FA-278A-C9A1ADA4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0" name="Rectangle 1240">
              <a:extLst>
                <a:ext uri="{FF2B5EF4-FFF2-40B4-BE49-F238E27FC236}">
                  <a16:creationId xmlns:a16="http://schemas.microsoft.com/office/drawing/2014/main" id="{C2ED68ED-D54B-844D-5AB6-4649C5D73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1" name="Rectangle 1241">
              <a:extLst>
                <a:ext uri="{FF2B5EF4-FFF2-40B4-BE49-F238E27FC236}">
                  <a16:creationId xmlns:a16="http://schemas.microsoft.com/office/drawing/2014/main" id="{8904830B-A70C-A3F0-378C-6DC192BAA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2" name="Rectangle 1242">
              <a:extLst>
                <a:ext uri="{FF2B5EF4-FFF2-40B4-BE49-F238E27FC236}">
                  <a16:creationId xmlns:a16="http://schemas.microsoft.com/office/drawing/2014/main" id="{B6325C91-3AC2-DBF5-E14D-484011F69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3" name="Rectangle 1243">
              <a:extLst>
                <a:ext uri="{FF2B5EF4-FFF2-40B4-BE49-F238E27FC236}">
                  <a16:creationId xmlns:a16="http://schemas.microsoft.com/office/drawing/2014/main" id="{07D0C98A-5040-419C-B297-3A802EE0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4" name="Rectangle 1244">
              <a:extLst>
                <a:ext uri="{FF2B5EF4-FFF2-40B4-BE49-F238E27FC236}">
                  <a16:creationId xmlns:a16="http://schemas.microsoft.com/office/drawing/2014/main" id="{BEBD4E3C-A3B8-D726-C9BD-19874B973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15" name="Rectangle 1245">
              <a:extLst>
                <a:ext uri="{FF2B5EF4-FFF2-40B4-BE49-F238E27FC236}">
                  <a16:creationId xmlns:a16="http://schemas.microsoft.com/office/drawing/2014/main" id="{2C7A9781-CEEC-9E81-5BEC-A427ECDD2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2" name="Group 1246">
            <a:extLst>
              <a:ext uri="{FF2B5EF4-FFF2-40B4-BE49-F238E27FC236}">
                <a16:creationId xmlns:a16="http://schemas.microsoft.com/office/drawing/2014/main" id="{7E3BC7C7-E5B3-BBBF-ABE4-3AB6F0D82D7C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3548063"/>
            <a:ext cx="1474787" cy="1463675"/>
            <a:chOff x="262" y="1078"/>
            <a:chExt cx="929" cy="922"/>
          </a:xfrm>
        </p:grpSpPr>
        <p:sp>
          <p:nvSpPr>
            <p:cNvPr id="43298" name="Rectangle 1247">
              <a:extLst>
                <a:ext uri="{FF2B5EF4-FFF2-40B4-BE49-F238E27FC236}">
                  <a16:creationId xmlns:a16="http://schemas.microsoft.com/office/drawing/2014/main" id="{F8F64D0D-DFF7-84CE-FB63-FE6C51C9B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9" name="Rectangle 1248">
              <a:extLst>
                <a:ext uri="{FF2B5EF4-FFF2-40B4-BE49-F238E27FC236}">
                  <a16:creationId xmlns:a16="http://schemas.microsoft.com/office/drawing/2014/main" id="{ED4BAB4E-9C51-75AD-C9E5-518A036D5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0" name="Rectangle 1249">
              <a:extLst>
                <a:ext uri="{FF2B5EF4-FFF2-40B4-BE49-F238E27FC236}">
                  <a16:creationId xmlns:a16="http://schemas.microsoft.com/office/drawing/2014/main" id="{6AB259CE-4EB0-F1EE-00D6-248A23875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1" name="Rectangle 1250">
              <a:extLst>
                <a:ext uri="{FF2B5EF4-FFF2-40B4-BE49-F238E27FC236}">
                  <a16:creationId xmlns:a16="http://schemas.microsoft.com/office/drawing/2014/main" id="{8F878F84-3271-E675-201E-E42088918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2" name="Rectangle 1251">
              <a:extLst>
                <a:ext uri="{FF2B5EF4-FFF2-40B4-BE49-F238E27FC236}">
                  <a16:creationId xmlns:a16="http://schemas.microsoft.com/office/drawing/2014/main" id="{864C3051-6DBA-B05D-C3C6-70CBC9BBC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3" name="Rectangle 1252">
              <a:extLst>
                <a:ext uri="{FF2B5EF4-FFF2-40B4-BE49-F238E27FC236}">
                  <a16:creationId xmlns:a16="http://schemas.microsoft.com/office/drawing/2014/main" id="{6F36FA74-B7B0-F8AD-1A15-6D7744E26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4" name="Rectangle 1253">
              <a:extLst>
                <a:ext uri="{FF2B5EF4-FFF2-40B4-BE49-F238E27FC236}">
                  <a16:creationId xmlns:a16="http://schemas.microsoft.com/office/drawing/2014/main" id="{878B5489-3AA5-1DA6-76C4-0D4AA7DE4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5" name="Rectangle 1254">
              <a:extLst>
                <a:ext uri="{FF2B5EF4-FFF2-40B4-BE49-F238E27FC236}">
                  <a16:creationId xmlns:a16="http://schemas.microsoft.com/office/drawing/2014/main" id="{E806442F-ADF0-802D-272D-B2FAA1C6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6" name="Rectangle 1255">
              <a:extLst>
                <a:ext uri="{FF2B5EF4-FFF2-40B4-BE49-F238E27FC236}">
                  <a16:creationId xmlns:a16="http://schemas.microsoft.com/office/drawing/2014/main" id="{732C0339-54AE-6965-45D9-AF58E510B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3" name="Group 1256">
            <a:extLst>
              <a:ext uri="{FF2B5EF4-FFF2-40B4-BE49-F238E27FC236}">
                <a16:creationId xmlns:a16="http://schemas.microsoft.com/office/drawing/2014/main" id="{15430759-601E-C329-5927-4AFD965DFCCE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3548063"/>
            <a:ext cx="1474787" cy="1463675"/>
            <a:chOff x="262" y="1078"/>
            <a:chExt cx="929" cy="922"/>
          </a:xfrm>
        </p:grpSpPr>
        <p:sp>
          <p:nvSpPr>
            <p:cNvPr id="43289" name="Rectangle 1257">
              <a:extLst>
                <a:ext uri="{FF2B5EF4-FFF2-40B4-BE49-F238E27FC236}">
                  <a16:creationId xmlns:a16="http://schemas.microsoft.com/office/drawing/2014/main" id="{7ED06AE7-097E-845C-C72C-A71472B25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0" name="Rectangle 1258">
              <a:extLst>
                <a:ext uri="{FF2B5EF4-FFF2-40B4-BE49-F238E27FC236}">
                  <a16:creationId xmlns:a16="http://schemas.microsoft.com/office/drawing/2014/main" id="{ABB471D9-ACA4-FDA8-6079-567F9A44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1" name="Rectangle 1259">
              <a:extLst>
                <a:ext uri="{FF2B5EF4-FFF2-40B4-BE49-F238E27FC236}">
                  <a16:creationId xmlns:a16="http://schemas.microsoft.com/office/drawing/2014/main" id="{164E82DB-9669-2605-33E7-6730C8194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2" name="Rectangle 1260">
              <a:extLst>
                <a:ext uri="{FF2B5EF4-FFF2-40B4-BE49-F238E27FC236}">
                  <a16:creationId xmlns:a16="http://schemas.microsoft.com/office/drawing/2014/main" id="{EF69BEA7-B99B-CC41-22D1-80088E33B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3" name="Rectangle 1261">
              <a:extLst>
                <a:ext uri="{FF2B5EF4-FFF2-40B4-BE49-F238E27FC236}">
                  <a16:creationId xmlns:a16="http://schemas.microsoft.com/office/drawing/2014/main" id="{A7F7E4CD-1A02-487A-DBBD-DE1D9CBB5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4" name="Rectangle 1262">
              <a:extLst>
                <a:ext uri="{FF2B5EF4-FFF2-40B4-BE49-F238E27FC236}">
                  <a16:creationId xmlns:a16="http://schemas.microsoft.com/office/drawing/2014/main" id="{38ECDD61-6406-4AA8-8B72-E1E814A6A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5" name="Rectangle 1263">
              <a:extLst>
                <a:ext uri="{FF2B5EF4-FFF2-40B4-BE49-F238E27FC236}">
                  <a16:creationId xmlns:a16="http://schemas.microsoft.com/office/drawing/2014/main" id="{021AD435-A4B6-A650-B77A-51A4108D1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6" name="Rectangle 1264">
              <a:extLst>
                <a:ext uri="{FF2B5EF4-FFF2-40B4-BE49-F238E27FC236}">
                  <a16:creationId xmlns:a16="http://schemas.microsoft.com/office/drawing/2014/main" id="{CFA64824-4DE8-6622-701C-F0D68C46F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97" name="Rectangle 1265">
              <a:extLst>
                <a:ext uri="{FF2B5EF4-FFF2-40B4-BE49-F238E27FC236}">
                  <a16:creationId xmlns:a16="http://schemas.microsoft.com/office/drawing/2014/main" id="{90E7763B-613D-461D-E02F-A9AD2618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4" name="Group 1266">
            <a:extLst>
              <a:ext uri="{FF2B5EF4-FFF2-40B4-BE49-F238E27FC236}">
                <a16:creationId xmlns:a16="http://schemas.microsoft.com/office/drawing/2014/main" id="{8305F477-8F18-61EC-6C6B-3E7EABF8169D}"/>
              </a:ext>
            </a:extLst>
          </p:cNvPr>
          <p:cNvGrpSpPr>
            <a:grpSpLocks/>
          </p:cNvGrpSpPr>
          <p:nvPr/>
        </p:nvGrpSpPr>
        <p:grpSpPr bwMode="auto">
          <a:xfrm>
            <a:off x="4306888" y="4021138"/>
            <a:ext cx="1474787" cy="1463675"/>
            <a:chOff x="262" y="1078"/>
            <a:chExt cx="929" cy="922"/>
          </a:xfrm>
        </p:grpSpPr>
        <p:sp>
          <p:nvSpPr>
            <p:cNvPr id="43280" name="Rectangle 1267">
              <a:extLst>
                <a:ext uri="{FF2B5EF4-FFF2-40B4-BE49-F238E27FC236}">
                  <a16:creationId xmlns:a16="http://schemas.microsoft.com/office/drawing/2014/main" id="{D26BB605-4F81-204B-139D-AFF36D5E4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1" name="Rectangle 1268">
              <a:extLst>
                <a:ext uri="{FF2B5EF4-FFF2-40B4-BE49-F238E27FC236}">
                  <a16:creationId xmlns:a16="http://schemas.microsoft.com/office/drawing/2014/main" id="{9BCA7F16-1B26-7682-0B4A-CEC66A36B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2" name="Rectangle 1269">
              <a:extLst>
                <a:ext uri="{FF2B5EF4-FFF2-40B4-BE49-F238E27FC236}">
                  <a16:creationId xmlns:a16="http://schemas.microsoft.com/office/drawing/2014/main" id="{C94F87F9-69DF-38C1-DB57-EAD641F19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3" name="Rectangle 1270">
              <a:extLst>
                <a:ext uri="{FF2B5EF4-FFF2-40B4-BE49-F238E27FC236}">
                  <a16:creationId xmlns:a16="http://schemas.microsoft.com/office/drawing/2014/main" id="{916505BA-9040-3D7B-F0BF-964793071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4" name="Rectangle 1271">
              <a:extLst>
                <a:ext uri="{FF2B5EF4-FFF2-40B4-BE49-F238E27FC236}">
                  <a16:creationId xmlns:a16="http://schemas.microsoft.com/office/drawing/2014/main" id="{CF74B53F-308E-04B3-A234-1A0A5EE72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5" name="Rectangle 1272">
              <a:extLst>
                <a:ext uri="{FF2B5EF4-FFF2-40B4-BE49-F238E27FC236}">
                  <a16:creationId xmlns:a16="http://schemas.microsoft.com/office/drawing/2014/main" id="{54D4ECBA-BF93-CD04-678B-EE79DF8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6" name="Rectangle 1273">
              <a:extLst>
                <a:ext uri="{FF2B5EF4-FFF2-40B4-BE49-F238E27FC236}">
                  <a16:creationId xmlns:a16="http://schemas.microsoft.com/office/drawing/2014/main" id="{264DB3F0-E227-EF3B-6A8A-2B040A163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7" name="Rectangle 1274">
              <a:extLst>
                <a:ext uri="{FF2B5EF4-FFF2-40B4-BE49-F238E27FC236}">
                  <a16:creationId xmlns:a16="http://schemas.microsoft.com/office/drawing/2014/main" id="{48F6D652-FDAF-7B9C-C83C-47EAA4EBC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88" name="Rectangle 1275">
              <a:extLst>
                <a:ext uri="{FF2B5EF4-FFF2-40B4-BE49-F238E27FC236}">
                  <a16:creationId xmlns:a16="http://schemas.microsoft.com/office/drawing/2014/main" id="{BC35867A-A62F-F418-1338-3D0C00102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5" name="Group 1276">
            <a:extLst>
              <a:ext uri="{FF2B5EF4-FFF2-40B4-BE49-F238E27FC236}">
                <a16:creationId xmlns:a16="http://schemas.microsoft.com/office/drawing/2014/main" id="{71BFFDEF-A0FF-7B61-34D4-167721E9F842}"/>
              </a:ext>
            </a:extLst>
          </p:cNvPr>
          <p:cNvGrpSpPr>
            <a:grpSpLocks/>
          </p:cNvGrpSpPr>
          <p:nvPr/>
        </p:nvGrpSpPr>
        <p:grpSpPr bwMode="auto">
          <a:xfrm>
            <a:off x="4794250" y="4021138"/>
            <a:ext cx="1474788" cy="1463675"/>
            <a:chOff x="262" y="1078"/>
            <a:chExt cx="929" cy="922"/>
          </a:xfrm>
        </p:grpSpPr>
        <p:sp>
          <p:nvSpPr>
            <p:cNvPr id="43271" name="Rectangle 1277">
              <a:extLst>
                <a:ext uri="{FF2B5EF4-FFF2-40B4-BE49-F238E27FC236}">
                  <a16:creationId xmlns:a16="http://schemas.microsoft.com/office/drawing/2014/main" id="{27176228-8A67-5B85-7D2B-B6243E8F3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2" name="Rectangle 1278">
              <a:extLst>
                <a:ext uri="{FF2B5EF4-FFF2-40B4-BE49-F238E27FC236}">
                  <a16:creationId xmlns:a16="http://schemas.microsoft.com/office/drawing/2014/main" id="{4467FBE8-0294-0CC4-FB5B-1D6D9616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3" name="Rectangle 1279">
              <a:extLst>
                <a:ext uri="{FF2B5EF4-FFF2-40B4-BE49-F238E27FC236}">
                  <a16:creationId xmlns:a16="http://schemas.microsoft.com/office/drawing/2014/main" id="{44FA8551-3CDA-153F-5602-4A4994FA8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4" name="Rectangle 1280">
              <a:extLst>
                <a:ext uri="{FF2B5EF4-FFF2-40B4-BE49-F238E27FC236}">
                  <a16:creationId xmlns:a16="http://schemas.microsoft.com/office/drawing/2014/main" id="{A682F025-4147-F331-4F30-C1A53CC26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5" name="Rectangle 1281">
              <a:extLst>
                <a:ext uri="{FF2B5EF4-FFF2-40B4-BE49-F238E27FC236}">
                  <a16:creationId xmlns:a16="http://schemas.microsoft.com/office/drawing/2014/main" id="{A630A574-8EF6-8E90-97C1-8133C2CBE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6" name="Rectangle 1282">
              <a:extLst>
                <a:ext uri="{FF2B5EF4-FFF2-40B4-BE49-F238E27FC236}">
                  <a16:creationId xmlns:a16="http://schemas.microsoft.com/office/drawing/2014/main" id="{5B36CD31-8FBE-AB96-E9A2-3D7CB3D3B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7" name="Rectangle 1283">
              <a:extLst>
                <a:ext uri="{FF2B5EF4-FFF2-40B4-BE49-F238E27FC236}">
                  <a16:creationId xmlns:a16="http://schemas.microsoft.com/office/drawing/2014/main" id="{BE078538-FEA1-5419-751C-E6E35D4BE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8" name="Rectangle 1284">
              <a:extLst>
                <a:ext uri="{FF2B5EF4-FFF2-40B4-BE49-F238E27FC236}">
                  <a16:creationId xmlns:a16="http://schemas.microsoft.com/office/drawing/2014/main" id="{8E050F45-4696-7C0C-3AB1-6DFB864D2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9" name="Rectangle 1285">
              <a:extLst>
                <a:ext uri="{FF2B5EF4-FFF2-40B4-BE49-F238E27FC236}">
                  <a16:creationId xmlns:a16="http://schemas.microsoft.com/office/drawing/2014/main" id="{4A472F23-179B-7B0A-A5B3-29F195BEA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6" name="Group 1286">
            <a:extLst>
              <a:ext uri="{FF2B5EF4-FFF2-40B4-BE49-F238E27FC236}">
                <a16:creationId xmlns:a16="http://schemas.microsoft.com/office/drawing/2014/main" id="{69FC2597-C2E7-1A28-C23B-71AABBC70D11}"/>
              </a:ext>
            </a:extLst>
          </p:cNvPr>
          <p:cNvGrpSpPr>
            <a:grpSpLocks/>
          </p:cNvGrpSpPr>
          <p:nvPr/>
        </p:nvGrpSpPr>
        <p:grpSpPr bwMode="auto">
          <a:xfrm>
            <a:off x="5291138" y="4021138"/>
            <a:ext cx="1474787" cy="1463675"/>
            <a:chOff x="262" y="1078"/>
            <a:chExt cx="929" cy="922"/>
          </a:xfrm>
        </p:grpSpPr>
        <p:sp>
          <p:nvSpPr>
            <p:cNvPr id="43262" name="Rectangle 1287">
              <a:extLst>
                <a:ext uri="{FF2B5EF4-FFF2-40B4-BE49-F238E27FC236}">
                  <a16:creationId xmlns:a16="http://schemas.microsoft.com/office/drawing/2014/main" id="{2503DD5B-9D2D-405E-13E6-E721D4563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3" name="Rectangle 1288">
              <a:extLst>
                <a:ext uri="{FF2B5EF4-FFF2-40B4-BE49-F238E27FC236}">
                  <a16:creationId xmlns:a16="http://schemas.microsoft.com/office/drawing/2014/main" id="{485AE5C0-82F1-1AA3-6E63-D47A75B24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4" name="Rectangle 1289">
              <a:extLst>
                <a:ext uri="{FF2B5EF4-FFF2-40B4-BE49-F238E27FC236}">
                  <a16:creationId xmlns:a16="http://schemas.microsoft.com/office/drawing/2014/main" id="{F8D8AB11-347E-0E6D-4BA1-ED191E0A8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5" name="Rectangle 1290">
              <a:extLst>
                <a:ext uri="{FF2B5EF4-FFF2-40B4-BE49-F238E27FC236}">
                  <a16:creationId xmlns:a16="http://schemas.microsoft.com/office/drawing/2014/main" id="{5118CFFE-C3A7-1B07-3AE6-9276DDEE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6" name="Rectangle 1291">
              <a:extLst>
                <a:ext uri="{FF2B5EF4-FFF2-40B4-BE49-F238E27FC236}">
                  <a16:creationId xmlns:a16="http://schemas.microsoft.com/office/drawing/2014/main" id="{C1D6B6E9-4BEB-22C7-9F19-FF98D8B4D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7" name="Rectangle 1292">
              <a:extLst>
                <a:ext uri="{FF2B5EF4-FFF2-40B4-BE49-F238E27FC236}">
                  <a16:creationId xmlns:a16="http://schemas.microsoft.com/office/drawing/2014/main" id="{1D724BC5-4684-1CC9-F5C7-FFC28A822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8" name="Rectangle 1293">
              <a:extLst>
                <a:ext uri="{FF2B5EF4-FFF2-40B4-BE49-F238E27FC236}">
                  <a16:creationId xmlns:a16="http://schemas.microsoft.com/office/drawing/2014/main" id="{D1816EBD-4EA3-CAF6-FFC6-10FCDB717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9" name="Rectangle 1294">
              <a:extLst>
                <a:ext uri="{FF2B5EF4-FFF2-40B4-BE49-F238E27FC236}">
                  <a16:creationId xmlns:a16="http://schemas.microsoft.com/office/drawing/2014/main" id="{2839F7FE-92B0-FCD4-23E5-CABA6DA91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0" name="Rectangle 1295">
              <a:extLst>
                <a:ext uri="{FF2B5EF4-FFF2-40B4-BE49-F238E27FC236}">
                  <a16:creationId xmlns:a16="http://schemas.microsoft.com/office/drawing/2014/main" id="{A0378C5D-1E83-37A1-F1C7-08D0AE671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7" name="Group 1296">
            <a:extLst>
              <a:ext uri="{FF2B5EF4-FFF2-40B4-BE49-F238E27FC236}">
                <a16:creationId xmlns:a16="http://schemas.microsoft.com/office/drawing/2014/main" id="{0FB6F3BC-598D-FB5D-CEB3-7B91A5445F7C}"/>
              </a:ext>
            </a:extLst>
          </p:cNvPr>
          <p:cNvGrpSpPr>
            <a:grpSpLocks/>
          </p:cNvGrpSpPr>
          <p:nvPr/>
        </p:nvGrpSpPr>
        <p:grpSpPr bwMode="auto">
          <a:xfrm>
            <a:off x="6262688" y="4021138"/>
            <a:ext cx="1474787" cy="1463675"/>
            <a:chOff x="262" y="1078"/>
            <a:chExt cx="929" cy="922"/>
          </a:xfrm>
        </p:grpSpPr>
        <p:sp>
          <p:nvSpPr>
            <p:cNvPr id="43253" name="Rectangle 1297">
              <a:extLst>
                <a:ext uri="{FF2B5EF4-FFF2-40B4-BE49-F238E27FC236}">
                  <a16:creationId xmlns:a16="http://schemas.microsoft.com/office/drawing/2014/main" id="{B3559681-CF64-B47D-2782-83DBEC6C5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4" name="Rectangle 1298">
              <a:extLst>
                <a:ext uri="{FF2B5EF4-FFF2-40B4-BE49-F238E27FC236}">
                  <a16:creationId xmlns:a16="http://schemas.microsoft.com/office/drawing/2014/main" id="{75E466BB-5458-3E10-F216-99510235D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5" name="Rectangle 1299">
              <a:extLst>
                <a:ext uri="{FF2B5EF4-FFF2-40B4-BE49-F238E27FC236}">
                  <a16:creationId xmlns:a16="http://schemas.microsoft.com/office/drawing/2014/main" id="{7848911B-B2B4-69B9-A04E-97F48AEC1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6" name="Rectangle 1300">
              <a:extLst>
                <a:ext uri="{FF2B5EF4-FFF2-40B4-BE49-F238E27FC236}">
                  <a16:creationId xmlns:a16="http://schemas.microsoft.com/office/drawing/2014/main" id="{C0CD188A-F94E-3052-E031-A8688ABDB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7" name="Rectangle 1301">
              <a:extLst>
                <a:ext uri="{FF2B5EF4-FFF2-40B4-BE49-F238E27FC236}">
                  <a16:creationId xmlns:a16="http://schemas.microsoft.com/office/drawing/2014/main" id="{5F6A4AAC-7EF2-B2AB-E2F8-8EC99A65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8" name="Rectangle 1302">
              <a:extLst>
                <a:ext uri="{FF2B5EF4-FFF2-40B4-BE49-F238E27FC236}">
                  <a16:creationId xmlns:a16="http://schemas.microsoft.com/office/drawing/2014/main" id="{7BD18C72-9ECF-4FBA-172F-A8318747D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9" name="Rectangle 1303">
              <a:extLst>
                <a:ext uri="{FF2B5EF4-FFF2-40B4-BE49-F238E27FC236}">
                  <a16:creationId xmlns:a16="http://schemas.microsoft.com/office/drawing/2014/main" id="{2C1B382D-CBCB-39DC-472A-0A5D8FBB5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0" name="Rectangle 1304">
              <a:extLst>
                <a:ext uri="{FF2B5EF4-FFF2-40B4-BE49-F238E27FC236}">
                  <a16:creationId xmlns:a16="http://schemas.microsoft.com/office/drawing/2014/main" id="{EE66505C-393C-4320-67A0-D4FA34BC6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1" name="Rectangle 1305">
              <a:extLst>
                <a:ext uri="{FF2B5EF4-FFF2-40B4-BE49-F238E27FC236}">
                  <a16:creationId xmlns:a16="http://schemas.microsoft.com/office/drawing/2014/main" id="{7C400EF6-01B9-76BA-D00D-CA9B0340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8" name="Group 1306">
            <a:extLst>
              <a:ext uri="{FF2B5EF4-FFF2-40B4-BE49-F238E27FC236}">
                <a16:creationId xmlns:a16="http://schemas.microsoft.com/office/drawing/2014/main" id="{C1CDA3A5-7ABB-D7FA-9605-84F268FB6D84}"/>
              </a:ext>
            </a:extLst>
          </p:cNvPr>
          <p:cNvGrpSpPr>
            <a:grpSpLocks/>
          </p:cNvGrpSpPr>
          <p:nvPr/>
        </p:nvGrpSpPr>
        <p:grpSpPr bwMode="auto">
          <a:xfrm>
            <a:off x="6754813" y="4021138"/>
            <a:ext cx="1474787" cy="1463675"/>
            <a:chOff x="262" y="1078"/>
            <a:chExt cx="929" cy="922"/>
          </a:xfrm>
        </p:grpSpPr>
        <p:sp>
          <p:nvSpPr>
            <p:cNvPr id="43244" name="Rectangle 1307">
              <a:extLst>
                <a:ext uri="{FF2B5EF4-FFF2-40B4-BE49-F238E27FC236}">
                  <a16:creationId xmlns:a16="http://schemas.microsoft.com/office/drawing/2014/main" id="{468D70C1-9513-F4D9-010A-4EDBA3095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5" name="Rectangle 1308">
              <a:extLst>
                <a:ext uri="{FF2B5EF4-FFF2-40B4-BE49-F238E27FC236}">
                  <a16:creationId xmlns:a16="http://schemas.microsoft.com/office/drawing/2014/main" id="{693F4A7C-374F-583F-E3AF-00009CB77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6" name="Rectangle 1309">
              <a:extLst>
                <a:ext uri="{FF2B5EF4-FFF2-40B4-BE49-F238E27FC236}">
                  <a16:creationId xmlns:a16="http://schemas.microsoft.com/office/drawing/2014/main" id="{B418B72E-A4BD-1E78-41F9-ACB113F45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7" name="Rectangle 1310">
              <a:extLst>
                <a:ext uri="{FF2B5EF4-FFF2-40B4-BE49-F238E27FC236}">
                  <a16:creationId xmlns:a16="http://schemas.microsoft.com/office/drawing/2014/main" id="{74A1E72A-6B7D-C421-66B3-33BDB54F1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8" name="Rectangle 1311">
              <a:extLst>
                <a:ext uri="{FF2B5EF4-FFF2-40B4-BE49-F238E27FC236}">
                  <a16:creationId xmlns:a16="http://schemas.microsoft.com/office/drawing/2014/main" id="{5F0B0A5F-2F40-A1CA-B7CE-CD24C9ECE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9" name="Rectangle 1312">
              <a:extLst>
                <a:ext uri="{FF2B5EF4-FFF2-40B4-BE49-F238E27FC236}">
                  <a16:creationId xmlns:a16="http://schemas.microsoft.com/office/drawing/2014/main" id="{E2A835E9-A4BA-B3EB-2630-07673C5AE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0" name="Rectangle 1313">
              <a:extLst>
                <a:ext uri="{FF2B5EF4-FFF2-40B4-BE49-F238E27FC236}">
                  <a16:creationId xmlns:a16="http://schemas.microsoft.com/office/drawing/2014/main" id="{D9B42AF0-3E01-1806-76BD-9723CFA1A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1" name="Rectangle 1314">
              <a:extLst>
                <a:ext uri="{FF2B5EF4-FFF2-40B4-BE49-F238E27FC236}">
                  <a16:creationId xmlns:a16="http://schemas.microsoft.com/office/drawing/2014/main" id="{C95AD3C9-DD8E-0724-BE1A-6E42E9F52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2" name="Rectangle 1315">
              <a:extLst>
                <a:ext uri="{FF2B5EF4-FFF2-40B4-BE49-F238E27FC236}">
                  <a16:creationId xmlns:a16="http://schemas.microsoft.com/office/drawing/2014/main" id="{B6670A27-C182-E445-C785-37DC3CA02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79" name="Group 1316">
            <a:extLst>
              <a:ext uri="{FF2B5EF4-FFF2-40B4-BE49-F238E27FC236}">
                <a16:creationId xmlns:a16="http://schemas.microsoft.com/office/drawing/2014/main" id="{2C53E70B-5FBA-20B7-198C-C22FA9D95972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4021138"/>
            <a:ext cx="1474788" cy="1463675"/>
            <a:chOff x="262" y="1078"/>
            <a:chExt cx="929" cy="922"/>
          </a:xfrm>
        </p:grpSpPr>
        <p:sp>
          <p:nvSpPr>
            <p:cNvPr id="43235" name="Rectangle 1317">
              <a:extLst>
                <a:ext uri="{FF2B5EF4-FFF2-40B4-BE49-F238E27FC236}">
                  <a16:creationId xmlns:a16="http://schemas.microsoft.com/office/drawing/2014/main" id="{CC4A2AA2-D257-F0C0-DE88-668A78041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6" name="Rectangle 1318">
              <a:extLst>
                <a:ext uri="{FF2B5EF4-FFF2-40B4-BE49-F238E27FC236}">
                  <a16:creationId xmlns:a16="http://schemas.microsoft.com/office/drawing/2014/main" id="{B551B027-3F3E-1100-58D2-F5D833492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7" name="Rectangle 1319">
              <a:extLst>
                <a:ext uri="{FF2B5EF4-FFF2-40B4-BE49-F238E27FC236}">
                  <a16:creationId xmlns:a16="http://schemas.microsoft.com/office/drawing/2014/main" id="{E5A8B737-7EA5-7962-5185-DD5223109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8" name="Rectangle 1320">
              <a:extLst>
                <a:ext uri="{FF2B5EF4-FFF2-40B4-BE49-F238E27FC236}">
                  <a16:creationId xmlns:a16="http://schemas.microsoft.com/office/drawing/2014/main" id="{189D0007-973C-07E5-3ECF-EF5426FEB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9" name="Rectangle 1321">
              <a:extLst>
                <a:ext uri="{FF2B5EF4-FFF2-40B4-BE49-F238E27FC236}">
                  <a16:creationId xmlns:a16="http://schemas.microsoft.com/office/drawing/2014/main" id="{35793935-D3AA-6941-A0A3-E8EDF440A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0" name="Rectangle 1322">
              <a:extLst>
                <a:ext uri="{FF2B5EF4-FFF2-40B4-BE49-F238E27FC236}">
                  <a16:creationId xmlns:a16="http://schemas.microsoft.com/office/drawing/2014/main" id="{93ED9470-D792-F71C-1B4D-2E7F0CCC4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1" name="Rectangle 1323">
              <a:extLst>
                <a:ext uri="{FF2B5EF4-FFF2-40B4-BE49-F238E27FC236}">
                  <a16:creationId xmlns:a16="http://schemas.microsoft.com/office/drawing/2014/main" id="{082306C8-E241-68CB-FA61-71EB56ABF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2" name="Rectangle 1324">
              <a:extLst>
                <a:ext uri="{FF2B5EF4-FFF2-40B4-BE49-F238E27FC236}">
                  <a16:creationId xmlns:a16="http://schemas.microsoft.com/office/drawing/2014/main" id="{9A912A1E-9CE2-B6F6-FA9A-DEDEFD128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3" name="Rectangle 1325">
              <a:extLst>
                <a:ext uri="{FF2B5EF4-FFF2-40B4-BE49-F238E27FC236}">
                  <a16:creationId xmlns:a16="http://schemas.microsoft.com/office/drawing/2014/main" id="{9734FB2A-E003-D2E3-CB3B-C2F77B44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0" name="Group 1326">
            <a:extLst>
              <a:ext uri="{FF2B5EF4-FFF2-40B4-BE49-F238E27FC236}">
                <a16:creationId xmlns:a16="http://schemas.microsoft.com/office/drawing/2014/main" id="{59F5FC35-5E2D-496B-2B80-8D9C6A39C7AE}"/>
              </a:ext>
            </a:extLst>
          </p:cNvPr>
          <p:cNvGrpSpPr>
            <a:grpSpLocks/>
          </p:cNvGrpSpPr>
          <p:nvPr/>
        </p:nvGrpSpPr>
        <p:grpSpPr bwMode="auto">
          <a:xfrm>
            <a:off x="7724775" y="4021138"/>
            <a:ext cx="1474788" cy="1463675"/>
            <a:chOff x="262" y="1078"/>
            <a:chExt cx="929" cy="922"/>
          </a:xfrm>
        </p:grpSpPr>
        <p:sp>
          <p:nvSpPr>
            <p:cNvPr id="43226" name="Rectangle 1327">
              <a:extLst>
                <a:ext uri="{FF2B5EF4-FFF2-40B4-BE49-F238E27FC236}">
                  <a16:creationId xmlns:a16="http://schemas.microsoft.com/office/drawing/2014/main" id="{74DCC405-713E-10D4-6562-CDE098659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7" name="Rectangle 1328">
              <a:extLst>
                <a:ext uri="{FF2B5EF4-FFF2-40B4-BE49-F238E27FC236}">
                  <a16:creationId xmlns:a16="http://schemas.microsoft.com/office/drawing/2014/main" id="{A28779B3-731F-6069-1005-5C6EBDC32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8" name="Rectangle 1329">
              <a:extLst>
                <a:ext uri="{FF2B5EF4-FFF2-40B4-BE49-F238E27FC236}">
                  <a16:creationId xmlns:a16="http://schemas.microsoft.com/office/drawing/2014/main" id="{1E89FAF8-8F7A-D20C-1AB2-AD785974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9" name="Rectangle 1330">
              <a:extLst>
                <a:ext uri="{FF2B5EF4-FFF2-40B4-BE49-F238E27FC236}">
                  <a16:creationId xmlns:a16="http://schemas.microsoft.com/office/drawing/2014/main" id="{4E86EEA8-6486-4959-2A27-E5F69BEC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0" name="Rectangle 1331">
              <a:extLst>
                <a:ext uri="{FF2B5EF4-FFF2-40B4-BE49-F238E27FC236}">
                  <a16:creationId xmlns:a16="http://schemas.microsoft.com/office/drawing/2014/main" id="{24C27532-F61D-CB7E-66D2-3D1DE054B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1" name="Rectangle 1332">
              <a:extLst>
                <a:ext uri="{FF2B5EF4-FFF2-40B4-BE49-F238E27FC236}">
                  <a16:creationId xmlns:a16="http://schemas.microsoft.com/office/drawing/2014/main" id="{4C581B25-B299-665C-E68D-3AEBAC001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2" name="Rectangle 1333">
              <a:extLst>
                <a:ext uri="{FF2B5EF4-FFF2-40B4-BE49-F238E27FC236}">
                  <a16:creationId xmlns:a16="http://schemas.microsoft.com/office/drawing/2014/main" id="{4D60B90D-8F5B-323B-E5BD-5E2AEFC38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3" name="Rectangle 1334">
              <a:extLst>
                <a:ext uri="{FF2B5EF4-FFF2-40B4-BE49-F238E27FC236}">
                  <a16:creationId xmlns:a16="http://schemas.microsoft.com/office/drawing/2014/main" id="{3E677C87-41AB-CB8B-F71B-46CC8420E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4" name="Rectangle 1335">
              <a:extLst>
                <a:ext uri="{FF2B5EF4-FFF2-40B4-BE49-F238E27FC236}">
                  <a16:creationId xmlns:a16="http://schemas.microsoft.com/office/drawing/2014/main" id="{7567C387-E5CD-69A7-1631-364F0ED07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1" name="Group 1336">
            <a:extLst>
              <a:ext uri="{FF2B5EF4-FFF2-40B4-BE49-F238E27FC236}">
                <a16:creationId xmlns:a16="http://schemas.microsoft.com/office/drawing/2014/main" id="{F12EE2D9-C72F-611F-8902-744004BAE1EB}"/>
              </a:ext>
            </a:extLst>
          </p:cNvPr>
          <p:cNvGrpSpPr>
            <a:grpSpLocks/>
          </p:cNvGrpSpPr>
          <p:nvPr/>
        </p:nvGrpSpPr>
        <p:grpSpPr bwMode="auto">
          <a:xfrm>
            <a:off x="5788025" y="4021138"/>
            <a:ext cx="1474788" cy="1463675"/>
            <a:chOff x="262" y="1078"/>
            <a:chExt cx="929" cy="922"/>
          </a:xfrm>
        </p:grpSpPr>
        <p:sp>
          <p:nvSpPr>
            <p:cNvPr id="43217" name="Rectangle 1337">
              <a:extLst>
                <a:ext uri="{FF2B5EF4-FFF2-40B4-BE49-F238E27FC236}">
                  <a16:creationId xmlns:a16="http://schemas.microsoft.com/office/drawing/2014/main" id="{01FC6E59-AD0C-3FD3-86DB-A8B080B83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8" name="Rectangle 1338">
              <a:extLst>
                <a:ext uri="{FF2B5EF4-FFF2-40B4-BE49-F238E27FC236}">
                  <a16:creationId xmlns:a16="http://schemas.microsoft.com/office/drawing/2014/main" id="{F82D6EEB-86EC-5AED-4869-0BDFAD544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9" name="Rectangle 1339">
              <a:extLst>
                <a:ext uri="{FF2B5EF4-FFF2-40B4-BE49-F238E27FC236}">
                  <a16:creationId xmlns:a16="http://schemas.microsoft.com/office/drawing/2014/main" id="{08F6626F-14D8-CC6B-2E5F-556163155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0" name="Rectangle 1340">
              <a:extLst>
                <a:ext uri="{FF2B5EF4-FFF2-40B4-BE49-F238E27FC236}">
                  <a16:creationId xmlns:a16="http://schemas.microsoft.com/office/drawing/2014/main" id="{00C4572E-667E-FB09-AEDD-466FC388E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1" name="Rectangle 1341">
              <a:extLst>
                <a:ext uri="{FF2B5EF4-FFF2-40B4-BE49-F238E27FC236}">
                  <a16:creationId xmlns:a16="http://schemas.microsoft.com/office/drawing/2014/main" id="{44667AC3-09D8-0A84-79B3-BDDEB56D1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2" name="Rectangle 1342">
              <a:extLst>
                <a:ext uri="{FF2B5EF4-FFF2-40B4-BE49-F238E27FC236}">
                  <a16:creationId xmlns:a16="http://schemas.microsoft.com/office/drawing/2014/main" id="{13F741F0-96AC-C34A-9235-C6BE037A7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3" name="Rectangle 1343">
              <a:extLst>
                <a:ext uri="{FF2B5EF4-FFF2-40B4-BE49-F238E27FC236}">
                  <a16:creationId xmlns:a16="http://schemas.microsoft.com/office/drawing/2014/main" id="{A0B8E5DF-97C1-0695-4816-3D672568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4" name="Rectangle 1344">
              <a:extLst>
                <a:ext uri="{FF2B5EF4-FFF2-40B4-BE49-F238E27FC236}">
                  <a16:creationId xmlns:a16="http://schemas.microsoft.com/office/drawing/2014/main" id="{B7EE08BE-8E2D-D7A7-36F1-698E0EE37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25" name="Rectangle 1345">
              <a:extLst>
                <a:ext uri="{FF2B5EF4-FFF2-40B4-BE49-F238E27FC236}">
                  <a16:creationId xmlns:a16="http://schemas.microsoft.com/office/drawing/2014/main" id="{18418FA0-C541-AF5E-4A4B-0C48740F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2" name="Group 1346">
            <a:extLst>
              <a:ext uri="{FF2B5EF4-FFF2-40B4-BE49-F238E27FC236}">
                <a16:creationId xmlns:a16="http://schemas.microsoft.com/office/drawing/2014/main" id="{E9C66BB5-2057-8432-F3CE-08A928B096F0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518025"/>
            <a:ext cx="1474788" cy="1463675"/>
            <a:chOff x="262" y="1078"/>
            <a:chExt cx="929" cy="922"/>
          </a:xfrm>
        </p:grpSpPr>
        <p:sp>
          <p:nvSpPr>
            <p:cNvPr id="43208" name="Rectangle 1347">
              <a:extLst>
                <a:ext uri="{FF2B5EF4-FFF2-40B4-BE49-F238E27FC236}">
                  <a16:creationId xmlns:a16="http://schemas.microsoft.com/office/drawing/2014/main" id="{E891F4D2-0831-70AE-0FC3-A4A4AEB9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9" name="Rectangle 1348">
              <a:extLst>
                <a:ext uri="{FF2B5EF4-FFF2-40B4-BE49-F238E27FC236}">
                  <a16:creationId xmlns:a16="http://schemas.microsoft.com/office/drawing/2014/main" id="{A39F6CDE-EC75-45F4-4521-7E63BD39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0" name="Rectangle 1349">
              <a:extLst>
                <a:ext uri="{FF2B5EF4-FFF2-40B4-BE49-F238E27FC236}">
                  <a16:creationId xmlns:a16="http://schemas.microsoft.com/office/drawing/2014/main" id="{5B29C7B6-68C0-F256-9715-51868FF5A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1" name="Rectangle 1350">
              <a:extLst>
                <a:ext uri="{FF2B5EF4-FFF2-40B4-BE49-F238E27FC236}">
                  <a16:creationId xmlns:a16="http://schemas.microsoft.com/office/drawing/2014/main" id="{F446CD4F-FBCB-15BE-4BE5-DEA9418F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2" name="Rectangle 1351">
              <a:extLst>
                <a:ext uri="{FF2B5EF4-FFF2-40B4-BE49-F238E27FC236}">
                  <a16:creationId xmlns:a16="http://schemas.microsoft.com/office/drawing/2014/main" id="{09A5F4F4-E9FC-2C68-EAAD-4E0C6BE83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3" name="Rectangle 1352">
              <a:extLst>
                <a:ext uri="{FF2B5EF4-FFF2-40B4-BE49-F238E27FC236}">
                  <a16:creationId xmlns:a16="http://schemas.microsoft.com/office/drawing/2014/main" id="{31C672A0-A5D0-2ACF-7497-F20E8C13D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4" name="Rectangle 1353">
              <a:extLst>
                <a:ext uri="{FF2B5EF4-FFF2-40B4-BE49-F238E27FC236}">
                  <a16:creationId xmlns:a16="http://schemas.microsoft.com/office/drawing/2014/main" id="{A3BD7898-8E40-AEC1-8AD1-D858FEB2B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5" name="Rectangle 1354">
              <a:extLst>
                <a:ext uri="{FF2B5EF4-FFF2-40B4-BE49-F238E27FC236}">
                  <a16:creationId xmlns:a16="http://schemas.microsoft.com/office/drawing/2014/main" id="{623F1F04-2E14-6170-F21C-45E37DC1C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16" name="Rectangle 1355">
              <a:extLst>
                <a:ext uri="{FF2B5EF4-FFF2-40B4-BE49-F238E27FC236}">
                  <a16:creationId xmlns:a16="http://schemas.microsoft.com/office/drawing/2014/main" id="{F0AC4BF9-5259-9406-743F-E6CD1236A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3" name="Group 1356">
            <a:extLst>
              <a:ext uri="{FF2B5EF4-FFF2-40B4-BE49-F238E27FC236}">
                <a16:creationId xmlns:a16="http://schemas.microsoft.com/office/drawing/2014/main" id="{DAEBCBB4-0772-8780-711E-CEEE7A128B96}"/>
              </a:ext>
            </a:extLst>
          </p:cNvPr>
          <p:cNvGrpSpPr>
            <a:grpSpLocks/>
          </p:cNvGrpSpPr>
          <p:nvPr/>
        </p:nvGrpSpPr>
        <p:grpSpPr bwMode="auto">
          <a:xfrm>
            <a:off x="4792663" y="4518025"/>
            <a:ext cx="1474787" cy="1463675"/>
            <a:chOff x="262" y="1078"/>
            <a:chExt cx="929" cy="922"/>
          </a:xfrm>
        </p:grpSpPr>
        <p:sp>
          <p:nvSpPr>
            <p:cNvPr id="43199" name="Rectangle 1357">
              <a:extLst>
                <a:ext uri="{FF2B5EF4-FFF2-40B4-BE49-F238E27FC236}">
                  <a16:creationId xmlns:a16="http://schemas.microsoft.com/office/drawing/2014/main" id="{E089A395-79D1-D1FE-44B9-264DBB89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0" name="Rectangle 1358">
              <a:extLst>
                <a:ext uri="{FF2B5EF4-FFF2-40B4-BE49-F238E27FC236}">
                  <a16:creationId xmlns:a16="http://schemas.microsoft.com/office/drawing/2014/main" id="{9A65D0D4-74C5-2BEF-B84F-CA4009056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1" name="Rectangle 1359">
              <a:extLst>
                <a:ext uri="{FF2B5EF4-FFF2-40B4-BE49-F238E27FC236}">
                  <a16:creationId xmlns:a16="http://schemas.microsoft.com/office/drawing/2014/main" id="{D0AF6967-8948-354F-6CF0-5FFEFC92A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2" name="Rectangle 1360">
              <a:extLst>
                <a:ext uri="{FF2B5EF4-FFF2-40B4-BE49-F238E27FC236}">
                  <a16:creationId xmlns:a16="http://schemas.microsoft.com/office/drawing/2014/main" id="{F1009D17-CA2E-FC86-896F-060A20B53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3" name="Rectangle 1361">
              <a:extLst>
                <a:ext uri="{FF2B5EF4-FFF2-40B4-BE49-F238E27FC236}">
                  <a16:creationId xmlns:a16="http://schemas.microsoft.com/office/drawing/2014/main" id="{85545794-F00C-BC0F-92ED-3135147B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4" name="Rectangle 1362">
              <a:extLst>
                <a:ext uri="{FF2B5EF4-FFF2-40B4-BE49-F238E27FC236}">
                  <a16:creationId xmlns:a16="http://schemas.microsoft.com/office/drawing/2014/main" id="{5299DC63-E60C-C3EC-1D38-874B6BC24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5" name="Rectangle 1363">
              <a:extLst>
                <a:ext uri="{FF2B5EF4-FFF2-40B4-BE49-F238E27FC236}">
                  <a16:creationId xmlns:a16="http://schemas.microsoft.com/office/drawing/2014/main" id="{726287BD-F08F-E0C7-BFC5-7413142E9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6" name="Rectangle 1364">
              <a:extLst>
                <a:ext uri="{FF2B5EF4-FFF2-40B4-BE49-F238E27FC236}">
                  <a16:creationId xmlns:a16="http://schemas.microsoft.com/office/drawing/2014/main" id="{67BED144-8CD8-AAEA-5301-8A3E6EEA5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07" name="Rectangle 1365">
              <a:extLst>
                <a:ext uri="{FF2B5EF4-FFF2-40B4-BE49-F238E27FC236}">
                  <a16:creationId xmlns:a16="http://schemas.microsoft.com/office/drawing/2014/main" id="{FD2C4739-7AF3-97BD-7877-1CF6C96C7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4" name="Group 1366">
            <a:extLst>
              <a:ext uri="{FF2B5EF4-FFF2-40B4-BE49-F238E27FC236}">
                <a16:creationId xmlns:a16="http://schemas.microsoft.com/office/drawing/2014/main" id="{0700FF10-7254-4306-6066-C4DE92C2C976}"/>
              </a:ext>
            </a:extLst>
          </p:cNvPr>
          <p:cNvGrpSpPr>
            <a:grpSpLocks/>
          </p:cNvGrpSpPr>
          <p:nvPr/>
        </p:nvGrpSpPr>
        <p:grpSpPr bwMode="auto">
          <a:xfrm>
            <a:off x="5289550" y="4518025"/>
            <a:ext cx="1474788" cy="1463675"/>
            <a:chOff x="262" y="1078"/>
            <a:chExt cx="929" cy="922"/>
          </a:xfrm>
        </p:grpSpPr>
        <p:sp>
          <p:nvSpPr>
            <p:cNvPr id="43190" name="Rectangle 1367">
              <a:extLst>
                <a:ext uri="{FF2B5EF4-FFF2-40B4-BE49-F238E27FC236}">
                  <a16:creationId xmlns:a16="http://schemas.microsoft.com/office/drawing/2014/main" id="{59187A05-1094-CED9-ADB9-7B9E345A6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1" name="Rectangle 1368">
              <a:extLst>
                <a:ext uri="{FF2B5EF4-FFF2-40B4-BE49-F238E27FC236}">
                  <a16:creationId xmlns:a16="http://schemas.microsoft.com/office/drawing/2014/main" id="{AC903778-4C13-D772-4FB7-5A2964567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2" name="Rectangle 1369">
              <a:extLst>
                <a:ext uri="{FF2B5EF4-FFF2-40B4-BE49-F238E27FC236}">
                  <a16:creationId xmlns:a16="http://schemas.microsoft.com/office/drawing/2014/main" id="{7FE99440-6EAD-BE7E-4F1B-622A23711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3" name="Rectangle 1370">
              <a:extLst>
                <a:ext uri="{FF2B5EF4-FFF2-40B4-BE49-F238E27FC236}">
                  <a16:creationId xmlns:a16="http://schemas.microsoft.com/office/drawing/2014/main" id="{6DD05832-8338-6C29-8BF8-E638FDBF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4" name="Rectangle 1371">
              <a:extLst>
                <a:ext uri="{FF2B5EF4-FFF2-40B4-BE49-F238E27FC236}">
                  <a16:creationId xmlns:a16="http://schemas.microsoft.com/office/drawing/2014/main" id="{6EF013B8-B382-923B-8229-6883D4AC4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5" name="Rectangle 1372">
              <a:extLst>
                <a:ext uri="{FF2B5EF4-FFF2-40B4-BE49-F238E27FC236}">
                  <a16:creationId xmlns:a16="http://schemas.microsoft.com/office/drawing/2014/main" id="{B1F6B071-7BCD-21B2-86E3-96E10DBA6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6" name="Rectangle 1373">
              <a:extLst>
                <a:ext uri="{FF2B5EF4-FFF2-40B4-BE49-F238E27FC236}">
                  <a16:creationId xmlns:a16="http://schemas.microsoft.com/office/drawing/2014/main" id="{10D1236D-10BE-92F0-7C9D-148EF02C2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7" name="Rectangle 1374">
              <a:extLst>
                <a:ext uri="{FF2B5EF4-FFF2-40B4-BE49-F238E27FC236}">
                  <a16:creationId xmlns:a16="http://schemas.microsoft.com/office/drawing/2014/main" id="{4BF4B49A-566C-54D9-FA00-1EA05CCF4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98" name="Rectangle 1375">
              <a:extLst>
                <a:ext uri="{FF2B5EF4-FFF2-40B4-BE49-F238E27FC236}">
                  <a16:creationId xmlns:a16="http://schemas.microsoft.com/office/drawing/2014/main" id="{31FE7B3F-BE10-3E9C-0F3A-0724113A4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5" name="Group 1376">
            <a:extLst>
              <a:ext uri="{FF2B5EF4-FFF2-40B4-BE49-F238E27FC236}">
                <a16:creationId xmlns:a16="http://schemas.microsoft.com/office/drawing/2014/main" id="{D7526A09-55DE-B722-CDB4-2C4D82C047AB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518025"/>
            <a:ext cx="1474788" cy="1463675"/>
            <a:chOff x="262" y="1078"/>
            <a:chExt cx="929" cy="922"/>
          </a:xfrm>
        </p:grpSpPr>
        <p:sp>
          <p:nvSpPr>
            <p:cNvPr id="43181" name="Rectangle 1377">
              <a:extLst>
                <a:ext uri="{FF2B5EF4-FFF2-40B4-BE49-F238E27FC236}">
                  <a16:creationId xmlns:a16="http://schemas.microsoft.com/office/drawing/2014/main" id="{0EB3F87B-71A7-6E96-4496-1C224C379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2" name="Rectangle 1378">
              <a:extLst>
                <a:ext uri="{FF2B5EF4-FFF2-40B4-BE49-F238E27FC236}">
                  <a16:creationId xmlns:a16="http://schemas.microsoft.com/office/drawing/2014/main" id="{FE1AA1EF-A8B4-5C11-3DAB-4142D5F5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3" name="Rectangle 1379">
              <a:extLst>
                <a:ext uri="{FF2B5EF4-FFF2-40B4-BE49-F238E27FC236}">
                  <a16:creationId xmlns:a16="http://schemas.microsoft.com/office/drawing/2014/main" id="{E1A18883-C5A8-00E4-D65B-484B77DE5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4" name="Rectangle 1380">
              <a:extLst>
                <a:ext uri="{FF2B5EF4-FFF2-40B4-BE49-F238E27FC236}">
                  <a16:creationId xmlns:a16="http://schemas.microsoft.com/office/drawing/2014/main" id="{37178B6D-FFBE-A962-1F24-FEBBEDC0D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5" name="Rectangle 1381">
              <a:extLst>
                <a:ext uri="{FF2B5EF4-FFF2-40B4-BE49-F238E27FC236}">
                  <a16:creationId xmlns:a16="http://schemas.microsoft.com/office/drawing/2014/main" id="{E77E8762-AFDE-4B9B-5EEE-2A0823060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6" name="Rectangle 1382">
              <a:extLst>
                <a:ext uri="{FF2B5EF4-FFF2-40B4-BE49-F238E27FC236}">
                  <a16:creationId xmlns:a16="http://schemas.microsoft.com/office/drawing/2014/main" id="{34542C8C-3B3C-B4F5-FFFA-D3DB2074C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7" name="Rectangle 1383">
              <a:extLst>
                <a:ext uri="{FF2B5EF4-FFF2-40B4-BE49-F238E27FC236}">
                  <a16:creationId xmlns:a16="http://schemas.microsoft.com/office/drawing/2014/main" id="{3C366471-29FF-D57F-2783-66E947A0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8" name="Rectangle 1384">
              <a:extLst>
                <a:ext uri="{FF2B5EF4-FFF2-40B4-BE49-F238E27FC236}">
                  <a16:creationId xmlns:a16="http://schemas.microsoft.com/office/drawing/2014/main" id="{E1451DDE-6A50-690E-2494-39F032998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9" name="Rectangle 1385">
              <a:extLst>
                <a:ext uri="{FF2B5EF4-FFF2-40B4-BE49-F238E27FC236}">
                  <a16:creationId xmlns:a16="http://schemas.microsoft.com/office/drawing/2014/main" id="{D83659DC-5E72-E06A-529E-9C12283BA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6" name="Group 1386">
            <a:extLst>
              <a:ext uri="{FF2B5EF4-FFF2-40B4-BE49-F238E27FC236}">
                <a16:creationId xmlns:a16="http://schemas.microsoft.com/office/drawing/2014/main" id="{ACD48F89-7255-0919-3AB2-B7E84D979802}"/>
              </a:ext>
            </a:extLst>
          </p:cNvPr>
          <p:cNvGrpSpPr>
            <a:grpSpLocks/>
          </p:cNvGrpSpPr>
          <p:nvPr/>
        </p:nvGrpSpPr>
        <p:grpSpPr bwMode="auto">
          <a:xfrm>
            <a:off x="6753225" y="4518025"/>
            <a:ext cx="1474788" cy="1463675"/>
            <a:chOff x="262" y="1078"/>
            <a:chExt cx="929" cy="922"/>
          </a:xfrm>
        </p:grpSpPr>
        <p:sp>
          <p:nvSpPr>
            <p:cNvPr id="43172" name="Rectangle 1387">
              <a:extLst>
                <a:ext uri="{FF2B5EF4-FFF2-40B4-BE49-F238E27FC236}">
                  <a16:creationId xmlns:a16="http://schemas.microsoft.com/office/drawing/2014/main" id="{BA798EB7-B2B6-D3FA-49C1-2E21BCE4D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3" name="Rectangle 1388">
              <a:extLst>
                <a:ext uri="{FF2B5EF4-FFF2-40B4-BE49-F238E27FC236}">
                  <a16:creationId xmlns:a16="http://schemas.microsoft.com/office/drawing/2014/main" id="{820ECF78-2482-3143-CA33-35C23D39C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4" name="Rectangle 1389">
              <a:extLst>
                <a:ext uri="{FF2B5EF4-FFF2-40B4-BE49-F238E27FC236}">
                  <a16:creationId xmlns:a16="http://schemas.microsoft.com/office/drawing/2014/main" id="{837011F8-5D37-C3FE-55CB-04D12979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5" name="Rectangle 1390">
              <a:extLst>
                <a:ext uri="{FF2B5EF4-FFF2-40B4-BE49-F238E27FC236}">
                  <a16:creationId xmlns:a16="http://schemas.microsoft.com/office/drawing/2014/main" id="{4162984C-C423-2EC0-51E5-8964D7363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6" name="Rectangle 1391">
              <a:extLst>
                <a:ext uri="{FF2B5EF4-FFF2-40B4-BE49-F238E27FC236}">
                  <a16:creationId xmlns:a16="http://schemas.microsoft.com/office/drawing/2014/main" id="{AA509EEB-711D-DD51-F51A-CAB8CA3CC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7" name="Rectangle 1392">
              <a:extLst>
                <a:ext uri="{FF2B5EF4-FFF2-40B4-BE49-F238E27FC236}">
                  <a16:creationId xmlns:a16="http://schemas.microsoft.com/office/drawing/2014/main" id="{7AB9F040-D542-F4DB-A35C-A050B3A92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8" name="Rectangle 1393">
              <a:extLst>
                <a:ext uri="{FF2B5EF4-FFF2-40B4-BE49-F238E27FC236}">
                  <a16:creationId xmlns:a16="http://schemas.microsoft.com/office/drawing/2014/main" id="{578A9FE9-FED4-A703-412E-893D5E266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9" name="Rectangle 1394">
              <a:extLst>
                <a:ext uri="{FF2B5EF4-FFF2-40B4-BE49-F238E27FC236}">
                  <a16:creationId xmlns:a16="http://schemas.microsoft.com/office/drawing/2014/main" id="{B46D4F6E-66D6-5C51-431D-155A6A625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80" name="Rectangle 1395">
              <a:extLst>
                <a:ext uri="{FF2B5EF4-FFF2-40B4-BE49-F238E27FC236}">
                  <a16:creationId xmlns:a16="http://schemas.microsoft.com/office/drawing/2014/main" id="{55C3027A-4461-7206-AFDE-B957AE683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7" name="Group 1396">
            <a:extLst>
              <a:ext uri="{FF2B5EF4-FFF2-40B4-BE49-F238E27FC236}">
                <a16:creationId xmlns:a16="http://schemas.microsoft.com/office/drawing/2014/main" id="{4EE5DA9C-1FF5-2706-6EC3-CF0B2F8335FF}"/>
              </a:ext>
            </a:extLst>
          </p:cNvPr>
          <p:cNvGrpSpPr>
            <a:grpSpLocks/>
          </p:cNvGrpSpPr>
          <p:nvPr/>
        </p:nvGrpSpPr>
        <p:grpSpPr bwMode="auto">
          <a:xfrm>
            <a:off x="7231063" y="4518025"/>
            <a:ext cx="1474787" cy="1463675"/>
            <a:chOff x="262" y="1078"/>
            <a:chExt cx="929" cy="922"/>
          </a:xfrm>
        </p:grpSpPr>
        <p:sp>
          <p:nvSpPr>
            <p:cNvPr id="43163" name="Rectangle 1397">
              <a:extLst>
                <a:ext uri="{FF2B5EF4-FFF2-40B4-BE49-F238E27FC236}">
                  <a16:creationId xmlns:a16="http://schemas.microsoft.com/office/drawing/2014/main" id="{67B96045-8675-1BE2-7596-52D18318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4" name="Rectangle 1398">
              <a:extLst>
                <a:ext uri="{FF2B5EF4-FFF2-40B4-BE49-F238E27FC236}">
                  <a16:creationId xmlns:a16="http://schemas.microsoft.com/office/drawing/2014/main" id="{B0B279AF-E7C8-173F-50C4-3EC37A39A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5" name="Rectangle 1399">
              <a:extLst>
                <a:ext uri="{FF2B5EF4-FFF2-40B4-BE49-F238E27FC236}">
                  <a16:creationId xmlns:a16="http://schemas.microsoft.com/office/drawing/2014/main" id="{EBD9AEEB-8ADC-B2AF-AB0D-6134175E2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6" name="Rectangle 1400">
              <a:extLst>
                <a:ext uri="{FF2B5EF4-FFF2-40B4-BE49-F238E27FC236}">
                  <a16:creationId xmlns:a16="http://schemas.microsoft.com/office/drawing/2014/main" id="{3988A0BA-9E2C-EEF9-F4D6-9F5F11E23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7" name="Rectangle 1401">
              <a:extLst>
                <a:ext uri="{FF2B5EF4-FFF2-40B4-BE49-F238E27FC236}">
                  <a16:creationId xmlns:a16="http://schemas.microsoft.com/office/drawing/2014/main" id="{2ACDCCFD-271D-1D38-3532-C833CFE76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8" name="Rectangle 1402">
              <a:extLst>
                <a:ext uri="{FF2B5EF4-FFF2-40B4-BE49-F238E27FC236}">
                  <a16:creationId xmlns:a16="http://schemas.microsoft.com/office/drawing/2014/main" id="{8D90EE5C-7C9A-5C7F-1374-93B50C750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9" name="Rectangle 1403">
              <a:extLst>
                <a:ext uri="{FF2B5EF4-FFF2-40B4-BE49-F238E27FC236}">
                  <a16:creationId xmlns:a16="http://schemas.microsoft.com/office/drawing/2014/main" id="{9D33BE5A-64D2-C4DC-30B5-FFB01165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0" name="Rectangle 1404">
              <a:extLst>
                <a:ext uri="{FF2B5EF4-FFF2-40B4-BE49-F238E27FC236}">
                  <a16:creationId xmlns:a16="http://schemas.microsoft.com/office/drawing/2014/main" id="{707E0F4B-7034-7652-3E5E-B8153905A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1" name="Rectangle 1405">
              <a:extLst>
                <a:ext uri="{FF2B5EF4-FFF2-40B4-BE49-F238E27FC236}">
                  <a16:creationId xmlns:a16="http://schemas.microsoft.com/office/drawing/2014/main" id="{D9DAFC3C-208E-F2D9-C873-27F8AB625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8" name="Group 1406">
            <a:extLst>
              <a:ext uri="{FF2B5EF4-FFF2-40B4-BE49-F238E27FC236}">
                <a16:creationId xmlns:a16="http://schemas.microsoft.com/office/drawing/2014/main" id="{9057F25B-A638-7017-7E7B-26AD11AFC2C6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4518025"/>
            <a:ext cx="1474787" cy="1463675"/>
            <a:chOff x="262" y="1078"/>
            <a:chExt cx="929" cy="922"/>
          </a:xfrm>
        </p:grpSpPr>
        <p:sp>
          <p:nvSpPr>
            <p:cNvPr id="43154" name="Rectangle 1407">
              <a:extLst>
                <a:ext uri="{FF2B5EF4-FFF2-40B4-BE49-F238E27FC236}">
                  <a16:creationId xmlns:a16="http://schemas.microsoft.com/office/drawing/2014/main" id="{AEF3812A-F123-71A9-E237-9C193455B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5" name="Rectangle 1408">
              <a:extLst>
                <a:ext uri="{FF2B5EF4-FFF2-40B4-BE49-F238E27FC236}">
                  <a16:creationId xmlns:a16="http://schemas.microsoft.com/office/drawing/2014/main" id="{4838D060-81CC-48B0-51EC-EAEB04F89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6" name="Rectangle 1409">
              <a:extLst>
                <a:ext uri="{FF2B5EF4-FFF2-40B4-BE49-F238E27FC236}">
                  <a16:creationId xmlns:a16="http://schemas.microsoft.com/office/drawing/2014/main" id="{A935F68A-12EC-C1CA-A93D-87C75F937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7" name="Rectangle 1410">
              <a:extLst>
                <a:ext uri="{FF2B5EF4-FFF2-40B4-BE49-F238E27FC236}">
                  <a16:creationId xmlns:a16="http://schemas.microsoft.com/office/drawing/2014/main" id="{18E846B1-8498-4EB3-3280-95CBA4B1D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8" name="Rectangle 1411">
              <a:extLst>
                <a:ext uri="{FF2B5EF4-FFF2-40B4-BE49-F238E27FC236}">
                  <a16:creationId xmlns:a16="http://schemas.microsoft.com/office/drawing/2014/main" id="{D19AB06E-1876-F0B5-0D3E-F993415A9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9" name="Rectangle 1412">
              <a:extLst>
                <a:ext uri="{FF2B5EF4-FFF2-40B4-BE49-F238E27FC236}">
                  <a16:creationId xmlns:a16="http://schemas.microsoft.com/office/drawing/2014/main" id="{15DE8ECF-FC4D-3CE4-E3B6-E6336E4FF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0" name="Rectangle 1413">
              <a:extLst>
                <a:ext uri="{FF2B5EF4-FFF2-40B4-BE49-F238E27FC236}">
                  <a16:creationId xmlns:a16="http://schemas.microsoft.com/office/drawing/2014/main" id="{B2389715-6E96-7B17-4607-3E5EEAC8B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1" name="Rectangle 1414">
              <a:extLst>
                <a:ext uri="{FF2B5EF4-FFF2-40B4-BE49-F238E27FC236}">
                  <a16:creationId xmlns:a16="http://schemas.microsoft.com/office/drawing/2014/main" id="{EFDC40EA-F465-DF20-61C2-ACC8657E4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2" name="Rectangle 1415">
              <a:extLst>
                <a:ext uri="{FF2B5EF4-FFF2-40B4-BE49-F238E27FC236}">
                  <a16:creationId xmlns:a16="http://schemas.microsoft.com/office/drawing/2014/main" id="{DF75D510-2661-C5D8-5811-E5A2AD076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489" name="Group 1416">
            <a:extLst>
              <a:ext uri="{FF2B5EF4-FFF2-40B4-BE49-F238E27FC236}">
                <a16:creationId xmlns:a16="http://schemas.microsoft.com/office/drawing/2014/main" id="{874AEDE1-BC00-190D-57D1-7F6D5D74754F}"/>
              </a:ext>
            </a:extLst>
          </p:cNvPr>
          <p:cNvGrpSpPr>
            <a:grpSpLocks/>
          </p:cNvGrpSpPr>
          <p:nvPr/>
        </p:nvGrpSpPr>
        <p:grpSpPr bwMode="auto">
          <a:xfrm>
            <a:off x="5786438" y="4518025"/>
            <a:ext cx="1474787" cy="1463675"/>
            <a:chOff x="262" y="1078"/>
            <a:chExt cx="929" cy="922"/>
          </a:xfrm>
        </p:grpSpPr>
        <p:sp>
          <p:nvSpPr>
            <p:cNvPr id="43145" name="Rectangle 1417">
              <a:extLst>
                <a:ext uri="{FF2B5EF4-FFF2-40B4-BE49-F238E27FC236}">
                  <a16:creationId xmlns:a16="http://schemas.microsoft.com/office/drawing/2014/main" id="{958C5098-665B-142D-20A0-FEC0C7A65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6" name="Rectangle 1418">
              <a:extLst>
                <a:ext uri="{FF2B5EF4-FFF2-40B4-BE49-F238E27FC236}">
                  <a16:creationId xmlns:a16="http://schemas.microsoft.com/office/drawing/2014/main" id="{CD03D519-0AFC-A07D-7A0E-C3BAE6BF0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078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7" name="Rectangle 1419">
              <a:extLst>
                <a:ext uri="{FF2B5EF4-FFF2-40B4-BE49-F238E27FC236}">
                  <a16:creationId xmlns:a16="http://schemas.microsoft.com/office/drawing/2014/main" id="{2189580B-0F38-6709-A40C-D18869F9B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078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8" name="Rectangle 1420">
              <a:extLst>
                <a:ext uri="{FF2B5EF4-FFF2-40B4-BE49-F238E27FC236}">
                  <a16:creationId xmlns:a16="http://schemas.microsoft.com/office/drawing/2014/main" id="{E3545875-E036-00B1-2036-699D743F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9" name="Rectangle 1421">
              <a:extLst>
                <a:ext uri="{FF2B5EF4-FFF2-40B4-BE49-F238E27FC236}">
                  <a16:creationId xmlns:a16="http://schemas.microsoft.com/office/drawing/2014/main" id="{4A8E88CD-6E14-BFCA-9484-7D05FB775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0" name="Rectangle 1422">
              <a:extLst>
                <a:ext uri="{FF2B5EF4-FFF2-40B4-BE49-F238E27FC236}">
                  <a16:creationId xmlns:a16="http://schemas.microsoft.com/office/drawing/2014/main" id="{EB4BA048-8B72-7F35-1D9C-78E1653A7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387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1" name="Rectangle 1423">
              <a:extLst>
                <a:ext uri="{FF2B5EF4-FFF2-40B4-BE49-F238E27FC236}">
                  <a16:creationId xmlns:a16="http://schemas.microsoft.com/office/drawing/2014/main" id="{62756EE5-D630-C6C8-40A8-9ECCBA046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2" name="Rectangle 1424">
              <a:extLst>
                <a:ext uri="{FF2B5EF4-FFF2-40B4-BE49-F238E27FC236}">
                  <a16:creationId xmlns:a16="http://schemas.microsoft.com/office/drawing/2014/main" id="{7E98894F-0C69-F692-740E-D40A4F05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1690"/>
              <a:ext cx="310" cy="310"/>
            </a:xfrm>
            <a:prstGeom prst="rect">
              <a:avLst/>
            </a:prstGeom>
            <a:solidFill>
              <a:srgbClr val="FF990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3" name="Rectangle 1425">
              <a:extLst>
                <a:ext uri="{FF2B5EF4-FFF2-40B4-BE49-F238E27FC236}">
                  <a16:creationId xmlns:a16="http://schemas.microsoft.com/office/drawing/2014/main" id="{692824B2-DE8E-6A38-9D02-1A6EFDA87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1690"/>
              <a:ext cx="310" cy="310"/>
            </a:xfrm>
            <a:prstGeom prst="rect">
              <a:avLst/>
            </a:prstGeom>
            <a:solidFill>
              <a:srgbClr val="C0C0C0">
                <a:alpha val="39999"/>
              </a:srgbClr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3144" name="Text Box 1426">
            <a:extLst>
              <a:ext uri="{FF2B5EF4-FFF2-40B4-BE49-F238E27FC236}">
                <a16:creationId xmlns:a16="http://schemas.microsoft.com/office/drawing/2014/main" id="{FB291EF2-2196-FCDA-5B3D-529B36939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 nodeType="clickPar">
                      <p:stCondLst>
                        <p:cond delay="indefinite"/>
                      </p:stCondLst>
                      <p:childTnLst>
                        <p:par>
                          <p:cTn id="2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 nodeType="clickPar">
                      <p:stCondLst>
                        <p:cond delay="indefinite"/>
                      </p:stCondLst>
                      <p:childTnLst>
                        <p:par>
                          <p:cTn id="2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 nodeType="clickPar">
                      <p:stCondLst>
                        <p:cond delay="indefinite"/>
                      </p:stCondLst>
                      <p:childTnLst>
                        <p:par>
                          <p:cTn id="2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 nodeType="clickPar">
                      <p:stCondLst>
                        <p:cond delay="indefinite"/>
                      </p:stCondLst>
                      <p:childTnLst>
                        <p:par>
                          <p:cTn id="2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 nodeType="clickPar">
                      <p:stCondLst>
                        <p:cond delay="indefinite"/>
                      </p:stCondLst>
                      <p:childTnLst>
                        <p:par>
                          <p:cTn id="2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 nodeType="clickPar">
                      <p:stCondLst>
                        <p:cond delay="indefinite"/>
                      </p:stCondLst>
                      <p:childTnLst>
                        <p:par>
                          <p:cTn id="2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 nodeType="clickPar">
                      <p:stCondLst>
                        <p:cond delay="indefinite"/>
                      </p:stCondLst>
                      <p:childTnLst>
                        <p:par>
                          <p:cTn id="2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 nodeType="clickPar">
                      <p:stCondLst>
                        <p:cond delay="indefinite"/>
                      </p:stCondLst>
                      <p:childTnLst>
                        <p:par>
                          <p:cTn id="2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 nodeType="clickPar">
                      <p:stCondLst>
                        <p:cond delay="indefinite"/>
                      </p:stCondLst>
                      <p:childTnLst>
                        <p:par>
                          <p:cTn id="3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 nodeType="clickPar">
                      <p:stCondLst>
                        <p:cond delay="indefinite"/>
                      </p:stCondLst>
                      <p:childTnLst>
                        <p:par>
                          <p:cTn id="3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 nodeType="clickPar">
                      <p:stCondLst>
                        <p:cond delay="indefinite"/>
                      </p:stCondLst>
                      <p:childTnLst>
                        <p:par>
                          <p:cTn id="3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 nodeType="clickPar">
                      <p:stCondLst>
                        <p:cond delay="indefinite"/>
                      </p:stCondLst>
                      <p:childTnLst>
                        <p:par>
                          <p:cTn id="3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 nodeType="clickPar">
                      <p:stCondLst>
                        <p:cond delay="indefinite"/>
                      </p:stCondLst>
                      <p:childTnLst>
                        <p:par>
                          <p:cTn id="3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 nodeType="clickPar">
                      <p:stCondLst>
                        <p:cond delay="indefinite"/>
                      </p:stCondLst>
                      <p:childTnLst>
                        <p:par>
                          <p:cTn id="3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 nodeType="clickPar">
                      <p:stCondLst>
                        <p:cond delay="indefinite"/>
                      </p:stCondLst>
                      <p:childTnLst>
                        <p:par>
                          <p:cTn id="3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 nodeType="clickPar">
                      <p:stCondLst>
                        <p:cond delay="indefinite"/>
                      </p:stCondLst>
                      <p:childTnLst>
                        <p:par>
                          <p:cTn id="3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 nodeType="clickPar">
                      <p:stCondLst>
                        <p:cond delay="indefinite"/>
                      </p:stCondLst>
                      <p:childTnLst>
                        <p:par>
                          <p:cTn id="3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 nodeType="clickPar">
                      <p:stCondLst>
                        <p:cond delay="indefinite"/>
                      </p:stCondLst>
                      <p:childTnLst>
                        <p:par>
                          <p:cTn id="3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 nodeType="clickPar">
                      <p:stCondLst>
                        <p:cond delay="indefinite"/>
                      </p:stCondLst>
                      <p:childTnLst>
                        <p:par>
                          <p:cTn id="3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8" fill="hold" nodeType="clickPar">
                      <p:stCondLst>
                        <p:cond delay="indefinite"/>
                      </p:stCondLst>
                      <p:childTnLst>
                        <p:par>
                          <p:cTn id="3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 nodeType="clickPar">
                      <p:stCondLst>
                        <p:cond delay="indefinite"/>
                      </p:stCondLst>
                      <p:childTnLst>
                        <p:par>
                          <p:cTn id="3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2" fill="hold" nodeType="clickPar">
                      <p:stCondLst>
                        <p:cond delay="indefinite"/>
                      </p:stCondLst>
                      <p:childTnLst>
                        <p:par>
                          <p:cTn id="3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 nodeType="clickPar">
                      <p:stCondLst>
                        <p:cond delay="indefinite"/>
                      </p:stCondLst>
                      <p:childTnLst>
                        <p:par>
                          <p:cTn id="4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6" fill="hold" nodeType="clickPar">
                      <p:stCondLst>
                        <p:cond delay="indefinite"/>
                      </p:stCondLst>
                      <p:childTnLst>
                        <p:par>
                          <p:cTn id="4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 nodeType="clickPar">
                      <p:stCondLst>
                        <p:cond delay="indefinite"/>
                      </p:stCondLst>
                      <p:childTnLst>
                        <p:par>
                          <p:cTn id="4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0" fill="hold" nodeType="clickPar">
                      <p:stCondLst>
                        <p:cond delay="indefinite"/>
                      </p:stCondLst>
                      <p:childTnLst>
                        <p:par>
                          <p:cTn id="4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 nodeType="clickPar">
                      <p:stCondLst>
                        <p:cond delay="indefinite"/>
                      </p:stCondLst>
                      <p:childTnLst>
                        <p:par>
                          <p:cTn id="4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 nodeType="clickPar">
                      <p:stCondLst>
                        <p:cond delay="indefinite"/>
                      </p:stCondLst>
                      <p:childTnLst>
                        <p:par>
                          <p:cTn id="4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 nodeType="clickPar">
                      <p:stCondLst>
                        <p:cond delay="indefinite"/>
                      </p:stCondLst>
                      <p:childTnLst>
                        <p:par>
                          <p:cTn id="4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8" fill="hold" nodeType="clickPar">
                      <p:stCondLst>
                        <p:cond delay="indefinite"/>
                      </p:stCondLst>
                      <p:childTnLst>
                        <p:par>
                          <p:cTn id="4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2" fill="hold" nodeType="clickPar">
                      <p:stCondLst>
                        <p:cond delay="indefinite"/>
                      </p:stCondLst>
                      <p:childTnLst>
                        <p:par>
                          <p:cTn id="4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6" fill="hold" nodeType="clickPar">
                      <p:stCondLst>
                        <p:cond delay="indefinite"/>
                      </p:stCondLst>
                      <p:childTnLst>
                        <p:par>
                          <p:cTn id="4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6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3" fill="hold" nodeType="clickPar">
                      <p:stCondLst>
                        <p:cond delay="indefinite"/>
                      </p:stCondLst>
                      <p:childTnLst>
                        <p:par>
                          <p:cTn id="4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0" fill="hold" nodeType="clickPar">
                      <p:stCondLst>
                        <p:cond delay="indefinite"/>
                      </p:stCondLst>
                      <p:childTnLst>
                        <p:par>
                          <p:cTn id="4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7" fill="hold" nodeType="clickPar">
                      <p:stCondLst>
                        <p:cond delay="indefinite"/>
                      </p:stCondLst>
                      <p:childTnLst>
                        <p:par>
                          <p:cTn id="4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8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4" fill="hold" nodeType="clickPar">
                      <p:stCondLst>
                        <p:cond delay="indefinite"/>
                      </p:stCondLst>
                      <p:childTnLst>
                        <p:par>
                          <p:cTn id="4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1" fill="hold" nodeType="clickPar">
                      <p:stCondLst>
                        <p:cond delay="indefinite"/>
                      </p:stCondLst>
                      <p:childTnLst>
                        <p:par>
                          <p:cTn id="4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8" fill="hold" nodeType="clickPar">
                      <p:stCondLst>
                        <p:cond delay="indefinite"/>
                      </p:stCondLst>
                      <p:childTnLst>
                        <p:par>
                          <p:cTn id="4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0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5" fill="hold" nodeType="clickPar">
                      <p:stCondLst>
                        <p:cond delay="indefinite"/>
                      </p:stCondLst>
                      <p:childTnLst>
                        <p:par>
                          <p:cTn id="5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2" fill="hold" nodeType="clickPar">
                      <p:stCondLst>
                        <p:cond delay="indefinite"/>
                      </p:stCondLst>
                      <p:childTnLst>
                        <p:par>
                          <p:cTn id="5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9" fill="hold" nodeType="clickPar">
                      <p:stCondLst>
                        <p:cond delay="indefinite"/>
                      </p:stCondLst>
                      <p:childTnLst>
                        <p:par>
                          <p:cTn id="5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6" fill="hold" nodeType="clickPar">
                      <p:stCondLst>
                        <p:cond delay="indefinite"/>
                      </p:stCondLst>
                      <p:childTnLst>
                        <p:par>
                          <p:cTn id="5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3" fill="hold" nodeType="clickPar">
                      <p:stCondLst>
                        <p:cond delay="indefinite"/>
                      </p:stCondLst>
                      <p:childTnLst>
                        <p:par>
                          <p:cTn id="5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0" fill="hold" nodeType="clickPar">
                      <p:stCondLst>
                        <p:cond delay="indefinite"/>
                      </p:stCondLst>
                      <p:childTnLst>
                        <p:par>
                          <p:cTn id="5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7" fill="hold" nodeType="clickPar">
                      <p:stCondLst>
                        <p:cond delay="indefinite"/>
                      </p:stCondLst>
                      <p:childTnLst>
                        <p:par>
                          <p:cTn id="5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4" fill="hold" nodeType="clickPar">
                      <p:stCondLst>
                        <p:cond delay="indefinite"/>
                      </p:stCondLst>
                      <p:childTnLst>
                        <p:par>
                          <p:cTn id="5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1" fill="hold" nodeType="clickPar">
                      <p:stCondLst>
                        <p:cond delay="indefinite"/>
                      </p:stCondLst>
                      <p:childTnLst>
                        <p:par>
                          <p:cTn id="5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8" fill="hold" nodeType="clickPar">
                      <p:stCondLst>
                        <p:cond delay="indefinite"/>
                      </p:stCondLst>
                      <p:childTnLst>
                        <p:par>
                          <p:cTn id="5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7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5" fill="hold" nodeType="clickPar">
                      <p:stCondLst>
                        <p:cond delay="indefinite"/>
                      </p:stCondLst>
                      <p:childTnLst>
                        <p:par>
                          <p:cTn id="5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2" fill="hold" nodeType="clickPar">
                      <p:stCondLst>
                        <p:cond delay="indefinite"/>
                      </p:stCondLst>
                      <p:childTnLst>
                        <p:par>
                          <p:cTn id="5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8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9" fill="hold" nodeType="clickPar">
                      <p:stCondLst>
                        <p:cond delay="indefinite"/>
                      </p:stCondLst>
                      <p:childTnLst>
                        <p:par>
                          <p:cTn id="5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9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6" fill="hold" nodeType="clickPar">
                      <p:stCondLst>
                        <p:cond delay="indefinite"/>
                      </p:stCondLst>
                      <p:childTnLst>
                        <p:par>
                          <p:cTn id="5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3" fill="hold" nodeType="clickPar">
                      <p:stCondLst>
                        <p:cond delay="indefinite"/>
                      </p:stCondLst>
                      <p:childTnLst>
                        <p:par>
                          <p:cTn id="6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0" fill="hold" nodeType="clickPar">
                      <p:stCondLst>
                        <p:cond delay="indefinite"/>
                      </p:stCondLst>
                      <p:childTnLst>
                        <p:par>
                          <p:cTn id="6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7" fill="hold" nodeType="clickPar">
                      <p:stCondLst>
                        <p:cond delay="indefinite"/>
                      </p:stCondLst>
                      <p:childTnLst>
                        <p:par>
                          <p:cTn id="6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4" fill="hold" nodeType="clickPar">
                      <p:stCondLst>
                        <p:cond delay="indefinite"/>
                      </p:stCondLst>
                      <p:childTnLst>
                        <p:par>
                          <p:cTn id="6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1" fill="hold" nodeType="clickPar">
                      <p:stCondLst>
                        <p:cond delay="indefinite"/>
                      </p:stCondLst>
                      <p:childTnLst>
                        <p:par>
                          <p:cTn id="6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8" fill="hold" nodeType="clickPar">
                      <p:stCondLst>
                        <p:cond delay="indefinite"/>
                      </p:stCondLst>
                      <p:childTnLst>
                        <p:par>
                          <p:cTn id="6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5" fill="hold" nodeType="clickPar">
                      <p:stCondLst>
                        <p:cond delay="indefinite"/>
                      </p:stCondLst>
                      <p:childTnLst>
                        <p:par>
                          <p:cTn id="6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2" fill="hold" nodeType="clickPar">
                      <p:stCondLst>
                        <p:cond delay="indefinite"/>
                      </p:stCondLst>
                      <p:childTnLst>
                        <p:par>
                          <p:cTn id="6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9" fill="hold" nodeType="clickPar">
                      <p:stCondLst>
                        <p:cond delay="indefinite"/>
                      </p:stCondLst>
                      <p:childTnLst>
                        <p:par>
                          <p:cTn id="6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6" fill="hold" nodeType="clickPar">
                      <p:stCondLst>
                        <p:cond delay="indefinite"/>
                      </p:stCondLst>
                      <p:childTnLst>
                        <p:par>
                          <p:cTn id="6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3" fill="hold" nodeType="clickPar">
                      <p:stCondLst>
                        <p:cond delay="indefinite"/>
                      </p:stCondLst>
                      <p:childTnLst>
                        <p:par>
                          <p:cTn id="6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7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0" fill="hold" nodeType="clickPar">
                      <p:stCondLst>
                        <p:cond delay="indefinite"/>
                      </p:stCondLst>
                      <p:childTnLst>
                        <p:par>
                          <p:cTn id="6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8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7" fill="hold" nodeType="clickPar">
                      <p:stCondLst>
                        <p:cond delay="indefinite"/>
                      </p:stCondLst>
                      <p:childTnLst>
                        <p:par>
                          <p:cTn id="6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4" fill="hold" nodeType="clickPar">
                      <p:stCondLst>
                        <p:cond delay="indefinite"/>
                      </p:stCondLst>
                      <p:childTnLst>
                        <p:par>
                          <p:cTn id="6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9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1" fill="hold" nodeType="clickPar">
                      <p:stCondLst>
                        <p:cond delay="indefinite"/>
                      </p:stCondLst>
                      <p:childTnLst>
                        <p:par>
                          <p:cTn id="7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0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8" fill="hold" nodeType="clickPar">
                      <p:stCondLst>
                        <p:cond delay="indefinite"/>
                      </p:stCondLst>
                      <p:childTnLst>
                        <p:par>
                          <p:cTn id="7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5" fill="hold" nodeType="clickPar">
                      <p:stCondLst>
                        <p:cond delay="indefinite"/>
                      </p:stCondLst>
                      <p:childTnLst>
                        <p:par>
                          <p:cTn id="7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2" fill="hold" nodeType="clickPar">
                      <p:stCondLst>
                        <p:cond delay="indefinite"/>
                      </p:stCondLst>
                      <p:childTnLst>
                        <p:par>
                          <p:cTn id="7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9" fill="hold" nodeType="clickPar">
                      <p:stCondLst>
                        <p:cond delay="indefinite"/>
                      </p:stCondLst>
                      <p:childTnLst>
                        <p:par>
                          <p:cTn id="7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6" fill="hold" nodeType="clickPar">
                      <p:stCondLst>
                        <p:cond delay="indefinite"/>
                      </p:stCondLst>
                      <p:childTnLst>
                        <p:par>
                          <p:cTn id="7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3" fill="hold" nodeType="clickPar">
                      <p:stCondLst>
                        <p:cond delay="indefinite"/>
                      </p:stCondLst>
                      <p:childTnLst>
                        <p:par>
                          <p:cTn id="7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4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0" fill="hold" nodeType="clickPar">
                      <p:stCondLst>
                        <p:cond delay="indefinite"/>
                      </p:stCondLst>
                      <p:childTnLst>
                        <p:par>
                          <p:cTn id="7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7" fill="hold" nodeType="clickPar">
                      <p:stCondLst>
                        <p:cond delay="indefinite"/>
                      </p:stCondLst>
                      <p:childTnLst>
                        <p:par>
                          <p:cTn id="7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6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4" fill="hold" nodeType="clickPar">
                      <p:stCondLst>
                        <p:cond delay="indefinite"/>
                      </p:stCondLst>
                      <p:childTnLst>
                        <p:par>
                          <p:cTn id="7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1" fill="hold" nodeType="clickPar">
                      <p:stCondLst>
                        <p:cond delay="indefinite"/>
                      </p:stCondLst>
                      <p:childTnLst>
                        <p:par>
                          <p:cTn id="7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8" fill="hold" nodeType="clickPar">
                      <p:stCondLst>
                        <p:cond delay="indefinite"/>
                      </p:stCondLst>
                      <p:childTnLst>
                        <p:par>
                          <p:cTn id="7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5" fill="hold" nodeType="clickPar">
                      <p:stCondLst>
                        <p:cond delay="indefinite"/>
                      </p:stCondLst>
                      <p:childTnLst>
                        <p:par>
                          <p:cTn id="7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2" fill="hold" nodeType="clickPar">
                      <p:stCondLst>
                        <p:cond delay="indefinite"/>
                      </p:stCondLst>
                      <p:childTnLst>
                        <p:par>
                          <p:cTn id="7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9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9" fill="hold" nodeType="clickPar">
                      <p:stCondLst>
                        <p:cond delay="indefinite"/>
                      </p:stCondLst>
                      <p:childTnLst>
                        <p:par>
                          <p:cTn id="8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0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6" fill="hold" nodeType="clickPar">
                      <p:stCondLst>
                        <p:cond delay="indefinite"/>
                      </p:stCondLst>
                      <p:childTnLst>
                        <p:par>
                          <p:cTn id="8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3" fill="hold" nodeType="clickPar">
                      <p:stCondLst>
                        <p:cond delay="indefinite"/>
                      </p:stCondLst>
                      <p:childTnLst>
                        <p:par>
                          <p:cTn id="8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0" fill="hold" nodeType="clickPar">
                      <p:stCondLst>
                        <p:cond delay="indefinite"/>
                      </p:stCondLst>
                      <p:childTnLst>
                        <p:par>
                          <p:cTn id="8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7" fill="hold" nodeType="clickPar">
                      <p:stCondLst>
                        <p:cond delay="indefinite"/>
                      </p:stCondLst>
                      <p:childTnLst>
                        <p:par>
                          <p:cTn id="8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4" fill="hold" nodeType="clickPar">
                      <p:stCondLst>
                        <p:cond delay="indefinite"/>
                      </p:stCondLst>
                      <p:childTnLst>
                        <p:par>
                          <p:cTn id="8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1" fill="hold" nodeType="clickPar">
                      <p:stCondLst>
                        <p:cond delay="indefinite"/>
                      </p:stCondLst>
                      <p:childTnLst>
                        <p:par>
                          <p:cTn id="8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8" fill="hold" nodeType="clickPar">
                      <p:stCondLst>
                        <p:cond delay="indefinite"/>
                      </p:stCondLst>
                      <p:childTnLst>
                        <p:par>
                          <p:cTn id="8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5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5" fill="hold" nodeType="clickPar">
                      <p:stCondLst>
                        <p:cond delay="indefinite"/>
                      </p:stCondLst>
                      <p:childTnLst>
                        <p:par>
                          <p:cTn id="8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6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2" fill="hold" nodeType="clickPar">
                      <p:stCondLst>
                        <p:cond delay="indefinite"/>
                      </p:stCondLst>
                      <p:childTnLst>
                        <p:par>
                          <p:cTn id="8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6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9" fill="hold" nodeType="clickPar">
                      <p:stCondLst>
                        <p:cond delay="indefinite"/>
                      </p:stCondLst>
                      <p:childTnLst>
                        <p:par>
                          <p:cTn id="8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7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6" fill="hold" nodeType="clickPar">
                      <p:stCondLst>
                        <p:cond delay="indefinite"/>
                      </p:stCondLst>
                      <p:childTnLst>
                        <p:par>
                          <p:cTn id="8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8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3" fill="hold" nodeType="clickPar">
                      <p:stCondLst>
                        <p:cond delay="indefinite"/>
                      </p:stCondLst>
                      <p:childTnLst>
                        <p:par>
                          <p:cTn id="8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8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0" fill="hold" nodeType="clickPar">
                      <p:stCondLst>
                        <p:cond delay="indefinite"/>
                      </p:stCondLst>
                      <p:childTnLst>
                        <p:par>
                          <p:cTn id="8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9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7" fill="hold" nodeType="clickPar">
                      <p:stCondLst>
                        <p:cond delay="indefinite"/>
                      </p:stCondLst>
                      <p:childTnLst>
                        <p:par>
                          <p:cTn id="8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F76D1E24-65AF-BF86-5CB5-774D7A3536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Closing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45059" name="Group 143">
            <a:extLst>
              <a:ext uri="{FF2B5EF4-FFF2-40B4-BE49-F238E27FC236}">
                <a16:creationId xmlns:a16="http://schemas.microsoft.com/office/drawing/2014/main" id="{4618CA00-2D42-DD01-40B2-B2E96DADE543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46" y="999"/>
            <a:chExt cx="2474" cy="2457"/>
          </a:xfrm>
        </p:grpSpPr>
        <p:sp>
          <p:nvSpPr>
            <p:cNvPr id="45138" name="Rectangle 3">
              <a:extLst>
                <a:ext uri="{FF2B5EF4-FFF2-40B4-BE49-F238E27FC236}">
                  <a16:creationId xmlns:a16="http://schemas.microsoft.com/office/drawing/2014/main" id="{2C172D3D-5D6A-BD18-7396-31E3D1A4B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9" name="Rectangle 4">
              <a:extLst>
                <a:ext uri="{FF2B5EF4-FFF2-40B4-BE49-F238E27FC236}">
                  <a16:creationId xmlns:a16="http://schemas.microsoft.com/office/drawing/2014/main" id="{665BB145-7778-D193-8D70-F40CEA9E2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0" name="Rectangle 5">
              <a:extLst>
                <a:ext uri="{FF2B5EF4-FFF2-40B4-BE49-F238E27FC236}">
                  <a16:creationId xmlns:a16="http://schemas.microsoft.com/office/drawing/2014/main" id="{81C1DB65-A6B9-51B3-3780-A319E4242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1" name="Rectangle 6">
              <a:extLst>
                <a:ext uri="{FF2B5EF4-FFF2-40B4-BE49-F238E27FC236}">
                  <a16:creationId xmlns:a16="http://schemas.microsoft.com/office/drawing/2014/main" id="{46370214-AE0E-90BA-DE3C-A935FC812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2" name="Rectangle 7">
              <a:extLst>
                <a:ext uri="{FF2B5EF4-FFF2-40B4-BE49-F238E27FC236}">
                  <a16:creationId xmlns:a16="http://schemas.microsoft.com/office/drawing/2014/main" id="{F0517414-A893-90D4-E1A2-64753A513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3" name="Rectangle 8">
              <a:extLst>
                <a:ext uri="{FF2B5EF4-FFF2-40B4-BE49-F238E27FC236}">
                  <a16:creationId xmlns:a16="http://schemas.microsoft.com/office/drawing/2014/main" id="{B5A55A32-CC5B-0257-F593-F7E689B10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4" name="Rectangle 9">
              <a:extLst>
                <a:ext uri="{FF2B5EF4-FFF2-40B4-BE49-F238E27FC236}">
                  <a16:creationId xmlns:a16="http://schemas.microsoft.com/office/drawing/2014/main" id="{7200E076-1DE2-724E-AC7D-083B5D81D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5" name="Rectangle 10">
              <a:extLst>
                <a:ext uri="{FF2B5EF4-FFF2-40B4-BE49-F238E27FC236}">
                  <a16:creationId xmlns:a16="http://schemas.microsoft.com/office/drawing/2014/main" id="{C04F0D66-01AA-5847-1992-50AAEA79B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99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6" name="Rectangle 11">
              <a:extLst>
                <a:ext uri="{FF2B5EF4-FFF2-40B4-BE49-F238E27FC236}">
                  <a16:creationId xmlns:a16="http://schemas.microsoft.com/office/drawing/2014/main" id="{0E21D0AE-5BDE-F4B8-DD83-2B22F5B37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7" name="Rectangle 12">
              <a:extLst>
                <a:ext uri="{FF2B5EF4-FFF2-40B4-BE49-F238E27FC236}">
                  <a16:creationId xmlns:a16="http://schemas.microsoft.com/office/drawing/2014/main" id="{8EA7BC58-739F-D8CB-0C89-178F3BF97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8" name="Rectangle 13">
              <a:extLst>
                <a:ext uri="{FF2B5EF4-FFF2-40B4-BE49-F238E27FC236}">
                  <a16:creationId xmlns:a16="http://schemas.microsoft.com/office/drawing/2014/main" id="{31AB9D45-682E-AC16-C1E4-08149E780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49" name="Rectangle 14">
              <a:extLst>
                <a:ext uri="{FF2B5EF4-FFF2-40B4-BE49-F238E27FC236}">
                  <a16:creationId xmlns:a16="http://schemas.microsoft.com/office/drawing/2014/main" id="{9BE6F945-3738-826E-223F-B4DC1A6C7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308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0" name="Rectangle 15">
              <a:extLst>
                <a:ext uri="{FF2B5EF4-FFF2-40B4-BE49-F238E27FC236}">
                  <a16:creationId xmlns:a16="http://schemas.microsoft.com/office/drawing/2014/main" id="{65225B37-9CDB-2FF0-678F-D15163A5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1" name="Rectangle 16">
              <a:extLst>
                <a:ext uri="{FF2B5EF4-FFF2-40B4-BE49-F238E27FC236}">
                  <a16:creationId xmlns:a16="http://schemas.microsoft.com/office/drawing/2014/main" id="{664CC57A-E3F2-9C8B-3EA4-2AF1E0927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2" name="Rectangle 17">
              <a:extLst>
                <a:ext uri="{FF2B5EF4-FFF2-40B4-BE49-F238E27FC236}">
                  <a16:creationId xmlns:a16="http://schemas.microsoft.com/office/drawing/2014/main" id="{62C156DC-9211-1E47-06C4-5F309BCCE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30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3" name="Rectangle 18">
              <a:extLst>
                <a:ext uri="{FF2B5EF4-FFF2-40B4-BE49-F238E27FC236}">
                  <a16:creationId xmlns:a16="http://schemas.microsoft.com/office/drawing/2014/main" id="{5BA543EF-3A2F-6328-838A-897F33769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308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4" name="Rectangle 19">
              <a:extLst>
                <a:ext uri="{FF2B5EF4-FFF2-40B4-BE49-F238E27FC236}">
                  <a16:creationId xmlns:a16="http://schemas.microsoft.com/office/drawing/2014/main" id="{BEC15C67-581D-2A16-7426-D600BC000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5" name="Rectangle 20">
              <a:extLst>
                <a:ext uri="{FF2B5EF4-FFF2-40B4-BE49-F238E27FC236}">
                  <a16:creationId xmlns:a16="http://schemas.microsoft.com/office/drawing/2014/main" id="{663F7E9B-E020-24B3-5A76-319545DFD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6" name="Rectangle 21">
              <a:extLst>
                <a:ext uri="{FF2B5EF4-FFF2-40B4-BE49-F238E27FC236}">
                  <a16:creationId xmlns:a16="http://schemas.microsoft.com/office/drawing/2014/main" id="{3EE65627-7B0A-A3BD-7B74-B2490ED29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611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7" name="Rectangle 22">
              <a:extLst>
                <a:ext uri="{FF2B5EF4-FFF2-40B4-BE49-F238E27FC236}">
                  <a16:creationId xmlns:a16="http://schemas.microsoft.com/office/drawing/2014/main" id="{A53ECECD-73CC-750C-E0C5-CBF00B43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611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8" name="Rectangle 23">
              <a:extLst>
                <a:ext uri="{FF2B5EF4-FFF2-40B4-BE49-F238E27FC236}">
                  <a16:creationId xmlns:a16="http://schemas.microsoft.com/office/drawing/2014/main" id="{B9EC780B-37FE-59DE-98C9-87BC52546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59" name="Rectangle 24">
              <a:extLst>
                <a:ext uri="{FF2B5EF4-FFF2-40B4-BE49-F238E27FC236}">
                  <a16:creationId xmlns:a16="http://schemas.microsoft.com/office/drawing/2014/main" id="{A4EE2794-1489-C554-AC7C-D7734F97B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0" name="Rectangle 25">
              <a:extLst>
                <a:ext uri="{FF2B5EF4-FFF2-40B4-BE49-F238E27FC236}">
                  <a16:creationId xmlns:a16="http://schemas.microsoft.com/office/drawing/2014/main" id="{13279006-66ED-DBF3-6F0E-1533A97BE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611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1" name="Rectangle 26">
              <a:extLst>
                <a:ext uri="{FF2B5EF4-FFF2-40B4-BE49-F238E27FC236}">
                  <a16:creationId xmlns:a16="http://schemas.microsoft.com/office/drawing/2014/main" id="{F38E4FD7-EB43-90BC-7141-4A4678E07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61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2" name="Rectangle 27">
              <a:extLst>
                <a:ext uri="{FF2B5EF4-FFF2-40B4-BE49-F238E27FC236}">
                  <a16:creationId xmlns:a16="http://schemas.microsoft.com/office/drawing/2014/main" id="{C2713158-57B7-74EC-E4C3-01299246E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3" name="Rectangle 28">
              <a:extLst>
                <a:ext uri="{FF2B5EF4-FFF2-40B4-BE49-F238E27FC236}">
                  <a16:creationId xmlns:a16="http://schemas.microsoft.com/office/drawing/2014/main" id="{FDCA20E6-62C9-5B8D-48A5-18ED468CB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920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4" name="Rectangle 29">
              <a:extLst>
                <a:ext uri="{FF2B5EF4-FFF2-40B4-BE49-F238E27FC236}">
                  <a16:creationId xmlns:a16="http://schemas.microsoft.com/office/drawing/2014/main" id="{0CF823C0-511D-AC26-C581-689FD0E97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920"/>
              <a:ext cx="310" cy="31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5" name="Rectangle 30">
              <a:extLst>
                <a:ext uri="{FF2B5EF4-FFF2-40B4-BE49-F238E27FC236}">
                  <a16:creationId xmlns:a16="http://schemas.microsoft.com/office/drawing/2014/main" id="{1B786AAD-FD19-DDBD-74A0-09C2AD869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6" name="Rectangle 31">
              <a:extLst>
                <a:ext uri="{FF2B5EF4-FFF2-40B4-BE49-F238E27FC236}">
                  <a16:creationId xmlns:a16="http://schemas.microsoft.com/office/drawing/2014/main" id="{4F631D20-EB64-8E77-5D5A-60C857EBE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7" name="Rectangle 32">
              <a:extLst>
                <a:ext uri="{FF2B5EF4-FFF2-40B4-BE49-F238E27FC236}">
                  <a16:creationId xmlns:a16="http://schemas.microsoft.com/office/drawing/2014/main" id="{2CE35580-9B4E-99ED-C533-F87808D54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8" name="Rectangle 33">
              <a:extLst>
                <a:ext uri="{FF2B5EF4-FFF2-40B4-BE49-F238E27FC236}">
                  <a16:creationId xmlns:a16="http://schemas.microsoft.com/office/drawing/2014/main" id="{5B9438F6-20FC-4B4F-9561-381522514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69" name="Rectangle 34">
              <a:extLst>
                <a:ext uri="{FF2B5EF4-FFF2-40B4-BE49-F238E27FC236}">
                  <a16:creationId xmlns:a16="http://schemas.microsoft.com/office/drawing/2014/main" id="{A32C1029-33D0-EC36-27F6-8731426DC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192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0" name="Rectangle 35">
              <a:extLst>
                <a:ext uri="{FF2B5EF4-FFF2-40B4-BE49-F238E27FC236}">
                  <a16:creationId xmlns:a16="http://schemas.microsoft.com/office/drawing/2014/main" id="{4F80971A-F293-ECDE-C7E6-B09401C9A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1" name="Rectangle 36">
              <a:extLst>
                <a:ext uri="{FF2B5EF4-FFF2-40B4-BE49-F238E27FC236}">
                  <a16:creationId xmlns:a16="http://schemas.microsoft.com/office/drawing/2014/main" id="{8B435A98-6909-1058-8CB7-3EF939AB7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2" name="Rectangle 37">
              <a:extLst>
                <a:ext uri="{FF2B5EF4-FFF2-40B4-BE49-F238E27FC236}">
                  <a16:creationId xmlns:a16="http://schemas.microsoft.com/office/drawing/2014/main" id="{725B10F4-0302-DA3A-D96F-2E8DF1E28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3" name="Rectangle 38">
              <a:extLst>
                <a:ext uri="{FF2B5EF4-FFF2-40B4-BE49-F238E27FC236}">
                  <a16:creationId xmlns:a16="http://schemas.microsoft.com/office/drawing/2014/main" id="{9167738A-9973-6B0D-E86A-972480673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22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4" name="Rectangle 39">
              <a:extLst>
                <a:ext uri="{FF2B5EF4-FFF2-40B4-BE49-F238E27FC236}">
                  <a16:creationId xmlns:a16="http://schemas.microsoft.com/office/drawing/2014/main" id="{4D6D1630-3D20-2FAD-B0CD-4FEFBEFF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5" name="Rectangle 40">
              <a:extLst>
                <a:ext uri="{FF2B5EF4-FFF2-40B4-BE49-F238E27FC236}">
                  <a16:creationId xmlns:a16="http://schemas.microsoft.com/office/drawing/2014/main" id="{928E86EB-5DEA-0413-7033-0A1C4E76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6" name="Rectangle 41">
              <a:extLst>
                <a:ext uri="{FF2B5EF4-FFF2-40B4-BE49-F238E27FC236}">
                  <a16:creationId xmlns:a16="http://schemas.microsoft.com/office/drawing/2014/main" id="{35445599-DBD3-7D0F-48C2-E368DC51F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7" name="Rectangle 42">
              <a:extLst>
                <a:ext uri="{FF2B5EF4-FFF2-40B4-BE49-F238E27FC236}">
                  <a16:creationId xmlns:a16="http://schemas.microsoft.com/office/drawing/2014/main" id="{51B479EE-8221-0A3A-10E7-126353D1B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2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8" name="Rectangle 43">
              <a:extLst>
                <a:ext uri="{FF2B5EF4-FFF2-40B4-BE49-F238E27FC236}">
                  <a16:creationId xmlns:a16="http://schemas.microsoft.com/office/drawing/2014/main" id="{0DB04640-731E-6AF9-26E3-C61D0EF10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9" name="Rectangle 44">
              <a:extLst>
                <a:ext uri="{FF2B5EF4-FFF2-40B4-BE49-F238E27FC236}">
                  <a16:creationId xmlns:a16="http://schemas.microsoft.com/office/drawing/2014/main" id="{907B59F7-9E8E-3139-1565-537779F0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0" name="Rectangle 45">
              <a:extLst>
                <a:ext uri="{FF2B5EF4-FFF2-40B4-BE49-F238E27FC236}">
                  <a16:creationId xmlns:a16="http://schemas.microsoft.com/office/drawing/2014/main" id="{C88696B1-C9A1-BB93-318D-43394F959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1" name="Rectangle 46">
              <a:extLst>
                <a:ext uri="{FF2B5EF4-FFF2-40B4-BE49-F238E27FC236}">
                  <a16:creationId xmlns:a16="http://schemas.microsoft.com/office/drawing/2014/main" id="{24B7C7ED-BCC6-10B9-9FD7-9FBA716B6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53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2" name="Rectangle 47">
              <a:extLst>
                <a:ext uri="{FF2B5EF4-FFF2-40B4-BE49-F238E27FC236}">
                  <a16:creationId xmlns:a16="http://schemas.microsoft.com/office/drawing/2014/main" id="{49BD9848-8A01-BC87-CAAC-90F560E67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3" name="Rectangle 48">
              <a:extLst>
                <a:ext uri="{FF2B5EF4-FFF2-40B4-BE49-F238E27FC236}">
                  <a16:creationId xmlns:a16="http://schemas.microsoft.com/office/drawing/2014/main" id="{33953B10-439F-F4E1-4AC5-9F5DE3FAF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4" name="Rectangle 49">
              <a:extLst>
                <a:ext uri="{FF2B5EF4-FFF2-40B4-BE49-F238E27FC236}">
                  <a16:creationId xmlns:a16="http://schemas.microsoft.com/office/drawing/2014/main" id="{38E43C0A-0417-322C-7289-E952C2BDC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5" name="Rectangle 50">
              <a:extLst>
                <a:ext uri="{FF2B5EF4-FFF2-40B4-BE49-F238E27FC236}">
                  <a16:creationId xmlns:a16="http://schemas.microsoft.com/office/drawing/2014/main" id="{C1335E89-0789-ED38-E1D1-462D7E0E3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53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6" name="Rectangle 51">
              <a:extLst>
                <a:ext uri="{FF2B5EF4-FFF2-40B4-BE49-F238E27FC236}">
                  <a16:creationId xmlns:a16="http://schemas.microsoft.com/office/drawing/2014/main" id="{19482056-0BE7-81EB-656F-3E3BF824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7" name="Rectangle 52">
              <a:extLst>
                <a:ext uri="{FF2B5EF4-FFF2-40B4-BE49-F238E27FC236}">
                  <a16:creationId xmlns:a16="http://schemas.microsoft.com/office/drawing/2014/main" id="{DECA3283-C6AD-C476-BC50-ACD89888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8" name="Rectangle 53">
              <a:extLst>
                <a:ext uri="{FF2B5EF4-FFF2-40B4-BE49-F238E27FC236}">
                  <a16:creationId xmlns:a16="http://schemas.microsoft.com/office/drawing/2014/main" id="{CDB8CAB9-1AFC-8CDB-FC7F-1CC2E21AC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9" name="Rectangle 54">
              <a:extLst>
                <a:ext uri="{FF2B5EF4-FFF2-40B4-BE49-F238E27FC236}">
                  <a16:creationId xmlns:a16="http://schemas.microsoft.com/office/drawing/2014/main" id="{11D3334F-3C39-F0C3-09E8-817B1404E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837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0" name="Rectangle 55">
              <a:extLst>
                <a:ext uri="{FF2B5EF4-FFF2-40B4-BE49-F238E27FC236}">
                  <a16:creationId xmlns:a16="http://schemas.microsoft.com/office/drawing/2014/main" id="{EC1A8196-A8DD-A563-0AAC-262FB3996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1" name="Rectangle 56">
              <a:extLst>
                <a:ext uri="{FF2B5EF4-FFF2-40B4-BE49-F238E27FC236}">
                  <a16:creationId xmlns:a16="http://schemas.microsoft.com/office/drawing/2014/main" id="{479C785B-B6FC-ABB5-08FE-F1774C551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2" name="Rectangle 57">
              <a:extLst>
                <a:ext uri="{FF2B5EF4-FFF2-40B4-BE49-F238E27FC236}">
                  <a16:creationId xmlns:a16="http://schemas.microsoft.com/office/drawing/2014/main" id="{83A8FC2A-332B-6CB3-C009-B6644743F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3" name="Rectangle 58">
              <a:extLst>
                <a:ext uri="{FF2B5EF4-FFF2-40B4-BE49-F238E27FC236}">
                  <a16:creationId xmlns:a16="http://schemas.microsoft.com/office/drawing/2014/main" id="{E5CE6244-2891-63BD-0B26-3307938B2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837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4" name="Rectangle 59">
              <a:extLst>
                <a:ext uri="{FF2B5EF4-FFF2-40B4-BE49-F238E27FC236}">
                  <a16:creationId xmlns:a16="http://schemas.microsoft.com/office/drawing/2014/main" id="{42C21233-C9F5-33F7-E96B-3C3246215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5" name="Rectangle 60">
              <a:extLst>
                <a:ext uri="{FF2B5EF4-FFF2-40B4-BE49-F238E27FC236}">
                  <a16:creationId xmlns:a16="http://schemas.microsoft.com/office/drawing/2014/main" id="{621BBE37-D3C6-993D-7FF0-325BA657D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6" name="Rectangle 61">
              <a:extLst>
                <a:ext uri="{FF2B5EF4-FFF2-40B4-BE49-F238E27FC236}">
                  <a16:creationId xmlns:a16="http://schemas.microsoft.com/office/drawing/2014/main" id="{FF063357-315C-C924-6625-CC06CF9E5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7" name="Rectangle 62">
              <a:extLst>
                <a:ext uri="{FF2B5EF4-FFF2-40B4-BE49-F238E27FC236}">
                  <a16:creationId xmlns:a16="http://schemas.microsoft.com/office/drawing/2014/main" id="{32639455-B1F8-6260-3D2F-E041DA076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8" name="Rectangle 63">
              <a:extLst>
                <a:ext uri="{FF2B5EF4-FFF2-40B4-BE49-F238E27FC236}">
                  <a16:creationId xmlns:a16="http://schemas.microsoft.com/office/drawing/2014/main" id="{651E9CAD-7C40-7CFC-D2A1-B090E182D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9" name="Rectangle 64">
              <a:extLst>
                <a:ext uri="{FF2B5EF4-FFF2-40B4-BE49-F238E27FC236}">
                  <a16:creationId xmlns:a16="http://schemas.microsoft.com/office/drawing/2014/main" id="{2AC7893F-E763-322D-732D-95DE8A7C2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0" name="Rectangle 65">
              <a:extLst>
                <a:ext uri="{FF2B5EF4-FFF2-40B4-BE49-F238E27FC236}">
                  <a16:creationId xmlns:a16="http://schemas.microsoft.com/office/drawing/2014/main" id="{D3953472-50BD-B14D-9EDA-B79951E55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1" name="Rectangle 66">
              <a:extLst>
                <a:ext uri="{FF2B5EF4-FFF2-40B4-BE49-F238E27FC236}">
                  <a16:creationId xmlns:a16="http://schemas.microsoft.com/office/drawing/2014/main" id="{AB28EB1A-B22E-FE83-DA5F-4451E2540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314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5060" name="Text Box 67">
            <a:extLst>
              <a:ext uri="{FF2B5EF4-FFF2-40B4-BE49-F238E27FC236}">
                <a16:creationId xmlns:a16="http://schemas.microsoft.com/office/drawing/2014/main" id="{4C382C1E-6BC9-2098-DC25-DD5FCC8A6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45061" name="Group 68">
            <a:extLst>
              <a:ext uri="{FF2B5EF4-FFF2-40B4-BE49-F238E27FC236}">
                <a16:creationId xmlns:a16="http://schemas.microsoft.com/office/drawing/2014/main" id="{8828E4D7-F38C-2151-83E8-DB530B5AF00B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45129" name="Rectangle 69">
              <a:extLst>
                <a:ext uri="{FF2B5EF4-FFF2-40B4-BE49-F238E27FC236}">
                  <a16:creationId xmlns:a16="http://schemas.microsoft.com/office/drawing/2014/main" id="{DE36AF50-FD6E-7258-FFEB-696789A98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0" name="Rectangle 70">
              <a:extLst>
                <a:ext uri="{FF2B5EF4-FFF2-40B4-BE49-F238E27FC236}">
                  <a16:creationId xmlns:a16="http://schemas.microsoft.com/office/drawing/2014/main" id="{B4F1FA3B-DF0B-E10E-FA4C-0FB79539E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1" name="Rectangle 71">
              <a:extLst>
                <a:ext uri="{FF2B5EF4-FFF2-40B4-BE49-F238E27FC236}">
                  <a16:creationId xmlns:a16="http://schemas.microsoft.com/office/drawing/2014/main" id="{DEFEA2C7-13E5-4B94-8566-17EB8642B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2" name="Rectangle 72">
              <a:extLst>
                <a:ext uri="{FF2B5EF4-FFF2-40B4-BE49-F238E27FC236}">
                  <a16:creationId xmlns:a16="http://schemas.microsoft.com/office/drawing/2014/main" id="{4ECD9052-5D90-0C73-E6F1-904032E9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3" name="Rectangle 73">
              <a:extLst>
                <a:ext uri="{FF2B5EF4-FFF2-40B4-BE49-F238E27FC236}">
                  <a16:creationId xmlns:a16="http://schemas.microsoft.com/office/drawing/2014/main" id="{F260C920-2042-1FD5-AD7F-DFEBFF23E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4" name="Rectangle 74">
              <a:extLst>
                <a:ext uri="{FF2B5EF4-FFF2-40B4-BE49-F238E27FC236}">
                  <a16:creationId xmlns:a16="http://schemas.microsoft.com/office/drawing/2014/main" id="{8C4D8393-9070-097D-9B03-0B2467997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5" name="Rectangle 75">
              <a:extLst>
                <a:ext uri="{FF2B5EF4-FFF2-40B4-BE49-F238E27FC236}">
                  <a16:creationId xmlns:a16="http://schemas.microsoft.com/office/drawing/2014/main" id="{B25D6C60-8F0D-3EC1-8B64-9D3C221E9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6" name="Rectangle 76">
              <a:extLst>
                <a:ext uri="{FF2B5EF4-FFF2-40B4-BE49-F238E27FC236}">
                  <a16:creationId xmlns:a16="http://schemas.microsoft.com/office/drawing/2014/main" id="{0FE76120-6919-C882-0D90-6CEC437BB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37" name="Rectangle 77">
              <a:extLst>
                <a:ext uri="{FF2B5EF4-FFF2-40B4-BE49-F238E27FC236}">
                  <a16:creationId xmlns:a16="http://schemas.microsoft.com/office/drawing/2014/main" id="{6AB3D052-6267-18C8-07DC-A2FDFB620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062" name="Group 144">
            <a:extLst>
              <a:ext uri="{FF2B5EF4-FFF2-40B4-BE49-F238E27FC236}">
                <a16:creationId xmlns:a16="http://schemas.microsoft.com/office/drawing/2014/main" id="{39627DF9-0F46-3C06-D92D-55EE04672296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025" y="994"/>
            <a:chExt cx="2474" cy="2457"/>
          </a:xfrm>
        </p:grpSpPr>
        <p:sp>
          <p:nvSpPr>
            <p:cNvPr id="45065" name="Rectangle 78">
              <a:extLst>
                <a:ext uri="{FF2B5EF4-FFF2-40B4-BE49-F238E27FC236}">
                  <a16:creationId xmlns:a16="http://schemas.microsoft.com/office/drawing/2014/main" id="{BDD33BA0-F61E-D3D5-A519-550D3F841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66" name="Rectangle 79">
              <a:extLst>
                <a:ext uri="{FF2B5EF4-FFF2-40B4-BE49-F238E27FC236}">
                  <a16:creationId xmlns:a16="http://schemas.microsoft.com/office/drawing/2014/main" id="{1030C491-9781-C5EF-DCB1-2F60E90DD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67" name="Rectangle 80">
              <a:extLst>
                <a:ext uri="{FF2B5EF4-FFF2-40B4-BE49-F238E27FC236}">
                  <a16:creationId xmlns:a16="http://schemas.microsoft.com/office/drawing/2014/main" id="{050B3ABB-86D0-0FA3-4130-BCC8330F6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68" name="Rectangle 81">
              <a:extLst>
                <a:ext uri="{FF2B5EF4-FFF2-40B4-BE49-F238E27FC236}">
                  <a16:creationId xmlns:a16="http://schemas.microsoft.com/office/drawing/2014/main" id="{3D2AAE67-FE6E-EE3D-4337-04E8D17AE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69" name="Rectangle 82">
              <a:extLst>
                <a:ext uri="{FF2B5EF4-FFF2-40B4-BE49-F238E27FC236}">
                  <a16:creationId xmlns:a16="http://schemas.microsoft.com/office/drawing/2014/main" id="{C94CA03D-8D3E-3698-E623-A739F31E6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0" name="Rectangle 83">
              <a:extLst>
                <a:ext uri="{FF2B5EF4-FFF2-40B4-BE49-F238E27FC236}">
                  <a16:creationId xmlns:a16="http://schemas.microsoft.com/office/drawing/2014/main" id="{6C231AF2-DC4F-7EE2-8C40-1E60FACFF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1" name="Rectangle 84">
              <a:extLst>
                <a:ext uri="{FF2B5EF4-FFF2-40B4-BE49-F238E27FC236}">
                  <a16:creationId xmlns:a16="http://schemas.microsoft.com/office/drawing/2014/main" id="{BFEEF7E5-2C81-8B87-E29A-7B1431FA8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99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2" name="Rectangle 85">
              <a:extLst>
                <a:ext uri="{FF2B5EF4-FFF2-40B4-BE49-F238E27FC236}">
                  <a16:creationId xmlns:a16="http://schemas.microsoft.com/office/drawing/2014/main" id="{2A502F88-5A4D-D061-F883-000E9F9E3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99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3" name="Rectangle 86">
              <a:extLst>
                <a:ext uri="{FF2B5EF4-FFF2-40B4-BE49-F238E27FC236}">
                  <a16:creationId xmlns:a16="http://schemas.microsoft.com/office/drawing/2014/main" id="{43865413-57D1-BB36-0F47-53FCEB2A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30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4" name="Rectangle 87">
              <a:extLst>
                <a:ext uri="{FF2B5EF4-FFF2-40B4-BE49-F238E27FC236}">
                  <a16:creationId xmlns:a16="http://schemas.microsoft.com/office/drawing/2014/main" id="{354F6204-E4A4-8E41-F95E-FF3216E48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30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5" name="Rectangle 88">
              <a:extLst>
                <a:ext uri="{FF2B5EF4-FFF2-40B4-BE49-F238E27FC236}">
                  <a16:creationId xmlns:a16="http://schemas.microsoft.com/office/drawing/2014/main" id="{5AB3AED9-1E3D-6204-1721-0C4518603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0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6" name="Rectangle 89">
              <a:extLst>
                <a:ext uri="{FF2B5EF4-FFF2-40B4-BE49-F238E27FC236}">
                  <a16:creationId xmlns:a16="http://schemas.microsoft.com/office/drawing/2014/main" id="{37A6A35A-2480-FD90-E3E3-1C49339D8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30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7" name="Rectangle 90">
              <a:extLst>
                <a:ext uri="{FF2B5EF4-FFF2-40B4-BE49-F238E27FC236}">
                  <a16:creationId xmlns:a16="http://schemas.microsoft.com/office/drawing/2014/main" id="{1EE4C77D-A02A-DCF9-DE41-CF9FF3E67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30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8" name="Rectangle 91">
              <a:extLst>
                <a:ext uri="{FF2B5EF4-FFF2-40B4-BE49-F238E27FC236}">
                  <a16:creationId xmlns:a16="http://schemas.microsoft.com/office/drawing/2014/main" id="{B091A713-F4E7-711A-8444-479843D82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30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9" name="Rectangle 92">
              <a:extLst>
                <a:ext uri="{FF2B5EF4-FFF2-40B4-BE49-F238E27FC236}">
                  <a16:creationId xmlns:a16="http://schemas.microsoft.com/office/drawing/2014/main" id="{A006A98A-08E6-9A17-7271-C0AF3A90A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30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0" name="Rectangle 93">
              <a:extLst>
                <a:ext uri="{FF2B5EF4-FFF2-40B4-BE49-F238E27FC236}">
                  <a16:creationId xmlns:a16="http://schemas.microsoft.com/office/drawing/2014/main" id="{51235A9D-6818-1F52-AFBE-6DE2E1C9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30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1" name="Rectangle 94">
              <a:extLst>
                <a:ext uri="{FF2B5EF4-FFF2-40B4-BE49-F238E27FC236}">
                  <a16:creationId xmlns:a16="http://schemas.microsoft.com/office/drawing/2014/main" id="{48C39A7C-0F42-70A6-2E30-B60CB4B66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60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2" name="Rectangle 95">
              <a:extLst>
                <a:ext uri="{FF2B5EF4-FFF2-40B4-BE49-F238E27FC236}">
                  <a16:creationId xmlns:a16="http://schemas.microsoft.com/office/drawing/2014/main" id="{4156BBF2-6F79-CD8D-BEC4-7DD68C05F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60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3" name="Rectangle 96">
              <a:extLst>
                <a:ext uri="{FF2B5EF4-FFF2-40B4-BE49-F238E27FC236}">
                  <a16:creationId xmlns:a16="http://schemas.microsoft.com/office/drawing/2014/main" id="{8CDF7DFC-2C2E-3613-2FB2-7417C661F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0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4" name="Rectangle 97">
              <a:extLst>
                <a:ext uri="{FF2B5EF4-FFF2-40B4-BE49-F238E27FC236}">
                  <a16:creationId xmlns:a16="http://schemas.microsoft.com/office/drawing/2014/main" id="{D393F9FE-E31D-AD0D-FBCB-FB5F2D89A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0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5" name="Rectangle 98">
              <a:extLst>
                <a:ext uri="{FF2B5EF4-FFF2-40B4-BE49-F238E27FC236}">
                  <a16:creationId xmlns:a16="http://schemas.microsoft.com/office/drawing/2014/main" id="{F84AC956-9832-B40C-C929-59676CA2F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60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6" name="Rectangle 99">
              <a:extLst>
                <a:ext uri="{FF2B5EF4-FFF2-40B4-BE49-F238E27FC236}">
                  <a16:creationId xmlns:a16="http://schemas.microsoft.com/office/drawing/2014/main" id="{432F6ED3-5BF4-A3F1-078D-A7DF799FE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60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7" name="Rectangle 100">
              <a:extLst>
                <a:ext uri="{FF2B5EF4-FFF2-40B4-BE49-F238E27FC236}">
                  <a16:creationId xmlns:a16="http://schemas.microsoft.com/office/drawing/2014/main" id="{D2E4366A-2714-86FF-44ED-3C1C9A267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60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8" name="Rectangle 101">
              <a:extLst>
                <a:ext uri="{FF2B5EF4-FFF2-40B4-BE49-F238E27FC236}">
                  <a16:creationId xmlns:a16="http://schemas.microsoft.com/office/drawing/2014/main" id="{B441BFB3-FDC5-37F7-6E86-F9E856513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60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9" name="Rectangle 102">
              <a:extLst>
                <a:ext uri="{FF2B5EF4-FFF2-40B4-BE49-F238E27FC236}">
                  <a16:creationId xmlns:a16="http://schemas.microsoft.com/office/drawing/2014/main" id="{02CAAD9B-4789-D915-167D-63CD4BA26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0" name="Rectangle 103">
              <a:extLst>
                <a:ext uri="{FF2B5EF4-FFF2-40B4-BE49-F238E27FC236}">
                  <a16:creationId xmlns:a16="http://schemas.microsoft.com/office/drawing/2014/main" id="{4C6AEC4D-DF30-4477-E83A-3A389BA32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1" name="Rectangle 104">
              <a:extLst>
                <a:ext uri="{FF2B5EF4-FFF2-40B4-BE49-F238E27FC236}">
                  <a16:creationId xmlns:a16="http://schemas.microsoft.com/office/drawing/2014/main" id="{B0518835-057D-01AC-2172-A7393650B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2" name="Rectangle 105">
              <a:extLst>
                <a:ext uri="{FF2B5EF4-FFF2-40B4-BE49-F238E27FC236}">
                  <a16:creationId xmlns:a16="http://schemas.microsoft.com/office/drawing/2014/main" id="{169392FC-3571-79AE-29D9-B78FD4306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91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3" name="Rectangle 106">
              <a:extLst>
                <a:ext uri="{FF2B5EF4-FFF2-40B4-BE49-F238E27FC236}">
                  <a16:creationId xmlns:a16="http://schemas.microsoft.com/office/drawing/2014/main" id="{84C51DC1-28FE-F196-5635-FAA84C2CA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191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4" name="Rectangle 107">
              <a:extLst>
                <a:ext uri="{FF2B5EF4-FFF2-40B4-BE49-F238E27FC236}">
                  <a16:creationId xmlns:a16="http://schemas.microsoft.com/office/drawing/2014/main" id="{C2BDC07B-1635-404C-80A5-1B36A521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5" name="Rectangle 108">
              <a:extLst>
                <a:ext uri="{FF2B5EF4-FFF2-40B4-BE49-F238E27FC236}">
                  <a16:creationId xmlns:a16="http://schemas.microsoft.com/office/drawing/2014/main" id="{414FD4EA-FE45-4FD5-E2A2-BC0ECB49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6" name="Rectangle 109">
              <a:extLst>
                <a:ext uri="{FF2B5EF4-FFF2-40B4-BE49-F238E27FC236}">
                  <a16:creationId xmlns:a16="http://schemas.microsoft.com/office/drawing/2014/main" id="{BB49684A-AC1B-153C-C49E-DD095A98E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91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7" name="Rectangle 110">
              <a:extLst>
                <a:ext uri="{FF2B5EF4-FFF2-40B4-BE49-F238E27FC236}">
                  <a16:creationId xmlns:a16="http://schemas.microsoft.com/office/drawing/2014/main" id="{35DB872F-B447-D2EC-34AF-AAE41477E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22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8" name="Rectangle 111">
              <a:extLst>
                <a:ext uri="{FF2B5EF4-FFF2-40B4-BE49-F238E27FC236}">
                  <a16:creationId xmlns:a16="http://schemas.microsoft.com/office/drawing/2014/main" id="{FDA20BD5-0CEF-6AD5-07CE-82113AB89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22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9" name="Rectangle 112">
              <a:extLst>
                <a:ext uri="{FF2B5EF4-FFF2-40B4-BE49-F238E27FC236}">
                  <a16:creationId xmlns:a16="http://schemas.microsoft.com/office/drawing/2014/main" id="{E9CFEA49-D1BA-3718-2943-8D8490E56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22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0" name="Rectangle 113">
              <a:extLst>
                <a:ext uri="{FF2B5EF4-FFF2-40B4-BE49-F238E27FC236}">
                  <a16:creationId xmlns:a16="http://schemas.microsoft.com/office/drawing/2014/main" id="{33CB84B4-EAF7-9916-2458-B72BF9286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22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1" name="Rectangle 114">
              <a:extLst>
                <a:ext uri="{FF2B5EF4-FFF2-40B4-BE49-F238E27FC236}">
                  <a16:creationId xmlns:a16="http://schemas.microsoft.com/office/drawing/2014/main" id="{0C8083C0-FF9D-775A-84EA-9F8167CC4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22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2" name="Rectangle 115">
              <a:extLst>
                <a:ext uri="{FF2B5EF4-FFF2-40B4-BE49-F238E27FC236}">
                  <a16:creationId xmlns:a16="http://schemas.microsoft.com/office/drawing/2014/main" id="{9A837247-09B4-E870-E196-21D546AB9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22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3" name="Rectangle 116">
              <a:extLst>
                <a:ext uri="{FF2B5EF4-FFF2-40B4-BE49-F238E27FC236}">
                  <a16:creationId xmlns:a16="http://schemas.microsoft.com/office/drawing/2014/main" id="{408CFDAA-72F4-2681-CD9C-7C165422E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22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4" name="Rectangle 117">
              <a:extLst>
                <a:ext uri="{FF2B5EF4-FFF2-40B4-BE49-F238E27FC236}">
                  <a16:creationId xmlns:a16="http://schemas.microsoft.com/office/drawing/2014/main" id="{06B67A50-7744-B839-9F1F-E6A22890F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22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5" name="Rectangle 118">
              <a:extLst>
                <a:ext uri="{FF2B5EF4-FFF2-40B4-BE49-F238E27FC236}">
                  <a16:creationId xmlns:a16="http://schemas.microsoft.com/office/drawing/2014/main" id="{7B54B41D-85CF-29FF-C5B5-EB8184C85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529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6" name="Rectangle 119">
              <a:extLst>
                <a:ext uri="{FF2B5EF4-FFF2-40B4-BE49-F238E27FC236}">
                  <a16:creationId xmlns:a16="http://schemas.microsoft.com/office/drawing/2014/main" id="{08D2DD8D-CE20-F836-5D20-DF3C98F0A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52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7" name="Rectangle 120">
              <a:extLst>
                <a:ext uri="{FF2B5EF4-FFF2-40B4-BE49-F238E27FC236}">
                  <a16:creationId xmlns:a16="http://schemas.microsoft.com/office/drawing/2014/main" id="{5A5F00DD-E0B0-1A6D-A78F-0DC707E24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52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8" name="Rectangle 121">
              <a:extLst>
                <a:ext uri="{FF2B5EF4-FFF2-40B4-BE49-F238E27FC236}">
                  <a16:creationId xmlns:a16="http://schemas.microsoft.com/office/drawing/2014/main" id="{F2EDEF6C-6F55-2457-5090-7B2E6EBE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52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9" name="Rectangle 122">
              <a:extLst>
                <a:ext uri="{FF2B5EF4-FFF2-40B4-BE49-F238E27FC236}">
                  <a16:creationId xmlns:a16="http://schemas.microsoft.com/office/drawing/2014/main" id="{512D80D5-A52F-7A1B-1B22-BFB7EDA9C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529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0" name="Rectangle 123">
              <a:extLst>
                <a:ext uri="{FF2B5EF4-FFF2-40B4-BE49-F238E27FC236}">
                  <a16:creationId xmlns:a16="http://schemas.microsoft.com/office/drawing/2014/main" id="{40AEBBCC-BBCA-DB69-96F6-AA84878B6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529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1" name="Rectangle 124">
              <a:extLst>
                <a:ext uri="{FF2B5EF4-FFF2-40B4-BE49-F238E27FC236}">
                  <a16:creationId xmlns:a16="http://schemas.microsoft.com/office/drawing/2014/main" id="{F1EA1173-6394-A2ED-35F5-F5795AFF5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529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2" name="Rectangle 125">
              <a:extLst>
                <a:ext uri="{FF2B5EF4-FFF2-40B4-BE49-F238E27FC236}">
                  <a16:creationId xmlns:a16="http://schemas.microsoft.com/office/drawing/2014/main" id="{43A24FC9-8C5A-1029-258B-BFF4C7669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529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3" name="Rectangle 126">
              <a:extLst>
                <a:ext uri="{FF2B5EF4-FFF2-40B4-BE49-F238E27FC236}">
                  <a16:creationId xmlns:a16="http://schemas.microsoft.com/office/drawing/2014/main" id="{507E8A32-CE7E-8571-7AF4-292E71E01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83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4" name="Rectangle 127">
              <a:extLst>
                <a:ext uri="{FF2B5EF4-FFF2-40B4-BE49-F238E27FC236}">
                  <a16:creationId xmlns:a16="http://schemas.microsoft.com/office/drawing/2014/main" id="{D8E7BFB7-7A3B-E308-070A-22612E1D0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832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5" name="Rectangle 128">
              <a:extLst>
                <a:ext uri="{FF2B5EF4-FFF2-40B4-BE49-F238E27FC236}">
                  <a16:creationId xmlns:a16="http://schemas.microsoft.com/office/drawing/2014/main" id="{03D72547-AB8B-71F7-26DF-4C2C44DF1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832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6" name="Rectangle 129">
              <a:extLst>
                <a:ext uri="{FF2B5EF4-FFF2-40B4-BE49-F238E27FC236}">
                  <a16:creationId xmlns:a16="http://schemas.microsoft.com/office/drawing/2014/main" id="{8933D1F7-C67A-A614-FABE-39E2743D8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2832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7" name="Rectangle 130">
              <a:extLst>
                <a:ext uri="{FF2B5EF4-FFF2-40B4-BE49-F238E27FC236}">
                  <a16:creationId xmlns:a16="http://schemas.microsoft.com/office/drawing/2014/main" id="{343E05CA-3631-3F42-3EA7-2FF858D91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83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8" name="Rectangle 131">
              <a:extLst>
                <a:ext uri="{FF2B5EF4-FFF2-40B4-BE49-F238E27FC236}">
                  <a16:creationId xmlns:a16="http://schemas.microsoft.com/office/drawing/2014/main" id="{0B571BEA-D3D4-26DD-3B30-5628F1CF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83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9" name="Rectangle 132">
              <a:extLst>
                <a:ext uri="{FF2B5EF4-FFF2-40B4-BE49-F238E27FC236}">
                  <a16:creationId xmlns:a16="http://schemas.microsoft.com/office/drawing/2014/main" id="{1F08B07B-ABA3-3966-4CF5-BFB67E243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283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0" name="Rectangle 133">
              <a:extLst>
                <a:ext uri="{FF2B5EF4-FFF2-40B4-BE49-F238E27FC236}">
                  <a16:creationId xmlns:a16="http://schemas.microsoft.com/office/drawing/2014/main" id="{B390AE90-4E98-3827-D938-0516803B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83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1" name="Rectangle 134">
              <a:extLst>
                <a:ext uri="{FF2B5EF4-FFF2-40B4-BE49-F238E27FC236}">
                  <a16:creationId xmlns:a16="http://schemas.microsoft.com/office/drawing/2014/main" id="{392658D0-4DC9-8220-1185-44DCEDC9E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2" name="Rectangle 135">
              <a:extLst>
                <a:ext uri="{FF2B5EF4-FFF2-40B4-BE49-F238E27FC236}">
                  <a16:creationId xmlns:a16="http://schemas.microsoft.com/office/drawing/2014/main" id="{9480D32A-2DD0-B531-B28C-351DE8BC5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3" name="Rectangle 136">
              <a:extLst>
                <a:ext uri="{FF2B5EF4-FFF2-40B4-BE49-F238E27FC236}">
                  <a16:creationId xmlns:a16="http://schemas.microsoft.com/office/drawing/2014/main" id="{B2750A98-F1C4-DA94-DB89-6B638E011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4" name="Rectangle 137">
              <a:extLst>
                <a:ext uri="{FF2B5EF4-FFF2-40B4-BE49-F238E27FC236}">
                  <a16:creationId xmlns:a16="http://schemas.microsoft.com/office/drawing/2014/main" id="{59958E8C-C16D-B928-3DDE-33A7DC291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5" name="Rectangle 138">
              <a:extLst>
                <a:ext uri="{FF2B5EF4-FFF2-40B4-BE49-F238E27FC236}">
                  <a16:creationId xmlns:a16="http://schemas.microsoft.com/office/drawing/2014/main" id="{5E84F803-007D-B758-50A9-979673816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6" name="Rectangle 139">
              <a:extLst>
                <a:ext uri="{FF2B5EF4-FFF2-40B4-BE49-F238E27FC236}">
                  <a16:creationId xmlns:a16="http://schemas.microsoft.com/office/drawing/2014/main" id="{90267BB4-B728-2976-5116-2FF3A6A71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7" name="Rectangle 140">
              <a:extLst>
                <a:ext uri="{FF2B5EF4-FFF2-40B4-BE49-F238E27FC236}">
                  <a16:creationId xmlns:a16="http://schemas.microsoft.com/office/drawing/2014/main" id="{79790106-8A58-7564-FD6B-D8BBFE3E6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28" name="Rectangle 141">
              <a:extLst>
                <a:ext uri="{FF2B5EF4-FFF2-40B4-BE49-F238E27FC236}">
                  <a16:creationId xmlns:a16="http://schemas.microsoft.com/office/drawing/2014/main" id="{4F35CCFB-38B1-3F9F-5A0B-22A10B46D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314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5063" name="Text Box 142">
            <a:extLst>
              <a:ext uri="{FF2B5EF4-FFF2-40B4-BE49-F238E27FC236}">
                <a16:creationId xmlns:a16="http://schemas.microsoft.com/office/drawing/2014/main" id="{EF349AAF-0C4B-DC7F-634F-73FAEF1C0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2413" y="1233488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45064" name="Text Box 145">
            <a:extLst>
              <a:ext uri="{FF2B5EF4-FFF2-40B4-BE49-F238E27FC236}">
                <a16:creationId xmlns:a16="http://schemas.microsoft.com/office/drawing/2014/main" id="{49EE83E7-BECF-0B89-DC20-EB1546F56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B0914ECC-7A68-7ACA-7188-460F7B5F3D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Morphological Processing Example</a:t>
            </a:r>
            <a:endParaRPr lang="en-US" altLang="en-US"/>
          </a:p>
        </p:txBody>
      </p:sp>
      <p:pic>
        <p:nvPicPr>
          <p:cNvPr id="46083" name="Picture 4">
            <a:extLst>
              <a:ext uri="{FF2B5EF4-FFF2-40B4-BE49-F238E27FC236}">
                <a16:creationId xmlns:a16="http://schemas.microsoft.com/office/drawing/2014/main" id="{E7F6379E-4B03-817B-8F5A-FE88395111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427"/>
          <a:stretch>
            <a:fillRect/>
          </a:stretch>
        </p:blipFill>
        <p:spPr bwMode="auto">
          <a:xfrm>
            <a:off x="1471613" y="1309688"/>
            <a:ext cx="6070600" cy="555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6084" name="Group 5">
            <a:extLst>
              <a:ext uri="{FF2B5EF4-FFF2-40B4-BE49-F238E27FC236}">
                <a16:creationId xmlns:a16="http://schemas.microsoft.com/office/drawing/2014/main" id="{D7F2318E-3F37-896E-B221-6FE729EC6420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46085" name="Picture 6" descr="book">
              <a:extLst>
                <a:ext uri="{FF2B5EF4-FFF2-40B4-BE49-F238E27FC236}">
                  <a16:creationId xmlns:a16="http://schemas.microsoft.com/office/drawing/2014/main" id="{E6AB45FC-7CA4-B0D8-4AC9-B8CDD047E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086" name="Rectangle 7">
              <a:extLst>
                <a:ext uri="{FF2B5EF4-FFF2-40B4-BE49-F238E27FC236}">
                  <a16:creationId xmlns:a16="http://schemas.microsoft.com/office/drawing/2014/main" id="{93689B6D-CA95-BFC5-D66A-85F4BDC7AE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BB178832-1E76-0CBA-AFAA-31515EC911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Morphological Algorithms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47107" name="Rectangle 3">
            <a:extLst>
              <a:ext uri="{FF2B5EF4-FFF2-40B4-BE49-F238E27FC236}">
                <a16:creationId xmlns:a16="http://schemas.microsoft.com/office/drawing/2014/main" id="{89C97FDB-C77E-6CB3-CE4B-BAA7B6F535AF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Using the simple technique we have looked at so far we can begin to consider some more interesting morphological algorithms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We will look at:</a:t>
            </a:r>
          </a:p>
          <a:p>
            <a:pPr lvl="1" eaLnBrk="1" hangingPunct="1"/>
            <a:r>
              <a:rPr lang="en-IE" altLang="en-US"/>
              <a:t>Boundary extraction</a:t>
            </a:r>
          </a:p>
          <a:p>
            <a:pPr lvl="1" eaLnBrk="1" hangingPunct="1"/>
            <a:r>
              <a:rPr lang="en-IE" altLang="en-US"/>
              <a:t>Region filling</a:t>
            </a:r>
          </a:p>
          <a:p>
            <a:pPr marL="0" indent="0" eaLnBrk="1" hangingPunct="1">
              <a:buFontTx/>
              <a:buNone/>
            </a:pPr>
            <a:r>
              <a:rPr lang="en-US" altLang="en-US"/>
              <a:t>There are lots of others as well though:</a:t>
            </a:r>
          </a:p>
          <a:p>
            <a:pPr lvl="1" eaLnBrk="1" hangingPunct="1"/>
            <a:r>
              <a:rPr lang="en-US" altLang="en-US"/>
              <a:t>Extraction of connected components</a:t>
            </a:r>
          </a:p>
          <a:p>
            <a:pPr lvl="1" eaLnBrk="1" hangingPunct="1"/>
            <a:r>
              <a:rPr lang="en-US" altLang="en-US"/>
              <a:t>Thinning/thickening</a:t>
            </a:r>
          </a:p>
          <a:p>
            <a:pPr lvl="1" eaLnBrk="1" hangingPunct="1"/>
            <a:r>
              <a:rPr lang="en-US" altLang="en-US"/>
              <a:t>Skeletonisation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CD371D48-FF67-709B-79B6-ED661A3513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Boundary Extraction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48131" name="Rectangle 3">
            <a:extLst>
              <a:ext uri="{FF2B5EF4-FFF2-40B4-BE49-F238E27FC236}">
                <a16:creationId xmlns:a16="http://schemas.microsoft.com/office/drawing/2014/main" id="{A4A43E74-1F93-AC0E-5BD8-A93081D8B332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323975"/>
            <a:ext cx="8504238" cy="47752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Extracting the boundary (or outline) of an object is often extremely useful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 boundary can be given simply as</a:t>
            </a:r>
          </a:p>
          <a:p>
            <a:pPr marL="0" indent="0" eaLnBrk="1" hangingPunct="1">
              <a:buFontTx/>
              <a:buNone/>
            </a:pP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	</a:t>
            </a:r>
            <a:r>
              <a:rPr lang="el-GR" altLang="en-US" i="1">
                <a:latin typeface="Times New Roman" panose="02020603050405020304" pitchFamily="18" charset="0"/>
                <a:cs typeface="Arial" panose="020B0604020202020204" pitchFamily="34" charset="0"/>
                <a:sym typeface="Webdings" panose="05030102010509060703" pitchFamily="18" charset="2"/>
              </a:rPr>
              <a:t>β</a:t>
            </a:r>
            <a:r>
              <a:rPr lang="en-IE" altLang="en-US" i="1">
                <a:latin typeface="Times New Roman" panose="02020603050405020304" pitchFamily="18" charset="0"/>
                <a:cs typeface="Arial" panose="020B0604020202020204" pitchFamily="34" charset="0"/>
                <a:sym typeface="Webdings" panose="05030102010509060703" pitchFamily="18" charset="2"/>
              </a:rPr>
              <a:t>(A)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 </a:t>
            </a:r>
            <a:r>
              <a:rPr lang="en-IE" altLang="en-US" i="1">
                <a:latin typeface="Times New Roman" panose="02020603050405020304" pitchFamily="18" charset="0"/>
              </a:rPr>
              <a:t>= A – (A</a:t>
            </a:r>
            <a:r>
              <a:rPr lang="en-IE" altLang="en-US" sz="2400" i="1">
                <a:latin typeface="Times New Roman" panose="02020603050405020304" pitchFamily="18" charset="0"/>
                <a:sym typeface="Webdings" panose="05030102010509060703" pitchFamily="18" charset="2"/>
              </a:rPr>
              <a:t></a:t>
            </a:r>
            <a:r>
              <a:rPr lang="en-IE" altLang="en-US" i="1">
                <a:latin typeface="Times New Roman" panose="02020603050405020304" pitchFamily="18" charset="0"/>
                <a:sym typeface="Webdings" panose="05030102010509060703" pitchFamily="18" charset="2"/>
              </a:rPr>
              <a:t>B)</a:t>
            </a:r>
            <a:endParaRPr lang="en-US" altLang="en-US" i="1">
              <a:latin typeface="Times New Roman" panose="02020603050405020304" pitchFamily="18" charset="0"/>
              <a:sym typeface="Webdings" panose="05030102010509060703" pitchFamily="18" charset="2"/>
            </a:endParaRPr>
          </a:p>
        </p:txBody>
      </p:sp>
      <p:pic>
        <p:nvPicPr>
          <p:cNvPr id="48132" name="Picture 4">
            <a:extLst>
              <a:ext uri="{FF2B5EF4-FFF2-40B4-BE49-F238E27FC236}">
                <a16:creationId xmlns:a16="http://schemas.microsoft.com/office/drawing/2014/main" id="{28075356-3C7C-61EE-26CD-ED2FE943BE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33" b="51677"/>
          <a:stretch>
            <a:fillRect/>
          </a:stretch>
        </p:blipFill>
        <p:spPr bwMode="auto">
          <a:xfrm>
            <a:off x="2016125" y="3200400"/>
            <a:ext cx="4748213" cy="149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3" name="Picture 5">
            <a:extLst>
              <a:ext uri="{FF2B5EF4-FFF2-40B4-BE49-F238E27FC236}">
                <a16:creationId xmlns:a16="http://schemas.microsoft.com/office/drawing/2014/main" id="{245AFC95-6CBE-9822-F012-43BF9A18B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33" t="52611" r="26004"/>
          <a:stretch>
            <a:fillRect/>
          </a:stretch>
        </p:blipFill>
        <p:spPr bwMode="auto">
          <a:xfrm>
            <a:off x="1662113" y="4764088"/>
            <a:ext cx="2782887" cy="172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4" name="Picture 6">
            <a:extLst>
              <a:ext uri="{FF2B5EF4-FFF2-40B4-BE49-F238E27FC236}">
                <a16:creationId xmlns:a16="http://schemas.microsoft.com/office/drawing/2014/main" id="{34383CEB-3243-93A8-294F-15B81B3745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405" t="52116"/>
          <a:stretch>
            <a:fillRect/>
          </a:stretch>
        </p:blipFill>
        <p:spPr bwMode="auto">
          <a:xfrm>
            <a:off x="4816475" y="4743450"/>
            <a:ext cx="2765425" cy="1747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8135" name="Group 7">
            <a:extLst>
              <a:ext uri="{FF2B5EF4-FFF2-40B4-BE49-F238E27FC236}">
                <a16:creationId xmlns:a16="http://schemas.microsoft.com/office/drawing/2014/main" id="{31B35F45-A1D5-8BA7-EB15-FCE64C71DCE4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48136" name="Picture 8" descr="book">
              <a:extLst>
                <a:ext uri="{FF2B5EF4-FFF2-40B4-BE49-F238E27FC236}">
                  <a16:creationId xmlns:a16="http://schemas.microsoft.com/office/drawing/2014/main" id="{1880D93C-6EB3-BA76-1B39-20B26123D2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137" name="Rectangle 9">
              <a:extLst>
                <a:ext uri="{FF2B5EF4-FFF2-40B4-BE49-F238E27FC236}">
                  <a16:creationId xmlns:a16="http://schemas.microsoft.com/office/drawing/2014/main" id="{8F18E906-47E7-C772-0F5C-7EB358C2B67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7E49CCFA-09B4-A4D3-F49A-0972454347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Boundary Extraction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49155" name="Rectangle 3">
            <a:extLst>
              <a:ext uri="{FF2B5EF4-FFF2-40B4-BE49-F238E27FC236}">
                <a16:creationId xmlns:a16="http://schemas.microsoft.com/office/drawing/2014/main" id="{B4F7C394-B36D-E1AD-9DDC-7E274C44074B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A simple image and the result of performing boundary extraction using a square 3*3 structuring element</a:t>
            </a:r>
            <a:endParaRPr lang="en-US" altLang="en-US"/>
          </a:p>
        </p:txBody>
      </p:sp>
      <p:pic>
        <p:nvPicPr>
          <p:cNvPr id="49156" name="Picture 4">
            <a:extLst>
              <a:ext uri="{FF2B5EF4-FFF2-40B4-BE49-F238E27FC236}">
                <a16:creationId xmlns:a16="http://schemas.microsoft.com/office/drawing/2014/main" id="{AD608753-4843-D736-F58D-30A32AC9B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5795"/>
          <a:stretch>
            <a:fillRect/>
          </a:stretch>
        </p:blipFill>
        <p:spPr bwMode="auto">
          <a:xfrm>
            <a:off x="1873250" y="2970213"/>
            <a:ext cx="5453063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7" name="Text Box 5">
            <a:extLst>
              <a:ext uri="{FF2B5EF4-FFF2-40B4-BE49-F238E27FC236}">
                <a16:creationId xmlns:a16="http://schemas.microsoft.com/office/drawing/2014/main" id="{09C31974-2008-D519-68C5-05FF0BDC4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313" y="6235700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49158" name="Text Box 6">
            <a:extLst>
              <a:ext uri="{FF2B5EF4-FFF2-40B4-BE49-F238E27FC236}">
                <a16:creationId xmlns:a16="http://schemas.microsoft.com/office/drawing/2014/main" id="{6D6EAC3B-B5E2-3F79-CA50-7855E4FD1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9013" y="6235700"/>
            <a:ext cx="2190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Extracted Boundary</a:t>
            </a:r>
            <a:endParaRPr lang="en-US" altLang="en-US"/>
          </a:p>
        </p:txBody>
      </p:sp>
      <p:grpSp>
        <p:nvGrpSpPr>
          <p:cNvPr id="49159" name="Group 7">
            <a:extLst>
              <a:ext uri="{FF2B5EF4-FFF2-40B4-BE49-F238E27FC236}">
                <a16:creationId xmlns:a16="http://schemas.microsoft.com/office/drawing/2014/main" id="{910FEA87-0811-7233-3D64-6127D16B2C64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49160" name="Picture 8" descr="book">
              <a:extLst>
                <a:ext uri="{FF2B5EF4-FFF2-40B4-BE49-F238E27FC236}">
                  <a16:creationId xmlns:a16="http://schemas.microsoft.com/office/drawing/2014/main" id="{D9143673-97C8-2AF7-C958-522D6010FF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161" name="Rectangle 9">
              <a:extLst>
                <a:ext uri="{FF2B5EF4-FFF2-40B4-BE49-F238E27FC236}">
                  <a16:creationId xmlns:a16="http://schemas.microsoft.com/office/drawing/2014/main" id="{B29FDCB0-D99D-B25D-108C-24D5BCFADC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1FCCAF18-F8E5-6282-65EB-C217D3AA96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Region Filling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50179" name="Rectangle 3">
            <a:extLst>
              <a:ext uri="{FF2B5EF4-FFF2-40B4-BE49-F238E27FC236}">
                <a16:creationId xmlns:a16="http://schemas.microsoft.com/office/drawing/2014/main" id="{9AD1562C-4785-72AA-CA49-43E8C167CEC9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Given a pixel inside a boundary, </a:t>
            </a:r>
            <a:r>
              <a:rPr lang="en-IE" altLang="en-US" i="1"/>
              <a:t>region filling</a:t>
            </a:r>
            <a:r>
              <a:rPr lang="en-IE" altLang="en-US"/>
              <a:t> attempts to fill that boundary with object pixels (1s)</a:t>
            </a:r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grpSp>
        <p:nvGrpSpPr>
          <p:cNvPr id="50180" name="Group 5">
            <a:extLst>
              <a:ext uri="{FF2B5EF4-FFF2-40B4-BE49-F238E27FC236}">
                <a16:creationId xmlns:a16="http://schemas.microsoft.com/office/drawing/2014/main" id="{2FF5EFF5-FAF5-0107-E6F7-1382CE3E515B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50184" name="Picture 6" descr="book">
              <a:extLst>
                <a:ext uri="{FF2B5EF4-FFF2-40B4-BE49-F238E27FC236}">
                  <a16:creationId xmlns:a16="http://schemas.microsoft.com/office/drawing/2014/main" id="{2E5CEC51-B68D-1284-61D7-7C102C50A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85" name="Rectangle 7">
              <a:extLst>
                <a:ext uri="{FF2B5EF4-FFF2-40B4-BE49-F238E27FC236}">
                  <a16:creationId xmlns:a16="http://schemas.microsoft.com/office/drawing/2014/main" id="{45622FBC-8D3B-2E30-8913-71C9BC9E27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pic>
        <p:nvPicPr>
          <p:cNvPr id="50181" name="Picture 9">
            <a:extLst>
              <a:ext uri="{FF2B5EF4-FFF2-40B4-BE49-F238E27FC236}">
                <a16:creationId xmlns:a16="http://schemas.microsoft.com/office/drawing/2014/main" id="{B61D8C28-B040-4CE0-13FC-DD44220A19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6362" b="33376"/>
          <a:stretch>
            <a:fillRect/>
          </a:stretch>
        </p:blipFill>
        <p:spPr bwMode="auto">
          <a:xfrm>
            <a:off x="1087438" y="3044825"/>
            <a:ext cx="3005137" cy="2986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Text Box 10">
            <a:extLst>
              <a:ext uri="{FF2B5EF4-FFF2-40B4-BE49-F238E27FC236}">
                <a16:creationId xmlns:a16="http://schemas.microsoft.com/office/drawing/2014/main" id="{F4466D5D-7D81-9856-04AC-9E2A8DD01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0163" y="4011613"/>
            <a:ext cx="3560762" cy="1398587"/>
          </a:xfrm>
          <a:prstGeom prst="rect">
            <a:avLst/>
          </a:prstGeom>
          <a:solidFill>
            <a:schemeClr val="bg1"/>
          </a:solidFill>
          <a:ln w="25400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>
                <a:solidFill>
                  <a:srgbClr val="FF6600"/>
                </a:solidFill>
              </a:rPr>
              <a:t>Given a point inside here, can we fill the whole circle?</a:t>
            </a:r>
            <a:endParaRPr lang="en-US" altLang="en-US" sz="2800">
              <a:solidFill>
                <a:srgbClr val="FF6600"/>
              </a:solidFill>
            </a:endParaRPr>
          </a:p>
        </p:txBody>
      </p:sp>
      <p:sp>
        <p:nvSpPr>
          <p:cNvPr id="50183" name="Line 11">
            <a:extLst>
              <a:ext uri="{FF2B5EF4-FFF2-40B4-BE49-F238E27FC236}">
                <a16:creationId xmlns:a16="http://schemas.microsoft.com/office/drawing/2014/main" id="{D0395EA9-2A7F-F4CD-C093-AE3B8DAF753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01913" y="3938588"/>
            <a:ext cx="2505075" cy="760412"/>
          </a:xfrm>
          <a:prstGeom prst="line">
            <a:avLst/>
          </a:prstGeom>
          <a:noFill/>
          <a:ln w="25400">
            <a:solidFill>
              <a:srgbClr val="FF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FC7BB5E9-DEDD-1FFE-F0D3-0289F4BA06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Region Filling (cont…)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51203" name="Rectangle 3">
            <a:extLst>
              <a:ext uri="{FF2B5EF4-FFF2-40B4-BE49-F238E27FC236}">
                <a16:creationId xmlns:a16="http://schemas.microsoft.com/office/drawing/2014/main" id="{ACB619BA-8FF9-75F8-1491-10125E61C9D0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The key equation for region filling is</a:t>
            </a:r>
          </a:p>
          <a:p>
            <a:pPr marL="0" indent="0" eaLnBrk="1" hangingPunct="1">
              <a:buFontTx/>
              <a:buNone/>
            </a:pPr>
            <a:endParaRPr lang="en-IE" altLang="en-US" sz="4400"/>
          </a:p>
          <a:p>
            <a:pPr marL="0" indent="0" eaLnBrk="1" hangingPunct="1">
              <a:buFontTx/>
              <a:buNone/>
            </a:pPr>
            <a:r>
              <a:rPr lang="en-IE" altLang="en-US"/>
              <a:t>Where X</a:t>
            </a:r>
            <a:r>
              <a:rPr lang="en-IE" altLang="en-US" baseline="-25000"/>
              <a:t>0</a:t>
            </a:r>
            <a:r>
              <a:rPr lang="en-IE" altLang="en-US"/>
              <a:t> is simply the starting point inside the boundary, B is a simple structuring element and A</a:t>
            </a:r>
            <a:r>
              <a:rPr lang="en-IE" altLang="en-US" baseline="30000"/>
              <a:t>c</a:t>
            </a:r>
            <a:r>
              <a:rPr lang="en-IE" altLang="en-US"/>
              <a:t> is the complement of A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This equation is applied repeatedly until X</a:t>
            </a:r>
            <a:r>
              <a:rPr lang="en-IE" altLang="en-US" baseline="-25000"/>
              <a:t>k</a:t>
            </a:r>
            <a:r>
              <a:rPr lang="en-IE" altLang="en-US"/>
              <a:t> is equal to X</a:t>
            </a:r>
            <a:r>
              <a:rPr lang="en-IE" altLang="en-US" baseline="-25000"/>
              <a:t>k-1</a:t>
            </a:r>
            <a:endParaRPr lang="en-IE" altLang="en-US"/>
          </a:p>
          <a:p>
            <a:pPr marL="0" indent="0" eaLnBrk="1" hangingPunct="1">
              <a:buFontTx/>
              <a:buNone/>
            </a:pPr>
            <a:r>
              <a:rPr lang="en-IE" altLang="en-US"/>
              <a:t>Finally the result is unioned with the original boundary</a:t>
            </a:r>
            <a:endParaRPr lang="en-US" altLang="en-US"/>
          </a:p>
        </p:txBody>
      </p:sp>
      <p:grpSp>
        <p:nvGrpSpPr>
          <p:cNvPr id="51204" name="Group 4">
            <a:extLst>
              <a:ext uri="{FF2B5EF4-FFF2-40B4-BE49-F238E27FC236}">
                <a16:creationId xmlns:a16="http://schemas.microsoft.com/office/drawing/2014/main" id="{532351F7-C749-0602-0F2C-63C7710FE955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51206" name="Picture 5" descr="book">
              <a:extLst>
                <a:ext uri="{FF2B5EF4-FFF2-40B4-BE49-F238E27FC236}">
                  <a16:creationId xmlns:a16="http://schemas.microsoft.com/office/drawing/2014/main" id="{1E043851-11A9-FA94-1039-B32010E585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07" name="Rectangle 6">
              <a:extLst>
                <a:ext uri="{FF2B5EF4-FFF2-40B4-BE49-F238E27FC236}">
                  <a16:creationId xmlns:a16="http://schemas.microsoft.com/office/drawing/2014/main" id="{94946B7C-AA1F-FCA4-1D78-883EAFBF7AB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51205" name="Object 2">
            <a:extLst>
              <a:ext uri="{FF2B5EF4-FFF2-40B4-BE49-F238E27FC236}">
                <a16:creationId xmlns:a16="http://schemas.microsoft.com/office/drawing/2014/main" id="{5989BA81-0855-59F0-8F3E-3BB15C2278D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17663" y="2003425"/>
          <a:ext cx="6472237" cy="698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235200" imgH="241300" progId="Equation.3">
                  <p:embed/>
                </p:oleObj>
              </mc:Choice>
              <mc:Fallback>
                <p:oleObj name="Equation" r:id="rId4" imgW="2235200" imgH="241300" progId="Equation.3">
                  <p:embed/>
                  <p:pic>
                    <p:nvPicPr>
                      <p:cNvPr id="51205" name="Object 2">
                        <a:extLst>
                          <a:ext uri="{FF2B5EF4-FFF2-40B4-BE49-F238E27FC236}">
                            <a16:creationId xmlns:a16="http://schemas.microsoft.com/office/drawing/2014/main" id="{5989BA81-0855-59F0-8F3E-3BB15C2278D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7663" y="2003425"/>
                        <a:ext cx="6472237" cy="698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E176639F-1275-9E68-5E54-0E54E28B39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Region Filling Step By Step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367C3847-EEA0-338C-4998-23CA39D0C2D2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pic>
        <p:nvPicPr>
          <p:cNvPr id="52228" name="Picture 4">
            <a:extLst>
              <a:ext uri="{FF2B5EF4-FFF2-40B4-BE49-F238E27FC236}">
                <a16:creationId xmlns:a16="http://schemas.microsoft.com/office/drawing/2014/main" id="{62F7358C-4688-C1B0-A64B-38A21F1738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/>
          <a:stretch>
            <a:fillRect/>
          </a:stretch>
        </p:blipFill>
        <p:spPr bwMode="auto">
          <a:xfrm>
            <a:off x="538163" y="1358900"/>
            <a:ext cx="3900487" cy="544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2229" name="Group 5">
            <a:extLst>
              <a:ext uri="{FF2B5EF4-FFF2-40B4-BE49-F238E27FC236}">
                <a16:creationId xmlns:a16="http://schemas.microsoft.com/office/drawing/2014/main" id="{C3BCBFC8-F0D9-EA53-7E9D-B3A28C4D2D5A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52234" name="Picture 6" descr="book">
              <a:extLst>
                <a:ext uri="{FF2B5EF4-FFF2-40B4-BE49-F238E27FC236}">
                  <a16:creationId xmlns:a16="http://schemas.microsoft.com/office/drawing/2014/main" id="{8C067D2D-B64E-9874-55CD-7E3ED09AE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2235" name="Rectangle 7">
              <a:extLst>
                <a:ext uri="{FF2B5EF4-FFF2-40B4-BE49-F238E27FC236}">
                  <a16:creationId xmlns:a16="http://schemas.microsoft.com/office/drawing/2014/main" id="{9062EE92-0450-7E55-2E94-2438EBCEA6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pic>
        <p:nvPicPr>
          <p:cNvPr id="52230" name="Picture 9">
            <a:extLst>
              <a:ext uri="{FF2B5EF4-FFF2-40B4-BE49-F238E27FC236}">
                <a16:creationId xmlns:a16="http://schemas.microsoft.com/office/drawing/2014/main" id="{277815FD-2ECB-380F-4FCD-6EB1D11F02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 t="33081" r="38908" b="37222"/>
          <a:stretch>
            <a:fillRect/>
          </a:stretch>
        </p:blipFill>
        <p:spPr bwMode="auto">
          <a:xfrm>
            <a:off x="5073650" y="1403350"/>
            <a:ext cx="3854450" cy="513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1" name="Line 12">
            <a:extLst>
              <a:ext uri="{FF2B5EF4-FFF2-40B4-BE49-F238E27FC236}">
                <a16:creationId xmlns:a16="http://schemas.microsoft.com/office/drawing/2014/main" id="{EDDDF3C2-0507-E6EB-34BA-EF855D5F0A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0275" y="1252538"/>
            <a:ext cx="0" cy="56054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239629" name="Picture 13">
            <a:extLst>
              <a:ext uri="{FF2B5EF4-FFF2-40B4-BE49-F238E27FC236}">
                <a16:creationId xmlns:a16="http://schemas.microsoft.com/office/drawing/2014/main" id="{54F814E5-4E85-8E3C-0EBE-BFED8364A1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639" r="21169" b="69910"/>
          <a:stretch>
            <a:fillRect/>
          </a:stretch>
        </p:blipFill>
        <p:spPr bwMode="auto">
          <a:xfrm>
            <a:off x="5183188" y="1400175"/>
            <a:ext cx="3771900" cy="5205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9632" name="Picture 16">
            <a:extLst>
              <a:ext uri="{FF2B5EF4-FFF2-40B4-BE49-F238E27FC236}">
                <a16:creationId xmlns:a16="http://schemas.microsoft.com/office/drawing/2014/main" id="{6D67B71E-C993-4A54-CACB-B2F486C55F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717" t="897" r="39455" b="70607"/>
          <a:stretch>
            <a:fillRect/>
          </a:stretch>
        </p:blipFill>
        <p:spPr bwMode="auto">
          <a:xfrm>
            <a:off x="5318125" y="1552575"/>
            <a:ext cx="3497263" cy="495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36FAFBF2-8D1F-4696-9261-622A70C392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/>
              <a:t>Region Filling Example</a:t>
            </a:r>
            <a:endParaRPr lang="en-US" altLang="en-US"/>
          </a:p>
        </p:txBody>
      </p:sp>
      <p:pic>
        <p:nvPicPr>
          <p:cNvPr id="53251" name="Picture 4">
            <a:extLst>
              <a:ext uri="{FF2B5EF4-FFF2-40B4-BE49-F238E27FC236}">
                <a16:creationId xmlns:a16="http://schemas.microsoft.com/office/drawing/2014/main" id="{D1450D57-4AB9-AC3F-4794-8434D94182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313"/>
          <a:stretch>
            <a:fillRect/>
          </a:stretch>
        </p:blipFill>
        <p:spPr bwMode="auto">
          <a:xfrm>
            <a:off x="384175" y="1927225"/>
            <a:ext cx="8489950" cy="284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3252" name="Group 5">
            <a:extLst>
              <a:ext uri="{FF2B5EF4-FFF2-40B4-BE49-F238E27FC236}">
                <a16:creationId xmlns:a16="http://schemas.microsoft.com/office/drawing/2014/main" id="{7F25D4EE-1324-D5F7-629D-ECB84D767597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53256" name="Picture 6" descr="book">
              <a:extLst>
                <a:ext uri="{FF2B5EF4-FFF2-40B4-BE49-F238E27FC236}">
                  <a16:creationId xmlns:a16="http://schemas.microsoft.com/office/drawing/2014/main" id="{2FF5DEAD-4566-FBE6-5ED3-BF9D510392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257" name="Rectangle 7">
              <a:extLst>
                <a:ext uri="{FF2B5EF4-FFF2-40B4-BE49-F238E27FC236}">
                  <a16:creationId xmlns:a16="http://schemas.microsoft.com/office/drawing/2014/main" id="{85439AD0-85BE-9BDD-037A-7E050317A4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sp>
        <p:nvSpPr>
          <p:cNvPr id="53253" name="Text Box 8">
            <a:extLst>
              <a:ext uri="{FF2B5EF4-FFF2-40B4-BE49-F238E27FC236}">
                <a16:creationId xmlns:a16="http://schemas.microsoft.com/office/drawing/2014/main" id="{215C4C4A-6AFF-64CF-16D3-3BEF14F33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913" y="4640263"/>
            <a:ext cx="2501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Original Image</a:t>
            </a:r>
            <a:endParaRPr lang="en-US" altLang="en-US" sz="2800"/>
          </a:p>
        </p:txBody>
      </p:sp>
      <p:sp>
        <p:nvSpPr>
          <p:cNvPr id="53254" name="Text Box 9">
            <a:extLst>
              <a:ext uri="{FF2B5EF4-FFF2-40B4-BE49-F238E27FC236}">
                <a16:creationId xmlns:a16="http://schemas.microsoft.com/office/drawing/2014/main" id="{93888BA3-0029-EDE6-8958-86FBCF691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0575" y="4640263"/>
            <a:ext cx="2655888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2800"/>
              <a:t>One Region Filled</a:t>
            </a:r>
            <a:endParaRPr lang="en-US" altLang="en-US" sz="2800"/>
          </a:p>
        </p:txBody>
      </p:sp>
      <p:sp>
        <p:nvSpPr>
          <p:cNvPr id="53255" name="Text Box 10">
            <a:extLst>
              <a:ext uri="{FF2B5EF4-FFF2-40B4-BE49-F238E27FC236}">
                <a16:creationId xmlns:a16="http://schemas.microsoft.com/office/drawing/2014/main" id="{03FDB378-46C6-CD97-32CA-3D593F3AA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9813" y="4640263"/>
            <a:ext cx="2655887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2800"/>
              <a:t>All Regions Filled</a:t>
            </a:r>
            <a:endParaRPr lang="en-US" altLang="en-US" sz="280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>
            <a:extLst>
              <a:ext uri="{FF2B5EF4-FFF2-40B4-BE49-F238E27FC236}">
                <a16:creationId xmlns:a16="http://schemas.microsoft.com/office/drawing/2014/main" id="{BBF57D37-772C-B9C9-9A5C-9929679A2D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Summary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8E216128-120C-A2A9-941B-4CE5A2237425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457200" y="1333500"/>
            <a:ext cx="8686800" cy="55245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IE" altLang="en-US"/>
              <a:t>The purpose of morphological processing is primarily to remove imperfections added during segmentation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The basic operations are </a:t>
            </a:r>
            <a:r>
              <a:rPr lang="en-IE" altLang="en-US" i="1"/>
              <a:t>erosion</a:t>
            </a:r>
            <a:r>
              <a:rPr lang="en-IE" altLang="en-US"/>
              <a:t> and </a:t>
            </a:r>
            <a:r>
              <a:rPr lang="en-IE" altLang="en-US" i="1"/>
              <a:t>dilation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Using the basic operations we can perform </a:t>
            </a:r>
            <a:r>
              <a:rPr lang="en-IE" altLang="en-US" i="1"/>
              <a:t>opening</a:t>
            </a:r>
            <a:r>
              <a:rPr lang="en-IE" altLang="en-US"/>
              <a:t> and </a:t>
            </a:r>
            <a:r>
              <a:rPr lang="en-IE" altLang="en-US" i="1"/>
              <a:t>closing</a:t>
            </a:r>
          </a:p>
          <a:p>
            <a:pPr marL="0" indent="0" eaLnBrk="1" hangingPunct="1">
              <a:buFontTx/>
              <a:buNone/>
            </a:pPr>
            <a:r>
              <a:rPr lang="en-IE" altLang="en-US"/>
              <a:t>More advanced morphological operation can then be implemented using combinations of all of these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>
            <a:extLst>
              <a:ext uri="{FF2B5EF4-FFF2-40B4-BE49-F238E27FC236}">
                <a16:creationId xmlns:a16="http://schemas.microsoft.com/office/drawing/2014/main" id="{DF3EE757-21B5-B947-370A-54F9340C30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Structuring Elements, Hits &amp; Fits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55299" name="Group 3">
            <a:extLst>
              <a:ext uri="{FF2B5EF4-FFF2-40B4-BE49-F238E27FC236}">
                <a16:creationId xmlns:a16="http://schemas.microsoft.com/office/drawing/2014/main" id="{C8E05995-030D-C9F4-62CD-A64222535339}"/>
              </a:ext>
            </a:extLst>
          </p:cNvPr>
          <p:cNvGrpSpPr>
            <a:grpSpLocks/>
          </p:cNvGrpSpPr>
          <p:nvPr/>
        </p:nvGrpSpPr>
        <p:grpSpPr bwMode="auto">
          <a:xfrm>
            <a:off x="760413" y="1546225"/>
            <a:ext cx="3927475" cy="1954213"/>
            <a:chOff x="452" y="966"/>
            <a:chExt cx="2474" cy="1231"/>
          </a:xfrm>
        </p:grpSpPr>
        <p:grpSp>
          <p:nvGrpSpPr>
            <p:cNvPr id="55339" name="Group 4">
              <a:extLst>
                <a:ext uri="{FF2B5EF4-FFF2-40B4-BE49-F238E27FC236}">
                  <a16:creationId xmlns:a16="http://schemas.microsoft.com/office/drawing/2014/main" id="{36AE48A7-21DC-1D99-774F-F16C255DB9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" y="966"/>
              <a:ext cx="2474" cy="619"/>
              <a:chOff x="452" y="966"/>
              <a:chExt cx="2474" cy="619"/>
            </a:xfrm>
          </p:grpSpPr>
          <p:grpSp>
            <p:nvGrpSpPr>
              <p:cNvPr id="55359" name="Group 5">
                <a:extLst>
                  <a:ext uri="{FF2B5EF4-FFF2-40B4-BE49-F238E27FC236}">
                    <a16:creationId xmlns:a16="http://schemas.microsoft.com/office/drawing/2014/main" id="{84EF8628-FEE2-B0EA-9C70-6E5819E857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" y="966"/>
                <a:ext cx="2474" cy="310"/>
                <a:chOff x="460" y="966"/>
                <a:chExt cx="2474" cy="310"/>
              </a:xfrm>
            </p:grpSpPr>
            <p:sp>
              <p:nvSpPr>
                <p:cNvPr id="55369" name="Rectangle 6">
                  <a:extLst>
                    <a:ext uri="{FF2B5EF4-FFF2-40B4-BE49-F238E27FC236}">
                      <a16:creationId xmlns:a16="http://schemas.microsoft.com/office/drawing/2014/main" id="{51665602-41B3-A5E4-19AA-478E8A33E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0" name="Rectangle 7">
                  <a:extLst>
                    <a:ext uri="{FF2B5EF4-FFF2-40B4-BE49-F238E27FC236}">
                      <a16:creationId xmlns:a16="http://schemas.microsoft.com/office/drawing/2014/main" id="{841CDB72-9116-C031-755B-A32B8A4BB0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1" name="Rectangle 8">
                  <a:extLst>
                    <a:ext uri="{FF2B5EF4-FFF2-40B4-BE49-F238E27FC236}">
                      <a16:creationId xmlns:a16="http://schemas.microsoft.com/office/drawing/2014/main" id="{9F5D6766-4C62-97AF-479E-4E9645A955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9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2" name="Rectangle 9">
                  <a:extLst>
                    <a:ext uri="{FF2B5EF4-FFF2-40B4-BE49-F238E27FC236}">
                      <a16:creationId xmlns:a16="http://schemas.microsoft.com/office/drawing/2014/main" id="{0F4736C7-2153-C48A-7E65-BC991DCFA6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3" name="Rectangle 10">
                  <a:extLst>
                    <a:ext uri="{FF2B5EF4-FFF2-40B4-BE49-F238E27FC236}">
                      <a16:creationId xmlns:a16="http://schemas.microsoft.com/office/drawing/2014/main" id="{181232E9-B2CE-6B56-1FAD-B03142D19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4" name="Rectangle 11">
                  <a:extLst>
                    <a:ext uri="{FF2B5EF4-FFF2-40B4-BE49-F238E27FC236}">
                      <a16:creationId xmlns:a16="http://schemas.microsoft.com/office/drawing/2014/main" id="{47E17870-F52C-8563-0E8F-B4AD975161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6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5" name="Rectangle 12">
                  <a:extLst>
                    <a:ext uri="{FF2B5EF4-FFF2-40B4-BE49-F238E27FC236}">
                      <a16:creationId xmlns:a16="http://schemas.microsoft.com/office/drawing/2014/main" id="{38F52663-5078-E5A7-F054-B13E6FDAD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5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76" name="Rectangle 13">
                  <a:extLst>
                    <a:ext uri="{FF2B5EF4-FFF2-40B4-BE49-F238E27FC236}">
                      <a16:creationId xmlns:a16="http://schemas.microsoft.com/office/drawing/2014/main" id="{01A8FFD4-A14F-CDA0-34CE-E973226C2B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4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55360" name="Group 14">
                <a:extLst>
                  <a:ext uri="{FF2B5EF4-FFF2-40B4-BE49-F238E27FC236}">
                    <a16:creationId xmlns:a16="http://schemas.microsoft.com/office/drawing/2014/main" id="{D53CA020-F387-BF9F-4202-76508084C8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" y="1275"/>
                <a:ext cx="2474" cy="310"/>
                <a:chOff x="452" y="1275"/>
                <a:chExt cx="2474" cy="310"/>
              </a:xfrm>
            </p:grpSpPr>
            <p:sp>
              <p:nvSpPr>
                <p:cNvPr id="55361" name="Rectangle 15">
                  <a:extLst>
                    <a:ext uri="{FF2B5EF4-FFF2-40B4-BE49-F238E27FC236}">
                      <a16:creationId xmlns:a16="http://schemas.microsoft.com/office/drawing/2014/main" id="{AD7DC70E-4E1E-C833-EA86-03C05EB705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2" name="Rectangle 16">
                  <a:extLst>
                    <a:ext uri="{FF2B5EF4-FFF2-40B4-BE49-F238E27FC236}">
                      <a16:creationId xmlns:a16="http://schemas.microsoft.com/office/drawing/2014/main" id="{93502DBB-5D76-460F-54F0-6006DCDECA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3" name="Rectangle 17">
                  <a:extLst>
                    <a:ext uri="{FF2B5EF4-FFF2-40B4-BE49-F238E27FC236}">
                      <a16:creationId xmlns:a16="http://schemas.microsoft.com/office/drawing/2014/main" id="{E1ED61BA-7CD7-DFAC-F84C-0F1686CC8D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1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4" name="Rectangle 18">
                  <a:extLst>
                    <a:ext uri="{FF2B5EF4-FFF2-40B4-BE49-F238E27FC236}">
                      <a16:creationId xmlns:a16="http://schemas.microsoft.com/office/drawing/2014/main" id="{175E53E4-C96A-2DDE-314F-FBB402D062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0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5" name="Rectangle 19">
                  <a:extLst>
                    <a:ext uri="{FF2B5EF4-FFF2-40B4-BE49-F238E27FC236}">
                      <a16:creationId xmlns:a16="http://schemas.microsoft.com/office/drawing/2014/main" id="{A31FDEFB-39E1-DC22-8B3F-38126C2879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9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6" name="Rectangle 20">
                  <a:extLst>
                    <a:ext uri="{FF2B5EF4-FFF2-40B4-BE49-F238E27FC236}">
                      <a16:creationId xmlns:a16="http://schemas.microsoft.com/office/drawing/2014/main" id="{FCA32AD5-32AC-4E40-1815-A747E453AA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7" name="Rectangle 21">
                  <a:extLst>
                    <a:ext uri="{FF2B5EF4-FFF2-40B4-BE49-F238E27FC236}">
                      <a16:creationId xmlns:a16="http://schemas.microsoft.com/office/drawing/2014/main" id="{BE0C3C97-4B16-CA8D-0925-7A435A1380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7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68" name="Rectangle 22">
                  <a:extLst>
                    <a:ext uri="{FF2B5EF4-FFF2-40B4-BE49-F238E27FC236}">
                      <a16:creationId xmlns:a16="http://schemas.microsoft.com/office/drawing/2014/main" id="{6D63C370-837D-A53E-4F36-F3B9AA00EF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6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</p:grpSp>
        <p:grpSp>
          <p:nvGrpSpPr>
            <p:cNvPr id="55340" name="Group 23">
              <a:extLst>
                <a:ext uri="{FF2B5EF4-FFF2-40B4-BE49-F238E27FC236}">
                  <a16:creationId xmlns:a16="http://schemas.microsoft.com/office/drawing/2014/main" id="{3AF2A4CE-E573-BE1D-C3D7-8BD1370F1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" y="1578"/>
              <a:ext cx="2474" cy="619"/>
              <a:chOff x="482" y="1740"/>
              <a:chExt cx="2474" cy="619"/>
            </a:xfrm>
          </p:grpSpPr>
          <p:grpSp>
            <p:nvGrpSpPr>
              <p:cNvPr id="55341" name="Group 24">
                <a:extLst>
                  <a:ext uri="{FF2B5EF4-FFF2-40B4-BE49-F238E27FC236}">
                    <a16:creationId xmlns:a16="http://schemas.microsoft.com/office/drawing/2014/main" id="{EFDB49EE-1D4E-907E-65DA-C3E88A112E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2" y="1740"/>
                <a:ext cx="2474" cy="310"/>
                <a:chOff x="460" y="966"/>
                <a:chExt cx="2474" cy="310"/>
              </a:xfrm>
            </p:grpSpPr>
            <p:sp>
              <p:nvSpPr>
                <p:cNvPr id="55351" name="Rectangle 25">
                  <a:extLst>
                    <a:ext uri="{FF2B5EF4-FFF2-40B4-BE49-F238E27FC236}">
                      <a16:creationId xmlns:a16="http://schemas.microsoft.com/office/drawing/2014/main" id="{307A6C82-C2F8-3D96-01E0-336060F238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2" name="Rectangle 26">
                  <a:extLst>
                    <a:ext uri="{FF2B5EF4-FFF2-40B4-BE49-F238E27FC236}">
                      <a16:creationId xmlns:a16="http://schemas.microsoft.com/office/drawing/2014/main" id="{036989AB-9F34-73CA-B910-221DFC3245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3" name="Rectangle 27">
                  <a:extLst>
                    <a:ext uri="{FF2B5EF4-FFF2-40B4-BE49-F238E27FC236}">
                      <a16:creationId xmlns:a16="http://schemas.microsoft.com/office/drawing/2014/main" id="{56933247-53DA-2E15-18CC-F9E377B4BB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9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4" name="Rectangle 28">
                  <a:extLst>
                    <a:ext uri="{FF2B5EF4-FFF2-40B4-BE49-F238E27FC236}">
                      <a16:creationId xmlns:a16="http://schemas.microsoft.com/office/drawing/2014/main" id="{0B2230C4-2136-C6A7-78E0-1AA5F90906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5" name="Rectangle 29">
                  <a:extLst>
                    <a:ext uri="{FF2B5EF4-FFF2-40B4-BE49-F238E27FC236}">
                      <a16:creationId xmlns:a16="http://schemas.microsoft.com/office/drawing/2014/main" id="{21010987-77DF-9F43-E7F9-195F0A87E0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6" name="Rectangle 30">
                  <a:extLst>
                    <a:ext uri="{FF2B5EF4-FFF2-40B4-BE49-F238E27FC236}">
                      <a16:creationId xmlns:a16="http://schemas.microsoft.com/office/drawing/2014/main" id="{E22568C5-DEE6-1289-DB94-FF10FF0C2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6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7" name="Rectangle 31">
                  <a:extLst>
                    <a:ext uri="{FF2B5EF4-FFF2-40B4-BE49-F238E27FC236}">
                      <a16:creationId xmlns:a16="http://schemas.microsoft.com/office/drawing/2014/main" id="{44B02310-C2F1-330B-F646-9116D1879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5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8" name="Rectangle 32">
                  <a:extLst>
                    <a:ext uri="{FF2B5EF4-FFF2-40B4-BE49-F238E27FC236}">
                      <a16:creationId xmlns:a16="http://schemas.microsoft.com/office/drawing/2014/main" id="{F7D838E6-340A-4A73-0216-DCB86FACF0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4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55342" name="Group 33">
                <a:extLst>
                  <a:ext uri="{FF2B5EF4-FFF2-40B4-BE49-F238E27FC236}">
                    <a16:creationId xmlns:a16="http://schemas.microsoft.com/office/drawing/2014/main" id="{A18F5634-8180-BD9F-5C43-6E87149E2A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2" y="2049"/>
                <a:ext cx="2474" cy="310"/>
                <a:chOff x="452" y="1275"/>
                <a:chExt cx="2474" cy="310"/>
              </a:xfrm>
            </p:grpSpPr>
            <p:sp>
              <p:nvSpPr>
                <p:cNvPr id="55343" name="Rectangle 34">
                  <a:extLst>
                    <a:ext uri="{FF2B5EF4-FFF2-40B4-BE49-F238E27FC236}">
                      <a16:creationId xmlns:a16="http://schemas.microsoft.com/office/drawing/2014/main" id="{1372C1AF-C235-5B64-96F9-792F7B3428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4" name="Rectangle 35">
                  <a:extLst>
                    <a:ext uri="{FF2B5EF4-FFF2-40B4-BE49-F238E27FC236}">
                      <a16:creationId xmlns:a16="http://schemas.microsoft.com/office/drawing/2014/main" id="{D92BAF1F-3489-C797-2450-19CF9557E7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5" name="Rectangle 36">
                  <a:extLst>
                    <a:ext uri="{FF2B5EF4-FFF2-40B4-BE49-F238E27FC236}">
                      <a16:creationId xmlns:a16="http://schemas.microsoft.com/office/drawing/2014/main" id="{BFFC643D-48CF-EBC0-3D27-8F7460C4E5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1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6" name="Rectangle 37">
                  <a:extLst>
                    <a:ext uri="{FF2B5EF4-FFF2-40B4-BE49-F238E27FC236}">
                      <a16:creationId xmlns:a16="http://schemas.microsoft.com/office/drawing/2014/main" id="{332FD13B-FE5F-D092-7F76-590979EC64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0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7" name="Rectangle 38">
                  <a:extLst>
                    <a:ext uri="{FF2B5EF4-FFF2-40B4-BE49-F238E27FC236}">
                      <a16:creationId xmlns:a16="http://schemas.microsoft.com/office/drawing/2014/main" id="{1F3363A0-71F5-72CD-8D4F-2B83275672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9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8" name="Rectangle 39">
                  <a:extLst>
                    <a:ext uri="{FF2B5EF4-FFF2-40B4-BE49-F238E27FC236}">
                      <a16:creationId xmlns:a16="http://schemas.microsoft.com/office/drawing/2014/main" id="{4EC354C6-EBCD-9C0B-5511-6A9D10B12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49" name="Rectangle 40">
                  <a:extLst>
                    <a:ext uri="{FF2B5EF4-FFF2-40B4-BE49-F238E27FC236}">
                      <a16:creationId xmlns:a16="http://schemas.microsoft.com/office/drawing/2014/main" id="{F8AFCDA9-7642-D640-C3D9-42113D8EAC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7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50" name="Rectangle 41">
                  <a:extLst>
                    <a:ext uri="{FF2B5EF4-FFF2-40B4-BE49-F238E27FC236}">
                      <a16:creationId xmlns:a16="http://schemas.microsoft.com/office/drawing/2014/main" id="{EE9F2266-7FF5-17D3-4E46-E033D9750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6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</p:grpSp>
      </p:grpSp>
      <p:grpSp>
        <p:nvGrpSpPr>
          <p:cNvPr id="55300" name="Group 42">
            <a:extLst>
              <a:ext uri="{FF2B5EF4-FFF2-40B4-BE49-F238E27FC236}">
                <a16:creationId xmlns:a16="http://schemas.microsoft.com/office/drawing/2014/main" id="{98FCEA39-A1C6-328A-3155-77450703EE6C}"/>
              </a:ext>
            </a:extLst>
          </p:cNvPr>
          <p:cNvGrpSpPr>
            <a:grpSpLocks/>
          </p:cNvGrpSpPr>
          <p:nvPr/>
        </p:nvGrpSpPr>
        <p:grpSpPr bwMode="auto">
          <a:xfrm>
            <a:off x="760413" y="3492500"/>
            <a:ext cx="3927475" cy="1954213"/>
            <a:chOff x="455" y="2201"/>
            <a:chExt cx="2474" cy="1231"/>
          </a:xfrm>
        </p:grpSpPr>
        <p:grpSp>
          <p:nvGrpSpPr>
            <p:cNvPr id="55301" name="Group 43">
              <a:extLst>
                <a:ext uri="{FF2B5EF4-FFF2-40B4-BE49-F238E27FC236}">
                  <a16:creationId xmlns:a16="http://schemas.microsoft.com/office/drawing/2014/main" id="{B7942E5B-D1D9-A64B-5211-342C50FA5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" y="2201"/>
              <a:ext cx="2474" cy="619"/>
              <a:chOff x="452" y="966"/>
              <a:chExt cx="2474" cy="619"/>
            </a:xfrm>
          </p:grpSpPr>
          <p:grpSp>
            <p:nvGrpSpPr>
              <p:cNvPr id="55321" name="Group 44">
                <a:extLst>
                  <a:ext uri="{FF2B5EF4-FFF2-40B4-BE49-F238E27FC236}">
                    <a16:creationId xmlns:a16="http://schemas.microsoft.com/office/drawing/2014/main" id="{3F49AA66-6688-7C58-E00C-6C638465A1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" y="966"/>
                <a:ext cx="2474" cy="310"/>
                <a:chOff x="460" y="966"/>
                <a:chExt cx="2474" cy="310"/>
              </a:xfrm>
            </p:grpSpPr>
            <p:sp>
              <p:nvSpPr>
                <p:cNvPr id="55331" name="Rectangle 45">
                  <a:extLst>
                    <a:ext uri="{FF2B5EF4-FFF2-40B4-BE49-F238E27FC236}">
                      <a16:creationId xmlns:a16="http://schemas.microsoft.com/office/drawing/2014/main" id="{D1234A9C-E149-6FEF-BD02-34355A699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2" name="Rectangle 46">
                  <a:extLst>
                    <a:ext uri="{FF2B5EF4-FFF2-40B4-BE49-F238E27FC236}">
                      <a16:creationId xmlns:a16="http://schemas.microsoft.com/office/drawing/2014/main" id="{F34ABEEF-F138-4FAC-0E2C-8711EF37A3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3" name="Rectangle 47">
                  <a:extLst>
                    <a:ext uri="{FF2B5EF4-FFF2-40B4-BE49-F238E27FC236}">
                      <a16:creationId xmlns:a16="http://schemas.microsoft.com/office/drawing/2014/main" id="{3C314CBC-9AA3-F921-4AC4-D8365C94FA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9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4" name="Rectangle 48">
                  <a:extLst>
                    <a:ext uri="{FF2B5EF4-FFF2-40B4-BE49-F238E27FC236}">
                      <a16:creationId xmlns:a16="http://schemas.microsoft.com/office/drawing/2014/main" id="{D38DADAA-FBF3-EEE3-0CAB-EB1AABBC1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5" name="Rectangle 49">
                  <a:extLst>
                    <a:ext uri="{FF2B5EF4-FFF2-40B4-BE49-F238E27FC236}">
                      <a16:creationId xmlns:a16="http://schemas.microsoft.com/office/drawing/2014/main" id="{F1904261-B459-5428-8153-97C94E16A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6" name="Rectangle 50">
                  <a:extLst>
                    <a:ext uri="{FF2B5EF4-FFF2-40B4-BE49-F238E27FC236}">
                      <a16:creationId xmlns:a16="http://schemas.microsoft.com/office/drawing/2014/main" id="{2033077B-45C2-B2B2-6F90-C8E9256DF9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6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7" name="Rectangle 51">
                  <a:extLst>
                    <a:ext uri="{FF2B5EF4-FFF2-40B4-BE49-F238E27FC236}">
                      <a16:creationId xmlns:a16="http://schemas.microsoft.com/office/drawing/2014/main" id="{769C3DB1-E86F-F9F1-7D07-FB95167A43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5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8" name="Rectangle 52">
                  <a:extLst>
                    <a:ext uri="{FF2B5EF4-FFF2-40B4-BE49-F238E27FC236}">
                      <a16:creationId xmlns:a16="http://schemas.microsoft.com/office/drawing/2014/main" id="{2507D0F6-F124-8FF6-DD6E-01F1E8091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4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55322" name="Group 53">
                <a:extLst>
                  <a:ext uri="{FF2B5EF4-FFF2-40B4-BE49-F238E27FC236}">
                    <a16:creationId xmlns:a16="http://schemas.microsoft.com/office/drawing/2014/main" id="{CA8D65CF-40D7-31C6-63F8-182FF23914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2" y="1275"/>
                <a:ext cx="2474" cy="310"/>
                <a:chOff x="452" y="1275"/>
                <a:chExt cx="2474" cy="310"/>
              </a:xfrm>
            </p:grpSpPr>
            <p:sp>
              <p:nvSpPr>
                <p:cNvPr id="55323" name="Rectangle 54">
                  <a:extLst>
                    <a:ext uri="{FF2B5EF4-FFF2-40B4-BE49-F238E27FC236}">
                      <a16:creationId xmlns:a16="http://schemas.microsoft.com/office/drawing/2014/main" id="{062E2545-11A8-D924-475B-D847BCDCE5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4" name="Rectangle 55">
                  <a:extLst>
                    <a:ext uri="{FF2B5EF4-FFF2-40B4-BE49-F238E27FC236}">
                      <a16:creationId xmlns:a16="http://schemas.microsoft.com/office/drawing/2014/main" id="{73614036-5D21-3122-AD93-079C17A96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5" name="Rectangle 56">
                  <a:extLst>
                    <a:ext uri="{FF2B5EF4-FFF2-40B4-BE49-F238E27FC236}">
                      <a16:creationId xmlns:a16="http://schemas.microsoft.com/office/drawing/2014/main" id="{F99BB653-1833-F109-4CBB-66536996BF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1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6" name="Rectangle 57">
                  <a:extLst>
                    <a:ext uri="{FF2B5EF4-FFF2-40B4-BE49-F238E27FC236}">
                      <a16:creationId xmlns:a16="http://schemas.microsoft.com/office/drawing/2014/main" id="{F55E8498-5C68-C064-B393-4EFF456A7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0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7" name="Rectangle 58">
                  <a:extLst>
                    <a:ext uri="{FF2B5EF4-FFF2-40B4-BE49-F238E27FC236}">
                      <a16:creationId xmlns:a16="http://schemas.microsoft.com/office/drawing/2014/main" id="{325E3DEA-BC5D-C3FE-8F0A-3CD5EC9556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9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8" name="Rectangle 59">
                  <a:extLst>
                    <a:ext uri="{FF2B5EF4-FFF2-40B4-BE49-F238E27FC236}">
                      <a16:creationId xmlns:a16="http://schemas.microsoft.com/office/drawing/2014/main" id="{B9166C1D-36B4-E455-2D87-D8FEAED02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9" name="Rectangle 60">
                  <a:extLst>
                    <a:ext uri="{FF2B5EF4-FFF2-40B4-BE49-F238E27FC236}">
                      <a16:creationId xmlns:a16="http://schemas.microsoft.com/office/drawing/2014/main" id="{83FB73C3-DA25-2285-6178-3BF8F5421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7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30" name="Rectangle 61">
                  <a:extLst>
                    <a:ext uri="{FF2B5EF4-FFF2-40B4-BE49-F238E27FC236}">
                      <a16:creationId xmlns:a16="http://schemas.microsoft.com/office/drawing/2014/main" id="{29490D1C-8B02-73AA-18FC-B8A5AF0747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6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</p:grpSp>
        <p:grpSp>
          <p:nvGrpSpPr>
            <p:cNvPr id="55302" name="Group 62">
              <a:extLst>
                <a:ext uri="{FF2B5EF4-FFF2-40B4-BE49-F238E27FC236}">
                  <a16:creationId xmlns:a16="http://schemas.microsoft.com/office/drawing/2014/main" id="{D62B5425-9634-8FAB-DA77-51D1C028E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" y="2813"/>
              <a:ext cx="2474" cy="619"/>
              <a:chOff x="482" y="1740"/>
              <a:chExt cx="2474" cy="619"/>
            </a:xfrm>
          </p:grpSpPr>
          <p:grpSp>
            <p:nvGrpSpPr>
              <p:cNvPr id="55303" name="Group 63">
                <a:extLst>
                  <a:ext uri="{FF2B5EF4-FFF2-40B4-BE49-F238E27FC236}">
                    <a16:creationId xmlns:a16="http://schemas.microsoft.com/office/drawing/2014/main" id="{9E30F1AA-5CB4-AEE1-0076-33E1A095AC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2" y="1740"/>
                <a:ext cx="2474" cy="310"/>
                <a:chOff x="460" y="966"/>
                <a:chExt cx="2474" cy="310"/>
              </a:xfrm>
            </p:grpSpPr>
            <p:sp>
              <p:nvSpPr>
                <p:cNvPr id="55313" name="Rectangle 64">
                  <a:extLst>
                    <a:ext uri="{FF2B5EF4-FFF2-40B4-BE49-F238E27FC236}">
                      <a16:creationId xmlns:a16="http://schemas.microsoft.com/office/drawing/2014/main" id="{C8E5E5A6-A73D-3F27-2C48-3FA5C7C811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4" name="Rectangle 65">
                  <a:extLst>
                    <a:ext uri="{FF2B5EF4-FFF2-40B4-BE49-F238E27FC236}">
                      <a16:creationId xmlns:a16="http://schemas.microsoft.com/office/drawing/2014/main" id="{C6DB0E7F-523B-F7FC-1B5C-3C4909929D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0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5" name="Rectangle 66">
                  <a:extLst>
                    <a:ext uri="{FF2B5EF4-FFF2-40B4-BE49-F238E27FC236}">
                      <a16:creationId xmlns:a16="http://schemas.microsoft.com/office/drawing/2014/main" id="{6F9D4436-1DA7-535A-CC2F-8DCA48FB0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9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6" name="Rectangle 67">
                  <a:extLst>
                    <a:ext uri="{FF2B5EF4-FFF2-40B4-BE49-F238E27FC236}">
                      <a16:creationId xmlns:a16="http://schemas.microsoft.com/office/drawing/2014/main" id="{BC5E6BB0-6342-8B73-AB4B-E42D3524FC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7" name="Rectangle 68">
                  <a:extLst>
                    <a:ext uri="{FF2B5EF4-FFF2-40B4-BE49-F238E27FC236}">
                      <a16:creationId xmlns:a16="http://schemas.microsoft.com/office/drawing/2014/main" id="{3DE4F11C-227A-3636-851D-BD1E009C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8" name="Rectangle 69">
                  <a:extLst>
                    <a:ext uri="{FF2B5EF4-FFF2-40B4-BE49-F238E27FC236}">
                      <a16:creationId xmlns:a16="http://schemas.microsoft.com/office/drawing/2014/main" id="{BBFE0E65-D641-99BB-5B23-C46579678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6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9" name="Rectangle 70">
                  <a:extLst>
                    <a:ext uri="{FF2B5EF4-FFF2-40B4-BE49-F238E27FC236}">
                      <a16:creationId xmlns:a16="http://schemas.microsoft.com/office/drawing/2014/main" id="{8D71A56F-ED7E-667F-C7BB-D64CA6FCAB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5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20" name="Rectangle 71">
                  <a:extLst>
                    <a:ext uri="{FF2B5EF4-FFF2-40B4-BE49-F238E27FC236}">
                      <a16:creationId xmlns:a16="http://schemas.microsoft.com/office/drawing/2014/main" id="{94A0F74F-3C8F-E9CF-4D75-E92DC250F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4" y="966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55304" name="Group 72">
                <a:extLst>
                  <a:ext uri="{FF2B5EF4-FFF2-40B4-BE49-F238E27FC236}">
                    <a16:creationId xmlns:a16="http://schemas.microsoft.com/office/drawing/2014/main" id="{3D713AC8-4BCD-D36D-B5CF-B757341363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2" y="2049"/>
                <a:ext cx="2474" cy="310"/>
                <a:chOff x="452" y="1275"/>
                <a:chExt cx="2474" cy="310"/>
              </a:xfrm>
            </p:grpSpPr>
            <p:sp>
              <p:nvSpPr>
                <p:cNvPr id="55305" name="Rectangle 73">
                  <a:extLst>
                    <a:ext uri="{FF2B5EF4-FFF2-40B4-BE49-F238E27FC236}">
                      <a16:creationId xmlns:a16="http://schemas.microsoft.com/office/drawing/2014/main" id="{44B093AA-B13C-A738-2AE3-E9637D38D9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06" name="Rectangle 74">
                  <a:extLst>
                    <a:ext uri="{FF2B5EF4-FFF2-40B4-BE49-F238E27FC236}">
                      <a16:creationId xmlns:a16="http://schemas.microsoft.com/office/drawing/2014/main" id="{7A4A778E-0919-86B2-38E3-0BF2722F62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2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07" name="Rectangle 75">
                  <a:extLst>
                    <a:ext uri="{FF2B5EF4-FFF2-40B4-BE49-F238E27FC236}">
                      <a16:creationId xmlns:a16="http://schemas.microsoft.com/office/drawing/2014/main" id="{E37F7F4C-187F-2ACB-24D9-8AB2D66D42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1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08" name="Rectangle 76">
                  <a:extLst>
                    <a:ext uri="{FF2B5EF4-FFF2-40B4-BE49-F238E27FC236}">
                      <a16:creationId xmlns:a16="http://schemas.microsoft.com/office/drawing/2014/main" id="{F7F94F81-F66C-AB9F-6BB0-F564E54F76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0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09" name="Rectangle 77">
                  <a:extLst>
                    <a:ext uri="{FF2B5EF4-FFF2-40B4-BE49-F238E27FC236}">
                      <a16:creationId xmlns:a16="http://schemas.microsoft.com/office/drawing/2014/main" id="{2D417D48-8A3D-233E-840A-72123AA5AD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9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0" name="Rectangle 78">
                  <a:extLst>
                    <a:ext uri="{FF2B5EF4-FFF2-40B4-BE49-F238E27FC236}">
                      <a16:creationId xmlns:a16="http://schemas.microsoft.com/office/drawing/2014/main" id="{BF27CDE8-F4C0-8A44-8954-AC34637579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98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1" name="Rectangle 79">
                  <a:extLst>
                    <a:ext uri="{FF2B5EF4-FFF2-40B4-BE49-F238E27FC236}">
                      <a16:creationId xmlns:a16="http://schemas.microsoft.com/office/drawing/2014/main" id="{4889705D-A43B-C66C-FB72-9B367271FC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7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55312" name="Rectangle 80">
                  <a:extLst>
                    <a:ext uri="{FF2B5EF4-FFF2-40B4-BE49-F238E27FC236}">
                      <a16:creationId xmlns:a16="http://schemas.microsoft.com/office/drawing/2014/main" id="{3998DD6D-CE28-86F5-701A-83D032F1C0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6" y="1275"/>
                  <a:ext cx="310" cy="310"/>
                </a:xfrm>
                <a:prstGeom prst="rect">
                  <a:avLst/>
                </a:prstGeom>
                <a:solidFill>
                  <a:srgbClr val="EAF1FC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>
            <a:extLst>
              <a:ext uri="{FF2B5EF4-FFF2-40B4-BE49-F238E27FC236}">
                <a16:creationId xmlns:a16="http://schemas.microsoft.com/office/drawing/2014/main" id="{AE50D814-A032-CD87-3A35-9080B36976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IE" altLang="en-US">
              <a:solidFill>
                <a:srgbClr val="7B9899"/>
              </a:solidFill>
            </a:endParaRPr>
          </a:p>
        </p:txBody>
      </p:sp>
      <p:sp>
        <p:nvSpPr>
          <p:cNvPr id="56323" name="Rectangle 3">
            <a:extLst>
              <a:ext uri="{FF2B5EF4-FFF2-40B4-BE49-F238E27FC236}">
                <a16:creationId xmlns:a16="http://schemas.microsoft.com/office/drawing/2014/main" id="{88D1C778-EAFD-1408-4918-2E58061E6120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IE" altLang="en-US"/>
          </a:p>
        </p:txBody>
      </p:sp>
      <p:sp>
        <p:nvSpPr>
          <p:cNvPr id="56324" name="Rectangle 5">
            <a:extLst>
              <a:ext uri="{FF2B5EF4-FFF2-40B4-BE49-F238E27FC236}">
                <a16:creationId xmlns:a16="http://schemas.microsoft.com/office/drawing/2014/main" id="{ADCD43B4-1F13-2B92-0CF4-676A1091D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6325" name="AutoShape 4">
            <a:extLst>
              <a:ext uri="{FF2B5EF4-FFF2-40B4-BE49-F238E27FC236}">
                <a16:creationId xmlns:a16="http://schemas.microsoft.com/office/drawing/2014/main" id="{84818FBA-56D1-2BFF-27F3-B761EF7E076D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-748505" y="1627981"/>
            <a:ext cx="5535612" cy="3584575"/>
          </a:xfrm>
          <a:prstGeom prst="wedgeEllipseCallout">
            <a:avLst>
              <a:gd name="adj1" fmla="val -38532"/>
              <a:gd name="adj2" fmla="val 66250"/>
            </a:avLst>
          </a:prstGeom>
          <a:solidFill>
            <a:schemeClr val="bg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4800" b="1">
                <a:latin typeface="Comic Sans MS" panose="030F0702030302020204" pitchFamily="66" charset="0"/>
              </a:rPr>
              <a:t>HIT!</a:t>
            </a:r>
          </a:p>
        </p:txBody>
      </p:sp>
      <p:sp>
        <p:nvSpPr>
          <p:cNvPr id="56326" name="AutoShape 8">
            <a:extLst>
              <a:ext uri="{FF2B5EF4-FFF2-40B4-BE49-F238E27FC236}">
                <a16:creationId xmlns:a16="http://schemas.microsoft.com/office/drawing/2014/main" id="{02B439A7-EEBC-B43B-D11B-5498BDE5CDF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321970" y="1618456"/>
            <a:ext cx="5535612" cy="3584575"/>
          </a:xfrm>
          <a:prstGeom prst="wedgeEllipseCallout">
            <a:avLst>
              <a:gd name="adj1" fmla="val -38273"/>
              <a:gd name="adj2" fmla="val 65718"/>
            </a:avLst>
          </a:prstGeom>
          <a:solidFill>
            <a:schemeClr val="bg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4800" b="1">
                <a:latin typeface="Comic Sans MS" panose="030F0702030302020204" pitchFamily="66" charset="0"/>
              </a:rPr>
              <a:t>FIT!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>
            <a:extLst>
              <a:ext uri="{FF2B5EF4-FFF2-40B4-BE49-F238E27FC236}">
                <a16:creationId xmlns:a16="http://schemas.microsoft.com/office/drawing/2014/main" id="{473256E1-5DB4-454F-FF50-ED46C88510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IE" altLang="en-US">
              <a:solidFill>
                <a:srgbClr val="7B9899"/>
              </a:solidFill>
            </a:endParaRPr>
          </a:p>
        </p:txBody>
      </p:sp>
      <p:sp>
        <p:nvSpPr>
          <p:cNvPr id="57347" name="Rectangle 3">
            <a:extLst>
              <a:ext uri="{FF2B5EF4-FFF2-40B4-BE49-F238E27FC236}">
                <a16:creationId xmlns:a16="http://schemas.microsoft.com/office/drawing/2014/main" id="{A38392D4-B8E2-F624-772B-F1021775BCDD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IE" altLang="en-US"/>
          </a:p>
        </p:txBody>
      </p:sp>
      <p:sp>
        <p:nvSpPr>
          <p:cNvPr id="57348" name="Rectangle 4">
            <a:extLst>
              <a:ext uri="{FF2B5EF4-FFF2-40B4-BE49-F238E27FC236}">
                <a16:creationId xmlns:a16="http://schemas.microsoft.com/office/drawing/2014/main" id="{5B24BD5D-5D2B-00B4-CD73-3DF2946C4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7349" name="AutoShape 5">
            <a:extLst>
              <a:ext uri="{FF2B5EF4-FFF2-40B4-BE49-F238E27FC236}">
                <a16:creationId xmlns:a16="http://schemas.microsoft.com/office/drawing/2014/main" id="{740D16A2-500A-FF1D-E8E0-588922BA86BF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-748505" y="1627981"/>
            <a:ext cx="5535612" cy="3584575"/>
          </a:xfrm>
          <a:prstGeom prst="wedgeEllipseCallout">
            <a:avLst>
              <a:gd name="adj1" fmla="val -38532"/>
              <a:gd name="adj2" fmla="val 66250"/>
            </a:avLst>
          </a:prstGeom>
          <a:solidFill>
            <a:schemeClr val="bg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4800" b="1">
                <a:latin typeface="Comic Sans MS" panose="030F0702030302020204" pitchFamily="66" charset="0"/>
              </a:rPr>
              <a:t>MISS!</a:t>
            </a:r>
          </a:p>
        </p:txBody>
      </p:sp>
      <p:sp>
        <p:nvSpPr>
          <p:cNvPr id="57350" name="AutoShape 7">
            <a:extLst>
              <a:ext uri="{FF2B5EF4-FFF2-40B4-BE49-F238E27FC236}">
                <a16:creationId xmlns:a16="http://schemas.microsoft.com/office/drawing/2014/main" id="{00A36B75-C2C8-36AB-8F90-9E80B2613348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879057" y="1554956"/>
            <a:ext cx="5535612" cy="3584575"/>
          </a:xfrm>
          <a:prstGeom prst="wedgeEllipseCallout">
            <a:avLst>
              <a:gd name="adj1" fmla="val -38532"/>
              <a:gd name="adj2" fmla="val 66250"/>
            </a:avLst>
          </a:prstGeom>
          <a:solidFill>
            <a:schemeClr val="bg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 sz="4800" b="1">
                <a:latin typeface="Comic Sans MS" panose="030F0702030302020204" pitchFamily="66" charset="0"/>
              </a:rPr>
              <a:t>MISS!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>
            <a:extLst>
              <a:ext uri="{FF2B5EF4-FFF2-40B4-BE49-F238E27FC236}">
                <a16:creationId xmlns:a16="http://schemas.microsoft.com/office/drawing/2014/main" id="{101A4C1B-F05E-8406-5A6A-CC3977DB21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Erosion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58371" name="Group 3">
            <a:extLst>
              <a:ext uri="{FF2B5EF4-FFF2-40B4-BE49-F238E27FC236}">
                <a16:creationId xmlns:a16="http://schemas.microsoft.com/office/drawing/2014/main" id="{5EE38E52-9B1B-3CF1-74B0-DE6FD995403D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02" y="944"/>
            <a:chExt cx="2474" cy="2457"/>
          </a:xfrm>
        </p:grpSpPr>
        <p:sp>
          <p:nvSpPr>
            <p:cNvPr id="58448" name="Rectangle 4">
              <a:extLst>
                <a:ext uri="{FF2B5EF4-FFF2-40B4-BE49-F238E27FC236}">
                  <a16:creationId xmlns:a16="http://schemas.microsoft.com/office/drawing/2014/main" id="{B51B0887-DEBD-20AA-AEE9-4AA9F41F2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9" name="Rectangle 5">
              <a:extLst>
                <a:ext uri="{FF2B5EF4-FFF2-40B4-BE49-F238E27FC236}">
                  <a16:creationId xmlns:a16="http://schemas.microsoft.com/office/drawing/2014/main" id="{3EF29A53-AC2B-68EF-99D8-FBE698B7D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0" name="Rectangle 6">
              <a:extLst>
                <a:ext uri="{FF2B5EF4-FFF2-40B4-BE49-F238E27FC236}">
                  <a16:creationId xmlns:a16="http://schemas.microsoft.com/office/drawing/2014/main" id="{720B429A-C4B2-CDF8-9622-5D05141E7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1" name="Rectangle 7">
              <a:extLst>
                <a:ext uri="{FF2B5EF4-FFF2-40B4-BE49-F238E27FC236}">
                  <a16:creationId xmlns:a16="http://schemas.microsoft.com/office/drawing/2014/main" id="{D7772FA0-4068-F086-10A6-A20F1461F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2" name="Rectangle 8">
              <a:extLst>
                <a:ext uri="{FF2B5EF4-FFF2-40B4-BE49-F238E27FC236}">
                  <a16:creationId xmlns:a16="http://schemas.microsoft.com/office/drawing/2014/main" id="{18306A31-49B7-D8C5-4F45-F100569B2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3" name="Rectangle 9">
              <a:extLst>
                <a:ext uri="{FF2B5EF4-FFF2-40B4-BE49-F238E27FC236}">
                  <a16:creationId xmlns:a16="http://schemas.microsoft.com/office/drawing/2014/main" id="{742D0347-D487-F8B0-9577-595A3F551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4" name="Rectangle 10">
              <a:extLst>
                <a:ext uri="{FF2B5EF4-FFF2-40B4-BE49-F238E27FC236}">
                  <a16:creationId xmlns:a16="http://schemas.microsoft.com/office/drawing/2014/main" id="{41261F00-2A71-AA3A-6F4B-4E02A9D5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5" name="Rectangle 11">
              <a:extLst>
                <a:ext uri="{FF2B5EF4-FFF2-40B4-BE49-F238E27FC236}">
                  <a16:creationId xmlns:a16="http://schemas.microsoft.com/office/drawing/2014/main" id="{57812FE1-0E0D-BFC2-F489-333173949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6" name="Rectangle 12">
              <a:extLst>
                <a:ext uri="{FF2B5EF4-FFF2-40B4-BE49-F238E27FC236}">
                  <a16:creationId xmlns:a16="http://schemas.microsoft.com/office/drawing/2014/main" id="{C654B231-4A0A-DE1F-C69D-6A316CE8B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7" name="Rectangle 13">
              <a:extLst>
                <a:ext uri="{FF2B5EF4-FFF2-40B4-BE49-F238E27FC236}">
                  <a16:creationId xmlns:a16="http://schemas.microsoft.com/office/drawing/2014/main" id="{CA7169DB-5655-BD31-0AAD-F63156047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8" name="Rectangle 14">
              <a:extLst>
                <a:ext uri="{FF2B5EF4-FFF2-40B4-BE49-F238E27FC236}">
                  <a16:creationId xmlns:a16="http://schemas.microsoft.com/office/drawing/2014/main" id="{8D8AAE64-A6AD-AE5D-C7D2-A083F4AD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59" name="Rectangle 15">
              <a:extLst>
                <a:ext uri="{FF2B5EF4-FFF2-40B4-BE49-F238E27FC236}">
                  <a16:creationId xmlns:a16="http://schemas.microsoft.com/office/drawing/2014/main" id="{18B50B33-2B14-67C6-E402-0B26A5E1D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0" name="Rectangle 16">
              <a:extLst>
                <a:ext uri="{FF2B5EF4-FFF2-40B4-BE49-F238E27FC236}">
                  <a16:creationId xmlns:a16="http://schemas.microsoft.com/office/drawing/2014/main" id="{38872533-C1BD-414B-F80B-B027A245D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1" name="Rectangle 17">
              <a:extLst>
                <a:ext uri="{FF2B5EF4-FFF2-40B4-BE49-F238E27FC236}">
                  <a16:creationId xmlns:a16="http://schemas.microsoft.com/office/drawing/2014/main" id="{EAB19AF7-5963-40A1-1ACC-922BF428B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2" name="Rectangle 18">
              <a:extLst>
                <a:ext uri="{FF2B5EF4-FFF2-40B4-BE49-F238E27FC236}">
                  <a16:creationId xmlns:a16="http://schemas.microsoft.com/office/drawing/2014/main" id="{2378A0E7-753B-4B3B-F94C-96028C44F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3" name="Rectangle 19">
              <a:extLst>
                <a:ext uri="{FF2B5EF4-FFF2-40B4-BE49-F238E27FC236}">
                  <a16:creationId xmlns:a16="http://schemas.microsoft.com/office/drawing/2014/main" id="{F1F3073E-AB20-9203-4401-6AD773C13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4" name="Rectangle 20">
              <a:extLst>
                <a:ext uri="{FF2B5EF4-FFF2-40B4-BE49-F238E27FC236}">
                  <a16:creationId xmlns:a16="http://schemas.microsoft.com/office/drawing/2014/main" id="{A842123E-81AC-2ACB-C279-0FCF926D2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5" name="Rectangle 21">
              <a:extLst>
                <a:ext uri="{FF2B5EF4-FFF2-40B4-BE49-F238E27FC236}">
                  <a16:creationId xmlns:a16="http://schemas.microsoft.com/office/drawing/2014/main" id="{17CD5C64-E409-F0F7-AE29-1DA9E820A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6" name="Rectangle 22">
              <a:extLst>
                <a:ext uri="{FF2B5EF4-FFF2-40B4-BE49-F238E27FC236}">
                  <a16:creationId xmlns:a16="http://schemas.microsoft.com/office/drawing/2014/main" id="{C08BA629-F0CF-ECF3-9793-990EF7868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7" name="Rectangle 23">
              <a:extLst>
                <a:ext uri="{FF2B5EF4-FFF2-40B4-BE49-F238E27FC236}">
                  <a16:creationId xmlns:a16="http://schemas.microsoft.com/office/drawing/2014/main" id="{B0FF2500-EC61-1F7F-D203-E9A52EF2C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8" name="Rectangle 24">
              <a:extLst>
                <a:ext uri="{FF2B5EF4-FFF2-40B4-BE49-F238E27FC236}">
                  <a16:creationId xmlns:a16="http://schemas.microsoft.com/office/drawing/2014/main" id="{2EBD8483-59AA-7309-82F4-50CE272CE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69" name="Rectangle 25">
              <a:extLst>
                <a:ext uri="{FF2B5EF4-FFF2-40B4-BE49-F238E27FC236}">
                  <a16:creationId xmlns:a16="http://schemas.microsoft.com/office/drawing/2014/main" id="{A30106E7-67D2-58E5-9812-B9CEA07C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0" name="Rectangle 26">
              <a:extLst>
                <a:ext uri="{FF2B5EF4-FFF2-40B4-BE49-F238E27FC236}">
                  <a16:creationId xmlns:a16="http://schemas.microsoft.com/office/drawing/2014/main" id="{9E8620C8-5590-2EC2-3B05-EAFFF0EB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1" name="Rectangle 27">
              <a:extLst>
                <a:ext uri="{FF2B5EF4-FFF2-40B4-BE49-F238E27FC236}">
                  <a16:creationId xmlns:a16="http://schemas.microsoft.com/office/drawing/2014/main" id="{0111998A-DF5A-97D7-9B58-F6B09293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2" name="Rectangle 28">
              <a:extLst>
                <a:ext uri="{FF2B5EF4-FFF2-40B4-BE49-F238E27FC236}">
                  <a16:creationId xmlns:a16="http://schemas.microsoft.com/office/drawing/2014/main" id="{0F2889B3-444C-65C7-C1C2-461ADA48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3" name="Rectangle 29">
              <a:extLst>
                <a:ext uri="{FF2B5EF4-FFF2-40B4-BE49-F238E27FC236}">
                  <a16:creationId xmlns:a16="http://schemas.microsoft.com/office/drawing/2014/main" id="{929CDD09-327B-AC48-B020-E39FA9078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4" name="Rectangle 30">
              <a:extLst>
                <a:ext uri="{FF2B5EF4-FFF2-40B4-BE49-F238E27FC236}">
                  <a16:creationId xmlns:a16="http://schemas.microsoft.com/office/drawing/2014/main" id="{3BCF3A8C-7567-DDAC-2664-BF2D318E9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5" name="Rectangle 31">
              <a:extLst>
                <a:ext uri="{FF2B5EF4-FFF2-40B4-BE49-F238E27FC236}">
                  <a16:creationId xmlns:a16="http://schemas.microsoft.com/office/drawing/2014/main" id="{A641DA43-1C6E-6E3A-991E-0FAC130E0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6" name="Rectangle 32">
              <a:extLst>
                <a:ext uri="{FF2B5EF4-FFF2-40B4-BE49-F238E27FC236}">
                  <a16:creationId xmlns:a16="http://schemas.microsoft.com/office/drawing/2014/main" id="{E98E88F8-84EF-A616-FBA3-97FFEFE4A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7" name="Rectangle 33">
              <a:extLst>
                <a:ext uri="{FF2B5EF4-FFF2-40B4-BE49-F238E27FC236}">
                  <a16:creationId xmlns:a16="http://schemas.microsoft.com/office/drawing/2014/main" id="{C1A07999-D8AC-B77C-D264-CC23E55F6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8" name="Rectangle 34">
              <a:extLst>
                <a:ext uri="{FF2B5EF4-FFF2-40B4-BE49-F238E27FC236}">
                  <a16:creationId xmlns:a16="http://schemas.microsoft.com/office/drawing/2014/main" id="{FB020D5E-5B3B-350E-3485-A0006D101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79" name="Rectangle 35">
              <a:extLst>
                <a:ext uri="{FF2B5EF4-FFF2-40B4-BE49-F238E27FC236}">
                  <a16:creationId xmlns:a16="http://schemas.microsoft.com/office/drawing/2014/main" id="{FD46ACD2-0B73-9EB4-32E7-F0770EA3A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0" name="Rectangle 36">
              <a:extLst>
                <a:ext uri="{FF2B5EF4-FFF2-40B4-BE49-F238E27FC236}">
                  <a16:creationId xmlns:a16="http://schemas.microsoft.com/office/drawing/2014/main" id="{2DD24C9E-60E9-7866-9568-09D581996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1" name="Rectangle 37">
              <a:extLst>
                <a:ext uri="{FF2B5EF4-FFF2-40B4-BE49-F238E27FC236}">
                  <a16:creationId xmlns:a16="http://schemas.microsoft.com/office/drawing/2014/main" id="{300830D3-82A0-F925-1D60-7242806D1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2" name="Rectangle 38">
              <a:extLst>
                <a:ext uri="{FF2B5EF4-FFF2-40B4-BE49-F238E27FC236}">
                  <a16:creationId xmlns:a16="http://schemas.microsoft.com/office/drawing/2014/main" id="{01398FF7-CB7D-2048-BE92-FB1B318D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3" name="Rectangle 39">
              <a:extLst>
                <a:ext uri="{FF2B5EF4-FFF2-40B4-BE49-F238E27FC236}">
                  <a16:creationId xmlns:a16="http://schemas.microsoft.com/office/drawing/2014/main" id="{88009EDE-8FB4-D203-C85F-4C8DF9E3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4" name="Rectangle 40">
              <a:extLst>
                <a:ext uri="{FF2B5EF4-FFF2-40B4-BE49-F238E27FC236}">
                  <a16:creationId xmlns:a16="http://schemas.microsoft.com/office/drawing/2014/main" id="{AB30491B-B364-C47B-604E-0BF9DA9AB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5" name="Rectangle 41">
              <a:extLst>
                <a:ext uri="{FF2B5EF4-FFF2-40B4-BE49-F238E27FC236}">
                  <a16:creationId xmlns:a16="http://schemas.microsoft.com/office/drawing/2014/main" id="{666CD04E-F31F-66A1-EFB4-597701CC4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6" name="Rectangle 42">
              <a:extLst>
                <a:ext uri="{FF2B5EF4-FFF2-40B4-BE49-F238E27FC236}">
                  <a16:creationId xmlns:a16="http://schemas.microsoft.com/office/drawing/2014/main" id="{7D40F6F1-695F-9077-B221-F751CFB83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7" name="Rectangle 43">
              <a:extLst>
                <a:ext uri="{FF2B5EF4-FFF2-40B4-BE49-F238E27FC236}">
                  <a16:creationId xmlns:a16="http://schemas.microsoft.com/office/drawing/2014/main" id="{BDF42FCD-0D44-33AD-ED06-DA910326A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8" name="Rectangle 44">
              <a:extLst>
                <a:ext uri="{FF2B5EF4-FFF2-40B4-BE49-F238E27FC236}">
                  <a16:creationId xmlns:a16="http://schemas.microsoft.com/office/drawing/2014/main" id="{045B508E-F9AB-45E5-232C-D71DCF255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89" name="Rectangle 45">
              <a:extLst>
                <a:ext uri="{FF2B5EF4-FFF2-40B4-BE49-F238E27FC236}">
                  <a16:creationId xmlns:a16="http://schemas.microsoft.com/office/drawing/2014/main" id="{F24C5A99-8710-1517-6393-3F2CA14E5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0" name="Rectangle 46">
              <a:extLst>
                <a:ext uri="{FF2B5EF4-FFF2-40B4-BE49-F238E27FC236}">
                  <a16:creationId xmlns:a16="http://schemas.microsoft.com/office/drawing/2014/main" id="{173D0C8D-4242-74EC-2552-251760FF6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1" name="Rectangle 47">
              <a:extLst>
                <a:ext uri="{FF2B5EF4-FFF2-40B4-BE49-F238E27FC236}">
                  <a16:creationId xmlns:a16="http://schemas.microsoft.com/office/drawing/2014/main" id="{423EBD31-692A-CFDC-3E24-479DBF6CC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2" name="Rectangle 48">
              <a:extLst>
                <a:ext uri="{FF2B5EF4-FFF2-40B4-BE49-F238E27FC236}">
                  <a16:creationId xmlns:a16="http://schemas.microsoft.com/office/drawing/2014/main" id="{31A45226-37EB-A74F-EDCA-187899CF6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3" name="Rectangle 49">
              <a:extLst>
                <a:ext uri="{FF2B5EF4-FFF2-40B4-BE49-F238E27FC236}">
                  <a16:creationId xmlns:a16="http://schemas.microsoft.com/office/drawing/2014/main" id="{529FB9FB-E839-7CA4-ACB8-249906EB8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4" name="Rectangle 50">
              <a:extLst>
                <a:ext uri="{FF2B5EF4-FFF2-40B4-BE49-F238E27FC236}">
                  <a16:creationId xmlns:a16="http://schemas.microsoft.com/office/drawing/2014/main" id="{72F30CF9-D801-0832-E123-1BA8BF16C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5" name="Rectangle 51">
              <a:extLst>
                <a:ext uri="{FF2B5EF4-FFF2-40B4-BE49-F238E27FC236}">
                  <a16:creationId xmlns:a16="http://schemas.microsoft.com/office/drawing/2014/main" id="{8A824809-C9CE-AD50-39FF-C7F7C8791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6" name="Rectangle 52">
              <a:extLst>
                <a:ext uri="{FF2B5EF4-FFF2-40B4-BE49-F238E27FC236}">
                  <a16:creationId xmlns:a16="http://schemas.microsoft.com/office/drawing/2014/main" id="{2AD73891-6194-8750-1EE8-758437366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7" name="Rectangle 53">
              <a:extLst>
                <a:ext uri="{FF2B5EF4-FFF2-40B4-BE49-F238E27FC236}">
                  <a16:creationId xmlns:a16="http://schemas.microsoft.com/office/drawing/2014/main" id="{1E9CB8D7-C66E-D46A-E206-B4B855D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8" name="Rectangle 54">
              <a:extLst>
                <a:ext uri="{FF2B5EF4-FFF2-40B4-BE49-F238E27FC236}">
                  <a16:creationId xmlns:a16="http://schemas.microsoft.com/office/drawing/2014/main" id="{57E0FFAD-4788-B3F2-4016-84CEC23C8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99" name="Rectangle 55">
              <a:extLst>
                <a:ext uri="{FF2B5EF4-FFF2-40B4-BE49-F238E27FC236}">
                  <a16:creationId xmlns:a16="http://schemas.microsoft.com/office/drawing/2014/main" id="{D0CE9CB1-DF0D-BBC4-9259-8A4AB5F9D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0" name="Rectangle 56">
              <a:extLst>
                <a:ext uri="{FF2B5EF4-FFF2-40B4-BE49-F238E27FC236}">
                  <a16:creationId xmlns:a16="http://schemas.microsoft.com/office/drawing/2014/main" id="{8AE0D4AE-A57D-0AB7-C5E4-E7092AB7F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1" name="Rectangle 57">
              <a:extLst>
                <a:ext uri="{FF2B5EF4-FFF2-40B4-BE49-F238E27FC236}">
                  <a16:creationId xmlns:a16="http://schemas.microsoft.com/office/drawing/2014/main" id="{32AB65B4-9919-6F94-E345-DB50B7288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2" name="Rectangle 58">
              <a:extLst>
                <a:ext uri="{FF2B5EF4-FFF2-40B4-BE49-F238E27FC236}">
                  <a16:creationId xmlns:a16="http://schemas.microsoft.com/office/drawing/2014/main" id="{B9A7A3A3-17A3-CD55-B5AA-C7DD7E3AB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3" name="Rectangle 59">
              <a:extLst>
                <a:ext uri="{FF2B5EF4-FFF2-40B4-BE49-F238E27FC236}">
                  <a16:creationId xmlns:a16="http://schemas.microsoft.com/office/drawing/2014/main" id="{9EE87BB0-F1EA-D2E1-200B-3596DCE96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4" name="Rectangle 60">
              <a:extLst>
                <a:ext uri="{FF2B5EF4-FFF2-40B4-BE49-F238E27FC236}">
                  <a16:creationId xmlns:a16="http://schemas.microsoft.com/office/drawing/2014/main" id="{43F5416B-06A8-072F-5BCB-9F1420D7F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5" name="Rectangle 61">
              <a:extLst>
                <a:ext uri="{FF2B5EF4-FFF2-40B4-BE49-F238E27FC236}">
                  <a16:creationId xmlns:a16="http://schemas.microsoft.com/office/drawing/2014/main" id="{E27A9705-ECF5-6812-83DD-AFCF84CE1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6" name="Rectangle 62">
              <a:extLst>
                <a:ext uri="{FF2B5EF4-FFF2-40B4-BE49-F238E27FC236}">
                  <a16:creationId xmlns:a16="http://schemas.microsoft.com/office/drawing/2014/main" id="{94D61D07-662C-27F7-BA51-54149401F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7" name="Rectangle 63">
              <a:extLst>
                <a:ext uri="{FF2B5EF4-FFF2-40B4-BE49-F238E27FC236}">
                  <a16:creationId xmlns:a16="http://schemas.microsoft.com/office/drawing/2014/main" id="{BCA5EFC1-16A0-A6E4-E8BB-67548CCDA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8" name="Rectangle 64">
              <a:extLst>
                <a:ext uri="{FF2B5EF4-FFF2-40B4-BE49-F238E27FC236}">
                  <a16:creationId xmlns:a16="http://schemas.microsoft.com/office/drawing/2014/main" id="{2D86DCF0-5AC5-87A8-9F0D-65AD2C648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09" name="Rectangle 65">
              <a:extLst>
                <a:ext uri="{FF2B5EF4-FFF2-40B4-BE49-F238E27FC236}">
                  <a16:creationId xmlns:a16="http://schemas.microsoft.com/office/drawing/2014/main" id="{63B8834B-D897-1BC0-7754-019C1392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10" name="Rectangle 66">
              <a:extLst>
                <a:ext uri="{FF2B5EF4-FFF2-40B4-BE49-F238E27FC236}">
                  <a16:creationId xmlns:a16="http://schemas.microsoft.com/office/drawing/2014/main" id="{F4B08352-A2C1-45E9-62E3-1C346DFF9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511" name="Rectangle 67">
              <a:extLst>
                <a:ext uri="{FF2B5EF4-FFF2-40B4-BE49-F238E27FC236}">
                  <a16:creationId xmlns:a16="http://schemas.microsoft.com/office/drawing/2014/main" id="{8C0CD9C7-8B70-D6BA-B164-5BCBCBE08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58372" name="Text Box 78">
            <a:extLst>
              <a:ext uri="{FF2B5EF4-FFF2-40B4-BE49-F238E27FC236}">
                <a16:creationId xmlns:a16="http://schemas.microsoft.com/office/drawing/2014/main" id="{B9C20078-1CE9-F47A-6DD5-E85930185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58373" name="Group 79">
            <a:extLst>
              <a:ext uri="{FF2B5EF4-FFF2-40B4-BE49-F238E27FC236}">
                <a16:creationId xmlns:a16="http://schemas.microsoft.com/office/drawing/2014/main" id="{F6257682-C849-A105-D643-407DC005BFAC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58439" name="Rectangle 80">
              <a:extLst>
                <a:ext uri="{FF2B5EF4-FFF2-40B4-BE49-F238E27FC236}">
                  <a16:creationId xmlns:a16="http://schemas.microsoft.com/office/drawing/2014/main" id="{5FC435C0-2927-4585-031A-0A0665A3A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0" name="Rectangle 81">
              <a:extLst>
                <a:ext uri="{FF2B5EF4-FFF2-40B4-BE49-F238E27FC236}">
                  <a16:creationId xmlns:a16="http://schemas.microsoft.com/office/drawing/2014/main" id="{89817E42-EC43-76A1-DAD1-31FEB5328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1" name="Rectangle 82">
              <a:extLst>
                <a:ext uri="{FF2B5EF4-FFF2-40B4-BE49-F238E27FC236}">
                  <a16:creationId xmlns:a16="http://schemas.microsoft.com/office/drawing/2014/main" id="{268DE5B6-AA54-A614-FF1D-1852612C0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2" name="Rectangle 83">
              <a:extLst>
                <a:ext uri="{FF2B5EF4-FFF2-40B4-BE49-F238E27FC236}">
                  <a16:creationId xmlns:a16="http://schemas.microsoft.com/office/drawing/2014/main" id="{7F2FAED3-4141-5364-4B71-8ED8E3D69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3" name="Rectangle 84">
              <a:extLst>
                <a:ext uri="{FF2B5EF4-FFF2-40B4-BE49-F238E27FC236}">
                  <a16:creationId xmlns:a16="http://schemas.microsoft.com/office/drawing/2014/main" id="{48160D79-BB94-6619-8AAB-8014358F4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4" name="Rectangle 85">
              <a:extLst>
                <a:ext uri="{FF2B5EF4-FFF2-40B4-BE49-F238E27FC236}">
                  <a16:creationId xmlns:a16="http://schemas.microsoft.com/office/drawing/2014/main" id="{8D28CF80-E96B-33DF-715E-5C5BD58BF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5" name="Rectangle 86">
              <a:extLst>
                <a:ext uri="{FF2B5EF4-FFF2-40B4-BE49-F238E27FC236}">
                  <a16:creationId xmlns:a16="http://schemas.microsoft.com/office/drawing/2014/main" id="{54871B25-C350-4CFA-2BF0-9DFAE09E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6" name="Rectangle 87">
              <a:extLst>
                <a:ext uri="{FF2B5EF4-FFF2-40B4-BE49-F238E27FC236}">
                  <a16:creationId xmlns:a16="http://schemas.microsoft.com/office/drawing/2014/main" id="{C636BDF6-94D3-E676-DAAE-F375B93ED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47" name="Rectangle 88">
              <a:extLst>
                <a:ext uri="{FF2B5EF4-FFF2-40B4-BE49-F238E27FC236}">
                  <a16:creationId xmlns:a16="http://schemas.microsoft.com/office/drawing/2014/main" id="{33918CBB-AE91-57B0-6683-1468EAA1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8374" name="Group 399">
            <a:extLst>
              <a:ext uri="{FF2B5EF4-FFF2-40B4-BE49-F238E27FC236}">
                <a16:creationId xmlns:a16="http://schemas.microsoft.com/office/drawing/2014/main" id="{37763CC0-E767-A1E2-289E-D5075D5E024E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58375" name="Rectangle 400">
              <a:extLst>
                <a:ext uri="{FF2B5EF4-FFF2-40B4-BE49-F238E27FC236}">
                  <a16:creationId xmlns:a16="http://schemas.microsoft.com/office/drawing/2014/main" id="{06DC7EC5-0C90-A7C6-FFD6-E1FD5331A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76" name="Rectangle 401">
              <a:extLst>
                <a:ext uri="{FF2B5EF4-FFF2-40B4-BE49-F238E27FC236}">
                  <a16:creationId xmlns:a16="http://schemas.microsoft.com/office/drawing/2014/main" id="{7998016D-29CC-FEC5-8175-0DECDFB31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77" name="Rectangle 402">
              <a:extLst>
                <a:ext uri="{FF2B5EF4-FFF2-40B4-BE49-F238E27FC236}">
                  <a16:creationId xmlns:a16="http://schemas.microsoft.com/office/drawing/2014/main" id="{5214289C-4C25-396E-0694-AFB6957D3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78" name="Rectangle 403">
              <a:extLst>
                <a:ext uri="{FF2B5EF4-FFF2-40B4-BE49-F238E27FC236}">
                  <a16:creationId xmlns:a16="http://schemas.microsoft.com/office/drawing/2014/main" id="{D78B625F-4640-5571-C205-021A5BA9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79" name="Rectangle 404">
              <a:extLst>
                <a:ext uri="{FF2B5EF4-FFF2-40B4-BE49-F238E27FC236}">
                  <a16:creationId xmlns:a16="http://schemas.microsoft.com/office/drawing/2014/main" id="{00751689-4465-4117-F814-7FE79C109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0" name="Rectangle 405">
              <a:extLst>
                <a:ext uri="{FF2B5EF4-FFF2-40B4-BE49-F238E27FC236}">
                  <a16:creationId xmlns:a16="http://schemas.microsoft.com/office/drawing/2014/main" id="{9135A2FD-CEBF-A2ED-9555-B091C72A2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1" name="Rectangle 406">
              <a:extLst>
                <a:ext uri="{FF2B5EF4-FFF2-40B4-BE49-F238E27FC236}">
                  <a16:creationId xmlns:a16="http://schemas.microsoft.com/office/drawing/2014/main" id="{A9826A6A-0D4B-F227-7DB8-812D4E8D1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2" name="Rectangle 407">
              <a:extLst>
                <a:ext uri="{FF2B5EF4-FFF2-40B4-BE49-F238E27FC236}">
                  <a16:creationId xmlns:a16="http://schemas.microsoft.com/office/drawing/2014/main" id="{7F763D43-C588-2239-3FF4-69ED0B479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3" name="Rectangle 408">
              <a:extLst>
                <a:ext uri="{FF2B5EF4-FFF2-40B4-BE49-F238E27FC236}">
                  <a16:creationId xmlns:a16="http://schemas.microsoft.com/office/drawing/2014/main" id="{C15EB190-B125-7531-797B-79E673155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4" name="Rectangle 409">
              <a:extLst>
                <a:ext uri="{FF2B5EF4-FFF2-40B4-BE49-F238E27FC236}">
                  <a16:creationId xmlns:a16="http://schemas.microsoft.com/office/drawing/2014/main" id="{C401447C-8DBE-1FDB-1077-3DFF944B7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5" name="Rectangle 410">
              <a:extLst>
                <a:ext uri="{FF2B5EF4-FFF2-40B4-BE49-F238E27FC236}">
                  <a16:creationId xmlns:a16="http://schemas.microsoft.com/office/drawing/2014/main" id="{272700D6-1303-0CC1-6871-B1EDB1B98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6" name="Rectangle 411">
              <a:extLst>
                <a:ext uri="{FF2B5EF4-FFF2-40B4-BE49-F238E27FC236}">
                  <a16:creationId xmlns:a16="http://schemas.microsoft.com/office/drawing/2014/main" id="{93417B71-DF18-75D3-3801-B27D8F87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7" name="Rectangle 412">
              <a:extLst>
                <a:ext uri="{FF2B5EF4-FFF2-40B4-BE49-F238E27FC236}">
                  <a16:creationId xmlns:a16="http://schemas.microsoft.com/office/drawing/2014/main" id="{222E4354-35C7-FEA0-BB2C-946129CC1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8" name="Rectangle 413">
              <a:extLst>
                <a:ext uri="{FF2B5EF4-FFF2-40B4-BE49-F238E27FC236}">
                  <a16:creationId xmlns:a16="http://schemas.microsoft.com/office/drawing/2014/main" id="{C3C05CCB-4802-3E50-72AE-510B2447F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89" name="Rectangle 414">
              <a:extLst>
                <a:ext uri="{FF2B5EF4-FFF2-40B4-BE49-F238E27FC236}">
                  <a16:creationId xmlns:a16="http://schemas.microsoft.com/office/drawing/2014/main" id="{8B870E64-DF21-E12E-9DC5-7AEA31423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0" name="Rectangle 415">
              <a:extLst>
                <a:ext uri="{FF2B5EF4-FFF2-40B4-BE49-F238E27FC236}">
                  <a16:creationId xmlns:a16="http://schemas.microsoft.com/office/drawing/2014/main" id="{3C955A05-8E06-4790-AB16-DF637E926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1" name="Rectangle 416">
              <a:extLst>
                <a:ext uri="{FF2B5EF4-FFF2-40B4-BE49-F238E27FC236}">
                  <a16:creationId xmlns:a16="http://schemas.microsoft.com/office/drawing/2014/main" id="{224EA715-8EF0-FDAB-D355-24C354519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2" name="Rectangle 417">
              <a:extLst>
                <a:ext uri="{FF2B5EF4-FFF2-40B4-BE49-F238E27FC236}">
                  <a16:creationId xmlns:a16="http://schemas.microsoft.com/office/drawing/2014/main" id="{104246D8-B583-2EF2-9C62-C3A144696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3" name="Rectangle 418">
              <a:extLst>
                <a:ext uri="{FF2B5EF4-FFF2-40B4-BE49-F238E27FC236}">
                  <a16:creationId xmlns:a16="http://schemas.microsoft.com/office/drawing/2014/main" id="{26D510BC-7613-A547-C0E8-60066B363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4" name="Rectangle 419">
              <a:extLst>
                <a:ext uri="{FF2B5EF4-FFF2-40B4-BE49-F238E27FC236}">
                  <a16:creationId xmlns:a16="http://schemas.microsoft.com/office/drawing/2014/main" id="{6F850FB0-5E49-D522-6CE0-C8F3573C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5" name="Rectangle 420">
              <a:extLst>
                <a:ext uri="{FF2B5EF4-FFF2-40B4-BE49-F238E27FC236}">
                  <a16:creationId xmlns:a16="http://schemas.microsoft.com/office/drawing/2014/main" id="{46788F58-B030-6E98-5444-2E46A6C4F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6" name="Rectangle 421">
              <a:extLst>
                <a:ext uri="{FF2B5EF4-FFF2-40B4-BE49-F238E27FC236}">
                  <a16:creationId xmlns:a16="http://schemas.microsoft.com/office/drawing/2014/main" id="{44FABF91-E4A6-0BB5-2842-34980586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7" name="Rectangle 422">
              <a:extLst>
                <a:ext uri="{FF2B5EF4-FFF2-40B4-BE49-F238E27FC236}">
                  <a16:creationId xmlns:a16="http://schemas.microsoft.com/office/drawing/2014/main" id="{72400990-AC7B-D969-7BE4-1EE1CE40A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8" name="Rectangle 423">
              <a:extLst>
                <a:ext uri="{FF2B5EF4-FFF2-40B4-BE49-F238E27FC236}">
                  <a16:creationId xmlns:a16="http://schemas.microsoft.com/office/drawing/2014/main" id="{64FEE253-7626-3581-E678-F274DCDF5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99" name="Rectangle 424">
              <a:extLst>
                <a:ext uri="{FF2B5EF4-FFF2-40B4-BE49-F238E27FC236}">
                  <a16:creationId xmlns:a16="http://schemas.microsoft.com/office/drawing/2014/main" id="{0211B6C9-F687-89A3-3BED-A55D34D0A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0" name="Rectangle 425">
              <a:extLst>
                <a:ext uri="{FF2B5EF4-FFF2-40B4-BE49-F238E27FC236}">
                  <a16:creationId xmlns:a16="http://schemas.microsoft.com/office/drawing/2014/main" id="{7C9AFE99-3AE1-8569-EB8E-D2E913F4D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1" name="Rectangle 426">
              <a:extLst>
                <a:ext uri="{FF2B5EF4-FFF2-40B4-BE49-F238E27FC236}">
                  <a16:creationId xmlns:a16="http://schemas.microsoft.com/office/drawing/2014/main" id="{90E56C6D-7E3E-F6D5-A522-3EBB4F059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2" name="Rectangle 427">
              <a:extLst>
                <a:ext uri="{FF2B5EF4-FFF2-40B4-BE49-F238E27FC236}">
                  <a16:creationId xmlns:a16="http://schemas.microsoft.com/office/drawing/2014/main" id="{96917D18-E9D3-3F45-305E-CABE8D6B3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3" name="Rectangle 428">
              <a:extLst>
                <a:ext uri="{FF2B5EF4-FFF2-40B4-BE49-F238E27FC236}">
                  <a16:creationId xmlns:a16="http://schemas.microsoft.com/office/drawing/2014/main" id="{8599F79B-7D7F-B387-AFE5-0D131C50C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4" name="Rectangle 429">
              <a:extLst>
                <a:ext uri="{FF2B5EF4-FFF2-40B4-BE49-F238E27FC236}">
                  <a16:creationId xmlns:a16="http://schemas.microsoft.com/office/drawing/2014/main" id="{CE934C88-E24C-CDF8-03E3-63DCB60B3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5" name="Rectangle 430">
              <a:extLst>
                <a:ext uri="{FF2B5EF4-FFF2-40B4-BE49-F238E27FC236}">
                  <a16:creationId xmlns:a16="http://schemas.microsoft.com/office/drawing/2014/main" id="{5B76D78F-B789-FFCD-2575-F7FEE20FC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6" name="Rectangle 431">
              <a:extLst>
                <a:ext uri="{FF2B5EF4-FFF2-40B4-BE49-F238E27FC236}">
                  <a16:creationId xmlns:a16="http://schemas.microsoft.com/office/drawing/2014/main" id="{EBF0E0E7-4C28-F85F-FE4A-E3DC116DE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7" name="Rectangle 432">
              <a:extLst>
                <a:ext uri="{FF2B5EF4-FFF2-40B4-BE49-F238E27FC236}">
                  <a16:creationId xmlns:a16="http://schemas.microsoft.com/office/drawing/2014/main" id="{A6EE6163-5A66-C3C1-DDC7-F07B17681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8" name="Rectangle 433">
              <a:extLst>
                <a:ext uri="{FF2B5EF4-FFF2-40B4-BE49-F238E27FC236}">
                  <a16:creationId xmlns:a16="http://schemas.microsoft.com/office/drawing/2014/main" id="{9A9FF437-344F-F9AA-D587-5CECD631A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09" name="Rectangle 434">
              <a:extLst>
                <a:ext uri="{FF2B5EF4-FFF2-40B4-BE49-F238E27FC236}">
                  <a16:creationId xmlns:a16="http://schemas.microsoft.com/office/drawing/2014/main" id="{EAEF3333-7C56-112D-CF32-382C5231A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0" name="Rectangle 435">
              <a:extLst>
                <a:ext uri="{FF2B5EF4-FFF2-40B4-BE49-F238E27FC236}">
                  <a16:creationId xmlns:a16="http://schemas.microsoft.com/office/drawing/2014/main" id="{400A7581-E082-26AF-A0B5-683107012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1" name="Rectangle 436">
              <a:extLst>
                <a:ext uri="{FF2B5EF4-FFF2-40B4-BE49-F238E27FC236}">
                  <a16:creationId xmlns:a16="http://schemas.microsoft.com/office/drawing/2014/main" id="{E36B0BEA-3710-7D5E-3E86-E9D3A8FF6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2" name="Rectangle 437">
              <a:extLst>
                <a:ext uri="{FF2B5EF4-FFF2-40B4-BE49-F238E27FC236}">
                  <a16:creationId xmlns:a16="http://schemas.microsoft.com/office/drawing/2014/main" id="{59ADA101-6532-8AFA-AF40-1E89F8EAF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3" name="Rectangle 438">
              <a:extLst>
                <a:ext uri="{FF2B5EF4-FFF2-40B4-BE49-F238E27FC236}">
                  <a16:creationId xmlns:a16="http://schemas.microsoft.com/office/drawing/2014/main" id="{E28C97F6-51F4-CE80-E948-05D762509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4" name="Rectangle 439">
              <a:extLst>
                <a:ext uri="{FF2B5EF4-FFF2-40B4-BE49-F238E27FC236}">
                  <a16:creationId xmlns:a16="http://schemas.microsoft.com/office/drawing/2014/main" id="{05CACC67-754A-3204-7E72-984E02619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5" name="Rectangle 440">
              <a:extLst>
                <a:ext uri="{FF2B5EF4-FFF2-40B4-BE49-F238E27FC236}">
                  <a16:creationId xmlns:a16="http://schemas.microsoft.com/office/drawing/2014/main" id="{B9262CA0-D097-4C70-2ADC-724885F0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6" name="Rectangle 441">
              <a:extLst>
                <a:ext uri="{FF2B5EF4-FFF2-40B4-BE49-F238E27FC236}">
                  <a16:creationId xmlns:a16="http://schemas.microsoft.com/office/drawing/2014/main" id="{29F66B4A-17F0-C195-381A-2CA57D926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7" name="Rectangle 442">
              <a:extLst>
                <a:ext uri="{FF2B5EF4-FFF2-40B4-BE49-F238E27FC236}">
                  <a16:creationId xmlns:a16="http://schemas.microsoft.com/office/drawing/2014/main" id="{2F1ED0D1-061C-9DD4-E743-2968E7313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8" name="Rectangle 443">
              <a:extLst>
                <a:ext uri="{FF2B5EF4-FFF2-40B4-BE49-F238E27FC236}">
                  <a16:creationId xmlns:a16="http://schemas.microsoft.com/office/drawing/2014/main" id="{EEC26329-18E0-ED7F-BB6D-32340348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19" name="Rectangle 444">
              <a:extLst>
                <a:ext uri="{FF2B5EF4-FFF2-40B4-BE49-F238E27FC236}">
                  <a16:creationId xmlns:a16="http://schemas.microsoft.com/office/drawing/2014/main" id="{096503D6-7AA4-4492-ED44-CF644C403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0" name="Rectangle 445">
              <a:extLst>
                <a:ext uri="{FF2B5EF4-FFF2-40B4-BE49-F238E27FC236}">
                  <a16:creationId xmlns:a16="http://schemas.microsoft.com/office/drawing/2014/main" id="{384F4F6F-ABF7-08D3-748F-37CAA0879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1" name="Rectangle 446">
              <a:extLst>
                <a:ext uri="{FF2B5EF4-FFF2-40B4-BE49-F238E27FC236}">
                  <a16:creationId xmlns:a16="http://schemas.microsoft.com/office/drawing/2014/main" id="{0F81D162-37BC-BB98-01A3-165B33230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2" name="Rectangle 447">
              <a:extLst>
                <a:ext uri="{FF2B5EF4-FFF2-40B4-BE49-F238E27FC236}">
                  <a16:creationId xmlns:a16="http://schemas.microsoft.com/office/drawing/2014/main" id="{3707D6BF-917E-A7BC-C7F4-5D289927B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3" name="Rectangle 448">
              <a:extLst>
                <a:ext uri="{FF2B5EF4-FFF2-40B4-BE49-F238E27FC236}">
                  <a16:creationId xmlns:a16="http://schemas.microsoft.com/office/drawing/2014/main" id="{7BE8B5AC-BECA-FBAB-18D0-AB9DA1BA6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4" name="Rectangle 449">
              <a:extLst>
                <a:ext uri="{FF2B5EF4-FFF2-40B4-BE49-F238E27FC236}">
                  <a16:creationId xmlns:a16="http://schemas.microsoft.com/office/drawing/2014/main" id="{96B3C18D-978A-58DC-A597-1CFC40C79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5" name="Rectangle 450">
              <a:extLst>
                <a:ext uri="{FF2B5EF4-FFF2-40B4-BE49-F238E27FC236}">
                  <a16:creationId xmlns:a16="http://schemas.microsoft.com/office/drawing/2014/main" id="{AC8B077B-51C2-775E-C7C1-8A4ED10FA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6" name="Rectangle 451">
              <a:extLst>
                <a:ext uri="{FF2B5EF4-FFF2-40B4-BE49-F238E27FC236}">
                  <a16:creationId xmlns:a16="http://schemas.microsoft.com/office/drawing/2014/main" id="{7F9BF719-3C63-5F47-17D0-3D1D4BC8E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7" name="Rectangle 452">
              <a:extLst>
                <a:ext uri="{FF2B5EF4-FFF2-40B4-BE49-F238E27FC236}">
                  <a16:creationId xmlns:a16="http://schemas.microsoft.com/office/drawing/2014/main" id="{35AE95D2-5740-CC07-7B84-484BF3E79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8" name="Rectangle 453">
              <a:extLst>
                <a:ext uri="{FF2B5EF4-FFF2-40B4-BE49-F238E27FC236}">
                  <a16:creationId xmlns:a16="http://schemas.microsoft.com/office/drawing/2014/main" id="{7C764319-ABDB-5F5D-1352-F15F04030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29" name="Rectangle 454">
              <a:extLst>
                <a:ext uri="{FF2B5EF4-FFF2-40B4-BE49-F238E27FC236}">
                  <a16:creationId xmlns:a16="http://schemas.microsoft.com/office/drawing/2014/main" id="{F3F0A063-5649-AEC6-2DEC-CF844DCF9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0" name="Rectangle 455">
              <a:extLst>
                <a:ext uri="{FF2B5EF4-FFF2-40B4-BE49-F238E27FC236}">
                  <a16:creationId xmlns:a16="http://schemas.microsoft.com/office/drawing/2014/main" id="{E219E43D-6D33-4652-05EF-23627E88D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1" name="Rectangle 456">
              <a:extLst>
                <a:ext uri="{FF2B5EF4-FFF2-40B4-BE49-F238E27FC236}">
                  <a16:creationId xmlns:a16="http://schemas.microsoft.com/office/drawing/2014/main" id="{82D47100-4C95-9604-28CB-95A53FD16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2" name="Rectangle 457">
              <a:extLst>
                <a:ext uri="{FF2B5EF4-FFF2-40B4-BE49-F238E27FC236}">
                  <a16:creationId xmlns:a16="http://schemas.microsoft.com/office/drawing/2014/main" id="{B6138C2D-BB0A-F22F-9D47-DF17D2133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3" name="Rectangle 458">
              <a:extLst>
                <a:ext uri="{FF2B5EF4-FFF2-40B4-BE49-F238E27FC236}">
                  <a16:creationId xmlns:a16="http://schemas.microsoft.com/office/drawing/2014/main" id="{9246A89F-DF30-2D85-2FD5-8ACC4B6D8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4" name="Rectangle 459">
              <a:extLst>
                <a:ext uri="{FF2B5EF4-FFF2-40B4-BE49-F238E27FC236}">
                  <a16:creationId xmlns:a16="http://schemas.microsoft.com/office/drawing/2014/main" id="{0B4EDA46-F888-1E5B-D167-5BA8C5EC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5" name="Rectangle 460">
              <a:extLst>
                <a:ext uri="{FF2B5EF4-FFF2-40B4-BE49-F238E27FC236}">
                  <a16:creationId xmlns:a16="http://schemas.microsoft.com/office/drawing/2014/main" id="{3578F3A2-8642-A52D-BDD1-04E47E010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6" name="Rectangle 461">
              <a:extLst>
                <a:ext uri="{FF2B5EF4-FFF2-40B4-BE49-F238E27FC236}">
                  <a16:creationId xmlns:a16="http://schemas.microsoft.com/office/drawing/2014/main" id="{5B923A3F-1D92-7B11-1D9F-31CC7AF0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7" name="Rectangle 462">
              <a:extLst>
                <a:ext uri="{FF2B5EF4-FFF2-40B4-BE49-F238E27FC236}">
                  <a16:creationId xmlns:a16="http://schemas.microsoft.com/office/drawing/2014/main" id="{664B0510-8E99-4020-3D19-EEFF4659D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38" name="Rectangle 463">
              <a:extLst>
                <a:ext uri="{FF2B5EF4-FFF2-40B4-BE49-F238E27FC236}">
                  <a16:creationId xmlns:a16="http://schemas.microsoft.com/office/drawing/2014/main" id="{D4D937B5-8DAF-79FD-87FD-7B4C22F21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28F2A3EE-5963-B738-5A07-6A98B6820E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Dilation Example</a:t>
            </a:r>
            <a:endParaRPr lang="en-US" altLang="en-US">
              <a:solidFill>
                <a:srgbClr val="7B9899"/>
              </a:solidFill>
            </a:endParaRPr>
          </a:p>
        </p:txBody>
      </p:sp>
      <p:grpSp>
        <p:nvGrpSpPr>
          <p:cNvPr id="59395" name="Group 3">
            <a:extLst>
              <a:ext uri="{FF2B5EF4-FFF2-40B4-BE49-F238E27FC236}">
                <a16:creationId xmlns:a16="http://schemas.microsoft.com/office/drawing/2014/main" id="{B325088D-3261-4729-C095-137DCD77B6F7}"/>
              </a:ext>
            </a:extLst>
          </p:cNvPr>
          <p:cNvGrpSpPr>
            <a:grpSpLocks/>
          </p:cNvGrpSpPr>
          <p:nvPr/>
        </p:nvGrpSpPr>
        <p:grpSpPr bwMode="auto">
          <a:xfrm>
            <a:off x="390525" y="1585913"/>
            <a:ext cx="3927475" cy="3900487"/>
            <a:chOff x="202" y="944"/>
            <a:chExt cx="2474" cy="2457"/>
          </a:xfrm>
        </p:grpSpPr>
        <p:sp>
          <p:nvSpPr>
            <p:cNvPr id="59472" name="Rectangle 4">
              <a:extLst>
                <a:ext uri="{FF2B5EF4-FFF2-40B4-BE49-F238E27FC236}">
                  <a16:creationId xmlns:a16="http://schemas.microsoft.com/office/drawing/2014/main" id="{6EA4C670-A86E-B83E-518A-A324AE32F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3" name="Rectangle 5">
              <a:extLst>
                <a:ext uri="{FF2B5EF4-FFF2-40B4-BE49-F238E27FC236}">
                  <a16:creationId xmlns:a16="http://schemas.microsoft.com/office/drawing/2014/main" id="{D953DBA2-52D0-6EE7-2FE3-3C042D058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4" name="Rectangle 6">
              <a:extLst>
                <a:ext uri="{FF2B5EF4-FFF2-40B4-BE49-F238E27FC236}">
                  <a16:creationId xmlns:a16="http://schemas.microsoft.com/office/drawing/2014/main" id="{619D78F5-51B1-91EE-90CF-376B76733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5" name="Rectangle 7">
              <a:extLst>
                <a:ext uri="{FF2B5EF4-FFF2-40B4-BE49-F238E27FC236}">
                  <a16:creationId xmlns:a16="http://schemas.microsoft.com/office/drawing/2014/main" id="{38CF3495-8395-1D78-E55D-E8FC8F63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6" name="Rectangle 8">
              <a:extLst>
                <a:ext uri="{FF2B5EF4-FFF2-40B4-BE49-F238E27FC236}">
                  <a16:creationId xmlns:a16="http://schemas.microsoft.com/office/drawing/2014/main" id="{EADCB8DD-05D8-0464-3930-2899B19F7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7" name="Rectangle 9">
              <a:extLst>
                <a:ext uri="{FF2B5EF4-FFF2-40B4-BE49-F238E27FC236}">
                  <a16:creationId xmlns:a16="http://schemas.microsoft.com/office/drawing/2014/main" id="{EE1C2C0F-0E02-F5DB-364F-444E24CA7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8" name="Rectangle 10">
              <a:extLst>
                <a:ext uri="{FF2B5EF4-FFF2-40B4-BE49-F238E27FC236}">
                  <a16:creationId xmlns:a16="http://schemas.microsoft.com/office/drawing/2014/main" id="{69451E7D-2D98-CC5A-0009-3C3844F56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9" name="Rectangle 11">
              <a:extLst>
                <a:ext uri="{FF2B5EF4-FFF2-40B4-BE49-F238E27FC236}">
                  <a16:creationId xmlns:a16="http://schemas.microsoft.com/office/drawing/2014/main" id="{C1B2CCF5-BD9A-6795-B78F-FA869ABB3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944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0" name="Rectangle 12">
              <a:extLst>
                <a:ext uri="{FF2B5EF4-FFF2-40B4-BE49-F238E27FC236}">
                  <a16:creationId xmlns:a16="http://schemas.microsoft.com/office/drawing/2014/main" id="{5AF42AD5-77FE-924D-0A4C-D3AAA7A42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1" name="Rectangle 13">
              <a:extLst>
                <a:ext uri="{FF2B5EF4-FFF2-40B4-BE49-F238E27FC236}">
                  <a16:creationId xmlns:a16="http://schemas.microsoft.com/office/drawing/2014/main" id="{736D0F45-5740-1FCC-6D1E-8A333CAFE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2" name="Rectangle 14">
              <a:extLst>
                <a:ext uri="{FF2B5EF4-FFF2-40B4-BE49-F238E27FC236}">
                  <a16:creationId xmlns:a16="http://schemas.microsoft.com/office/drawing/2014/main" id="{B92A246B-4AE6-6C73-FC6B-436ED67FA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3" name="Rectangle 15">
              <a:extLst>
                <a:ext uri="{FF2B5EF4-FFF2-40B4-BE49-F238E27FC236}">
                  <a16:creationId xmlns:a16="http://schemas.microsoft.com/office/drawing/2014/main" id="{10AC7E3D-FE69-74F9-964E-41F6D7C21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4" name="Rectangle 16">
              <a:extLst>
                <a:ext uri="{FF2B5EF4-FFF2-40B4-BE49-F238E27FC236}">
                  <a16:creationId xmlns:a16="http://schemas.microsoft.com/office/drawing/2014/main" id="{0A3D49C9-DE49-9E2B-32F8-02DDA28F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5" name="Rectangle 17">
              <a:extLst>
                <a:ext uri="{FF2B5EF4-FFF2-40B4-BE49-F238E27FC236}">
                  <a16:creationId xmlns:a16="http://schemas.microsoft.com/office/drawing/2014/main" id="{E6A55568-E596-815B-2783-A310E0C54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253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6" name="Rectangle 18">
              <a:extLst>
                <a:ext uri="{FF2B5EF4-FFF2-40B4-BE49-F238E27FC236}">
                  <a16:creationId xmlns:a16="http://schemas.microsoft.com/office/drawing/2014/main" id="{624432CF-820D-9E8B-1351-07A8EEAB4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7" name="Rectangle 19">
              <a:extLst>
                <a:ext uri="{FF2B5EF4-FFF2-40B4-BE49-F238E27FC236}">
                  <a16:creationId xmlns:a16="http://schemas.microsoft.com/office/drawing/2014/main" id="{506824C6-ED7A-A997-38B8-0EE8DA3B8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253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8" name="Rectangle 20">
              <a:extLst>
                <a:ext uri="{FF2B5EF4-FFF2-40B4-BE49-F238E27FC236}">
                  <a16:creationId xmlns:a16="http://schemas.microsoft.com/office/drawing/2014/main" id="{6AECC4AD-EEAE-0B53-2EA8-D69932976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89" name="Rectangle 21">
              <a:extLst>
                <a:ext uri="{FF2B5EF4-FFF2-40B4-BE49-F238E27FC236}">
                  <a16:creationId xmlns:a16="http://schemas.microsoft.com/office/drawing/2014/main" id="{7694BD84-9506-BDD4-DA80-F8A63B402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0" name="Rectangle 22">
              <a:extLst>
                <a:ext uri="{FF2B5EF4-FFF2-40B4-BE49-F238E27FC236}">
                  <a16:creationId xmlns:a16="http://schemas.microsoft.com/office/drawing/2014/main" id="{028E4A70-AFC0-ACB3-F751-420610931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1" name="Rectangle 23">
              <a:extLst>
                <a:ext uri="{FF2B5EF4-FFF2-40B4-BE49-F238E27FC236}">
                  <a16:creationId xmlns:a16="http://schemas.microsoft.com/office/drawing/2014/main" id="{200BCD03-D468-B4FE-4D4E-7EB69BA42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2" name="Rectangle 24">
              <a:extLst>
                <a:ext uri="{FF2B5EF4-FFF2-40B4-BE49-F238E27FC236}">
                  <a16:creationId xmlns:a16="http://schemas.microsoft.com/office/drawing/2014/main" id="{4BAF3A7C-D755-0247-4C63-00C93E6BB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3" name="Rectangle 25">
              <a:extLst>
                <a:ext uri="{FF2B5EF4-FFF2-40B4-BE49-F238E27FC236}">
                  <a16:creationId xmlns:a16="http://schemas.microsoft.com/office/drawing/2014/main" id="{26FE2CF4-E038-B569-7D1B-2D9EED821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556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4" name="Rectangle 26">
              <a:extLst>
                <a:ext uri="{FF2B5EF4-FFF2-40B4-BE49-F238E27FC236}">
                  <a16:creationId xmlns:a16="http://schemas.microsoft.com/office/drawing/2014/main" id="{CC3A73F7-D3E9-7A81-343B-DD68AA75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5" name="Rectangle 27">
              <a:extLst>
                <a:ext uri="{FF2B5EF4-FFF2-40B4-BE49-F238E27FC236}">
                  <a16:creationId xmlns:a16="http://schemas.microsoft.com/office/drawing/2014/main" id="{D1768C6A-03CF-68BB-2B51-2B7F5EE59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556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6" name="Rectangle 28">
              <a:extLst>
                <a:ext uri="{FF2B5EF4-FFF2-40B4-BE49-F238E27FC236}">
                  <a16:creationId xmlns:a16="http://schemas.microsoft.com/office/drawing/2014/main" id="{2BE4D481-551A-71CB-FCD9-9819EEF81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7" name="Rectangle 29">
              <a:extLst>
                <a:ext uri="{FF2B5EF4-FFF2-40B4-BE49-F238E27FC236}">
                  <a16:creationId xmlns:a16="http://schemas.microsoft.com/office/drawing/2014/main" id="{11242EC0-D93C-76F5-9D5B-0857A530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8" name="Rectangle 30">
              <a:extLst>
                <a:ext uri="{FF2B5EF4-FFF2-40B4-BE49-F238E27FC236}">
                  <a16:creationId xmlns:a16="http://schemas.microsoft.com/office/drawing/2014/main" id="{E79182AD-DA75-2142-FB1B-2E60422C5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99" name="Rectangle 31">
              <a:extLst>
                <a:ext uri="{FF2B5EF4-FFF2-40B4-BE49-F238E27FC236}">
                  <a16:creationId xmlns:a16="http://schemas.microsoft.com/office/drawing/2014/main" id="{2C57239D-3A7A-680C-730E-CBAE109B0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0" name="Rectangle 32">
              <a:extLst>
                <a:ext uri="{FF2B5EF4-FFF2-40B4-BE49-F238E27FC236}">
                  <a16:creationId xmlns:a16="http://schemas.microsoft.com/office/drawing/2014/main" id="{A1DB5FE7-8469-8E73-05F1-2CBAEE604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65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1" name="Rectangle 33">
              <a:extLst>
                <a:ext uri="{FF2B5EF4-FFF2-40B4-BE49-F238E27FC236}">
                  <a16:creationId xmlns:a16="http://schemas.microsoft.com/office/drawing/2014/main" id="{A3D952F2-099A-E765-FF80-B337EF976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2" name="Rectangle 34">
              <a:extLst>
                <a:ext uri="{FF2B5EF4-FFF2-40B4-BE49-F238E27FC236}">
                  <a16:creationId xmlns:a16="http://schemas.microsoft.com/office/drawing/2014/main" id="{2AE3434D-9457-4113-1F01-89F8F033E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3" name="Rectangle 35">
              <a:extLst>
                <a:ext uri="{FF2B5EF4-FFF2-40B4-BE49-F238E27FC236}">
                  <a16:creationId xmlns:a16="http://schemas.microsoft.com/office/drawing/2014/main" id="{F2F54638-208E-6B16-C33B-782A32C91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65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4" name="Rectangle 36">
              <a:extLst>
                <a:ext uri="{FF2B5EF4-FFF2-40B4-BE49-F238E27FC236}">
                  <a16:creationId xmlns:a16="http://schemas.microsoft.com/office/drawing/2014/main" id="{8DE83589-12FE-566D-290D-CBEB447E6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5" name="Rectangle 37">
              <a:extLst>
                <a:ext uri="{FF2B5EF4-FFF2-40B4-BE49-F238E27FC236}">
                  <a16:creationId xmlns:a16="http://schemas.microsoft.com/office/drawing/2014/main" id="{8727A264-85DB-E0A4-D61D-B3980C783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6" name="Rectangle 38">
              <a:extLst>
                <a:ext uri="{FF2B5EF4-FFF2-40B4-BE49-F238E27FC236}">
                  <a16:creationId xmlns:a16="http://schemas.microsoft.com/office/drawing/2014/main" id="{8055624E-59A6-89C3-251E-8F4CA75D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7" name="Rectangle 39">
              <a:extLst>
                <a:ext uri="{FF2B5EF4-FFF2-40B4-BE49-F238E27FC236}">
                  <a16:creationId xmlns:a16="http://schemas.microsoft.com/office/drawing/2014/main" id="{030A1AB4-875E-732D-BD0F-750E253CF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0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8" name="Rectangle 40">
              <a:extLst>
                <a:ext uri="{FF2B5EF4-FFF2-40B4-BE49-F238E27FC236}">
                  <a16:creationId xmlns:a16="http://schemas.microsoft.com/office/drawing/2014/main" id="{6EA4DF22-28A1-C988-FB67-313A0ECD4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09" name="Rectangle 41">
              <a:extLst>
                <a:ext uri="{FF2B5EF4-FFF2-40B4-BE49-F238E27FC236}">
                  <a16:creationId xmlns:a16="http://schemas.microsoft.com/office/drawing/2014/main" id="{7A4BA46A-6FB9-16EE-70CF-BCD68841A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0" name="Rectangle 42">
              <a:extLst>
                <a:ext uri="{FF2B5EF4-FFF2-40B4-BE49-F238E27FC236}">
                  <a16:creationId xmlns:a16="http://schemas.microsoft.com/office/drawing/2014/main" id="{4521E61F-42FF-B1A2-7D05-6347669FB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1" name="Rectangle 43">
              <a:extLst>
                <a:ext uri="{FF2B5EF4-FFF2-40B4-BE49-F238E27FC236}">
                  <a16:creationId xmlns:a16="http://schemas.microsoft.com/office/drawing/2014/main" id="{CD41A9A2-DC25-A114-7B3F-F41B032BB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70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2" name="Rectangle 44">
              <a:extLst>
                <a:ext uri="{FF2B5EF4-FFF2-40B4-BE49-F238E27FC236}">
                  <a16:creationId xmlns:a16="http://schemas.microsoft.com/office/drawing/2014/main" id="{320D2BE9-C84D-0CB3-C421-17C96D81A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3" name="Rectangle 45">
              <a:extLst>
                <a:ext uri="{FF2B5EF4-FFF2-40B4-BE49-F238E27FC236}">
                  <a16:creationId xmlns:a16="http://schemas.microsoft.com/office/drawing/2014/main" id="{26EA27B5-4757-C8D1-6CFC-19F673962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4" name="Rectangle 46">
              <a:extLst>
                <a:ext uri="{FF2B5EF4-FFF2-40B4-BE49-F238E27FC236}">
                  <a16:creationId xmlns:a16="http://schemas.microsoft.com/office/drawing/2014/main" id="{4B3C1F7B-7B94-B25E-4182-1F89FCCCE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5" name="Rectangle 47">
              <a:extLst>
                <a:ext uri="{FF2B5EF4-FFF2-40B4-BE49-F238E27FC236}">
                  <a16:creationId xmlns:a16="http://schemas.microsoft.com/office/drawing/2014/main" id="{AE682751-AA92-36C7-A13B-873B96FAF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4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6" name="Rectangle 48">
              <a:extLst>
                <a:ext uri="{FF2B5EF4-FFF2-40B4-BE49-F238E27FC236}">
                  <a16:creationId xmlns:a16="http://schemas.microsoft.com/office/drawing/2014/main" id="{B41BF252-E745-348F-7ED1-FC21FB146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7" name="Rectangle 49">
              <a:extLst>
                <a:ext uri="{FF2B5EF4-FFF2-40B4-BE49-F238E27FC236}">
                  <a16:creationId xmlns:a16="http://schemas.microsoft.com/office/drawing/2014/main" id="{4FB259D5-11B0-37C7-6B9E-92B4B66FA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8" name="Rectangle 50">
              <a:extLst>
                <a:ext uri="{FF2B5EF4-FFF2-40B4-BE49-F238E27FC236}">
                  <a16:creationId xmlns:a16="http://schemas.microsoft.com/office/drawing/2014/main" id="{CF3AABE7-22ED-BBAA-89EC-D6A36706E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19" name="Rectangle 51">
              <a:extLst>
                <a:ext uri="{FF2B5EF4-FFF2-40B4-BE49-F238E27FC236}">
                  <a16:creationId xmlns:a16="http://schemas.microsoft.com/office/drawing/2014/main" id="{185BD379-BBE2-0804-BEB7-3239A2E34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479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0" name="Rectangle 52">
              <a:extLst>
                <a:ext uri="{FF2B5EF4-FFF2-40B4-BE49-F238E27FC236}">
                  <a16:creationId xmlns:a16="http://schemas.microsoft.com/office/drawing/2014/main" id="{0DDB9B0F-75FB-E1DE-1CA1-C3A0F3F77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1" name="Rectangle 53">
              <a:extLst>
                <a:ext uri="{FF2B5EF4-FFF2-40B4-BE49-F238E27FC236}">
                  <a16:creationId xmlns:a16="http://schemas.microsoft.com/office/drawing/2014/main" id="{F2E1C9CF-D1EE-55A6-2E98-C62561659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2" name="Rectangle 54">
              <a:extLst>
                <a:ext uri="{FF2B5EF4-FFF2-40B4-BE49-F238E27FC236}">
                  <a16:creationId xmlns:a16="http://schemas.microsoft.com/office/drawing/2014/main" id="{FD2FC4AC-C22F-1D14-8130-DB93B5918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3" name="Rectangle 55">
              <a:extLst>
                <a:ext uri="{FF2B5EF4-FFF2-40B4-BE49-F238E27FC236}">
                  <a16:creationId xmlns:a16="http://schemas.microsoft.com/office/drawing/2014/main" id="{513B7ED3-C576-0219-F3AE-4E6E3D57A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4" name="Rectangle 56">
              <a:extLst>
                <a:ext uri="{FF2B5EF4-FFF2-40B4-BE49-F238E27FC236}">
                  <a16:creationId xmlns:a16="http://schemas.microsoft.com/office/drawing/2014/main" id="{FF63DD63-0C5E-CEB7-0BE7-7E4017325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5" name="Rectangle 57">
              <a:extLst>
                <a:ext uri="{FF2B5EF4-FFF2-40B4-BE49-F238E27FC236}">
                  <a16:creationId xmlns:a16="http://schemas.microsoft.com/office/drawing/2014/main" id="{077042C4-91B5-0BDE-E081-4F85B6029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6" name="Rectangle 58">
              <a:extLst>
                <a:ext uri="{FF2B5EF4-FFF2-40B4-BE49-F238E27FC236}">
                  <a16:creationId xmlns:a16="http://schemas.microsoft.com/office/drawing/2014/main" id="{570B840E-0DF0-5A23-471C-DED025414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7" name="Rectangle 59">
              <a:extLst>
                <a:ext uri="{FF2B5EF4-FFF2-40B4-BE49-F238E27FC236}">
                  <a16:creationId xmlns:a16="http://schemas.microsoft.com/office/drawing/2014/main" id="{EADA0D2C-AC4E-C3DF-510D-D4F30E417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82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8" name="Rectangle 60">
              <a:extLst>
                <a:ext uri="{FF2B5EF4-FFF2-40B4-BE49-F238E27FC236}">
                  <a16:creationId xmlns:a16="http://schemas.microsoft.com/office/drawing/2014/main" id="{2706DAD7-2CFB-E85D-A04E-48D67B712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29" name="Rectangle 61">
              <a:extLst>
                <a:ext uri="{FF2B5EF4-FFF2-40B4-BE49-F238E27FC236}">
                  <a16:creationId xmlns:a16="http://schemas.microsoft.com/office/drawing/2014/main" id="{E8A0E2B9-7F77-6264-C7F4-8BA397978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0" name="Rectangle 62">
              <a:extLst>
                <a:ext uri="{FF2B5EF4-FFF2-40B4-BE49-F238E27FC236}">
                  <a16:creationId xmlns:a16="http://schemas.microsoft.com/office/drawing/2014/main" id="{0F4310BC-6E3E-0368-E3B2-C59D0826F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1" name="Rectangle 63">
              <a:extLst>
                <a:ext uri="{FF2B5EF4-FFF2-40B4-BE49-F238E27FC236}">
                  <a16:creationId xmlns:a16="http://schemas.microsoft.com/office/drawing/2014/main" id="{E2EE5950-3182-7D2A-0D5F-BB8C1FD40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2" name="Rectangle 64">
              <a:extLst>
                <a:ext uri="{FF2B5EF4-FFF2-40B4-BE49-F238E27FC236}">
                  <a16:creationId xmlns:a16="http://schemas.microsoft.com/office/drawing/2014/main" id="{B8C934E6-C321-FFC7-2DA0-CB0DC9742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3" name="Rectangle 65">
              <a:extLst>
                <a:ext uri="{FF2B5EF4-FFF2-40B4-BE49-F238E27FC236}">
                  <a16:creationId xmlns:a16="http://schemas.microsoft.com/office/drawing/2014/main" id="{3B3E2B33-B2A6-974D-425E-F102E1B7D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4" name="Rectangle 66">
              <a:extLst>
                <a:ext uri="{FF2B5EF4-FFF2-40B4-BE49-F238E27FC236}">
                  <a16:creationId xmlns:a16="http://schemas.microsoft.com/office/drawing/2014/main" id="{0B9BA9EC-E475-8E2F-5DBF-C8B56529E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35" name="Rectangle 67">
              <a:extLst>
                <a:ext uri="{FF2B5EF4-FFF2-40B4-BE49-F238E27FC236}">
                  <a16:creationId xmlns:a16="http://schemas.microsoft.com/office/drawing/2014/main" id="{F5FAB40B-2202-AE8C-6BFC-CB04E4811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3091"/>
              <a:ext cx="310" cy="310"/>
            </a:xfrm>
            <a:prstGeom prst="rect">
              <a:avLst/>
            </a:prstGeom>
            <a:solidFill>
              <a:srgbClr val="EAF1F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59396" name="Text Box 78">
            <a:extLst>
              <a:ext uri="{FF2B5EF4-FFF2-40B4-BE49-F238E27FC236}">
                <a16:creationId xmlns:a16="http://schemas.microsoft.com/office/drawing/2014/main" id="{748E7CEA-77A9-16B2-867E-2FF2E5233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59397" name="Group 79">
            <a:extLst>
              <a:ext uri="{FF2B5EF4-FFF2-40B4-BE49-F238E27FC236}">
                <a16:creationId xmlns:a16="http://schemas.microsoft.com/office/drawing/2014/main" id="{4A0DA1BA-1D3B-5F21-7DC0-AB301B0E0D11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59463" name="Rectangle 80">
              <a:extLst>
                <a:ext uri="{FF2B5EF4-FFF2-40B4-BE49-F238E27FC236}">
                  <a16:creationId xmlns:a16="http://schemas.microsoft.com/office/drawing/2014/main" id="{B1499B85-3F61-FA95-303F-749CF07DF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4" name="Rectangle 81">
              <a:extLst>
                <a:ext uri="{FF2B5EF4-FFF2-40B4-BE49-F238E27FC236}">
                  <a16:creationId xmlns:a16="http://schemas.microsoft.com/office/drawing/2014/main" id="{5F104C00-A60D-2A3D-F869-BB2DCD577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5" name="Rectangle 82">
              <a:extLst>
                <a:ext uri="{FF2B5EF4-FFF2-40B4-BE49-F238E27FC236}">
                  <a16:creationId xmlns:a16="http://schemas.microsoft.com/office/drawing/2014/main" id="{C0570AB8-1FA0-ED74-459D-4E7C0F40B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6" name="Rectangle 83">
              <a:extLst>
                <a:ext uri="{FF2B5EF4-FFF2-40B4-BE49-F238E27FC236}">
                  <a16:creationId xmlns:a16="http://schemas.microsoft.com/office/drawing/2014/main" id="{FB6E6E9E-D2BA-5112-7E2B-17187B463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7" name="Rectangle 84">
              <a:extLst>
                <a:ext uri="{FF2B5EF4-FFF2-40B4-BE49-F238E27FC236}">
                  <a16:creationId xmlns:a16="http://schemas.microsoft.com/office/drawing/2014/main" id="{7B250784-DA27-A0C3-EC46-DEA576FFA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8" name="Rectangle 85">
              <a:extLst>
                <a:ext uri="{FF2B5EF4-FFF2-40B4-BE49-F238E27FC236}">
                  <a16:creationId xmlns:a16="http://schemas.microsoft.com/office/drawing/2014/main" id="{2392F14C-0380-8D25-67FF-1E28DD60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9" name="Rectangle 86">
              <a:extLst>
                <a:ext uri="{FF2B5EF4-FFF2-40B4-BE49-F238E27FC236}">
                  <a16:creationId xmlns:a16="http://schemas.microsoft.com/office/drawing/2014/main" id="{81CEFC08-55D1-8F00-1EF9-FB0EA6D34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0" name="Rectangle 87">
              <a:extLst>
                <a:ext uri="{FF2B5EF4-FFF2-40B4-BE49-F238E27FC236}">
                  <a16:creationId xmlns:a16="http://schemas.microsoft.com/office/drawing/2014/main" id="{427DB70C-4D58-02F6-A70A-518946F88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71" name="Rectangle 88">
              <a:extLst>
                <a:ext uri="{FF2B5EF4-FFF2-40B4-BE49-F238E27FC236}">
                  <a16:creationId xmlns:a16="http://schemas.microsoft.com/office/drawing/2014/main" id="{6B194255-9667-76F3-3E0E-488B9A1B4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9398" name="Group 399">
            <a:extLst>
              <a:ext uri="{FF2B5EF4-FFF2-40B4-BE49-F238E27FC236}">
                <a16:creationId xmlns:a16="http://schemas.microsoft.com/office/drawing/2014/main" id="{8DEB3411-97D4-CE9F-CA3A-8D9623EAD73B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59399" name="Rectangle 400">
              <a:extLst>
                <a:ext uri="{FF2B5EF4-FFF2-40B4-BE49-F238E27FC236}">
                  <a16:creationId xmlns:a16="http://schemas.microsoft.com/office/drawing/2014/main" id="{CBA1214A-DA13-E3DC-83EC-4CFC3999B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0" name="Rectangle 401">
              <a:extLst>
                <a:ext uri="{FF2B5EF4-FFF2-40B4-BE49-F238E27FC236}">
                  <a16:creationId xmlns:a16="http://schemas.microsoft.com/office/drawing/2014/main" id="{981D4D7B-71DD-8B1E-ADF2-3106D9F75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1" name="Rectangle 402">
              <a:extLst>
                <a:ext uri="{FF2B5EF4-FFF2-40B4-BE49-F238E27FC236}">
                  <a16:creationId xmlns:a16="http://schemas.microsoft.com/office/drawing/2014/main" id="{1B069839-EC61-6FE0-C9E7-AA6E6F17E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2" name="Rectangle 403">
              <a:extLst>
                <a:ext uri="{FF2B5EF4-FFF2-40B4-BE49-F238E27FC236}">
                  <a16:creationId xmlns:a16="http://schemas.microsoft.com/office/drawing/2014/main" id="{62FE627B-4EB2-C5BA-A57F-214E4D1B0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3" name="Rectangle 404">
              <a:extLst>
                <a:ext uri="{FF2B5EF4-FFF2-40B4-BE49-F238E27FC236}">
                  <a16:creationId xmlns:a16="http://schemas.microsoft.com/office/drawing/2014/main" id="{09E108ED-F614-4043-449A-5FC3B9D50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4" name="Rectangle 405">
              <a:extLst>
                <a:ext uri="{FF2B5EF4-FFF2-40B4-BE49-F238E27FC236}">
                  <a16:creationId xmlns:a16="http://schemas.microsoft.com/office/drawing/2014/main" id="{5F8F6E71-6191-CE02-3714-98635F1D6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5" name="Rectangle 406">
              <a:extLst>
                <a:ext uri="{FF2B5EF4-FFF2-40B4-BE49-F238E27FC236}">
                  <a16:creationId xmlns:a16="http://schemas.microsoft.com/office/drawing/2014/main" id="{65F339DE-EF92-9CB6-0249-52096AB4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6" name="Rectangle 407">
              <a:extLst>
                <a:ext uri="{FF2B5EF4-FFF2-40B4-BE49-F238E27FC236}">
                  <a16:creationId xmlns:a16="http://schemas.microsoft.com/office/drawing/2014/main" id="{48537561-0D43-7171-75A9-A43F41960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7" name="Rectangle 408">
              <a:extLst>
                <a:ext uri="{FF2B5EF4-FFF2-40B4-BE49-F238E27FC236}">
                  <a16:creationId xmlns:a16="http://schemas.microsoft.com/office/drawing/2014/main" id="{FF54399C-BF6E-D7DB-C1E8-E2BFD6CC5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8" name="Rectangle 409">
              <a:extLst>
                <a:ext uri="{FF2B5EF4-FFF2-40B4-BE49-F238E27FC236}">
                  <a16:creationId xmlns:a16="http://schemas.microsoft.com/office/drawing/2014/main" id="{2AA9B700-6E97-ECB6-CA90-DA883B655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09" name="Rectangle 410">
              <a:extLst>
                <a:ext uri="{FF2B5EF4-FFF2-40B4-BE49-F238E27FC236}">
                  <a16:creationId xmlns:a16="http://schemas.microsoft.com/office/drawing/2014/main" id="{2D915E63-AC68-698C-1008-DDDD8E048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0" name="Rectangle 411">
              <a:extLst>
                <a:ext uri="{FF2B5EF4-FFF2-40B4-BE49-F238E27FC236}">
                  <a16:creationId xmlns:a16="http://schemas.microsoft.com/office/drawing/2014/main" id="{EDFC17E6-0592-966F-7DCA-8B064E83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1" name="Rectangle 412">
              <a:extLst>
                <a:ext uri="{FF2B5EF4-FFF2-40B4-BE49-F238E27FC236}">
                  <a16:creationId xmlns:a16="http://schemas.microsoft.com/office/drawing/2014/main" id="{E52D05B2-5651-C0E1-C96D-12E61136E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2" name="Rectangle 413">
              <a:extLst>
                <a:ext uri="{FF2B5EF4-FFF2-40B4-BE49-F238E27FC236}">
                  <a16:creationId xmlns:a16="http://schemas.microsoft.com/office/drawing/2014/main" id="{45DE94F9-0C86-8678-4627-9E95C24DB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3" name="Rectangle 414">
              <a:extLst>
                <a:ext uri="{FF2B5EF4-FFF2-40B4-BE49-F238E27FC236}">
                  <a16:creationId xmlns:a16="http://schemas.microsoft.com/office/drawing/2014/main" id="{280EDC38-D36C-1E78-A1B7-380C93457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4" name="Rectangle 415">
              <a:extLst>
                <a:ext uri="{FF2B5EF4-FFF2-40B4-BE49-F238E27FC236}">
                  <a16:creationId xmlns:a16="http://schemas.microsoft.com/office/drawing/2014/main" id="{73C6007B-8F66-D107-8748-E37E7F276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5" name="Rectangle 416">
              <a:extLst>
                <a:ext uri="{FF2B5EF4-FFF2-40B4-BE49-F238E27FC236}">
                  <a16:creationId xmlns:a16="http://schemas.microsoft.com/office/drawing/2014/main" id="{CA779AE6-CB59-330F-1F24-FE5096099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6" name="Rectangle 417">
              <a:extLst>
                <a:ext uri="{FF2B5EF4-FFF2-40B4-BE49-F238E27FC236}">
                  <a16:creationId xmlns:a16="http://schemas.microsoft.com/office/drawing/2014/main" id="{51A7F554-7ACF-234C-8EEA-9C4B03A0C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7" name="Rectangle 418">
              <a:extLst>
                <a:ext uri="{FF2B5EF4-FFF2-40B4-BE49-F238E27FC236}">
                  <a16:creationId xmlns:a16="http://schemas.microsoft.com/office/drawing/2014/main" id="{11F7D97C-D4EC-581B-D242-817551696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8" name="Rectangle 419">
              <a:extLst>
                <a:ext uri="{FF2B5EF4-FFF2-40B4-BE49-F238E27FC236}">
                  <a16:creationId xmlns:a16="http://schemas.microsoft.com/office/drawing/2014/main" id="{1655C7FE-670F-E0F4-1462-3EA5B75EE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19" name="Rectangle 420">
              <a:extLst>
                <a:ext uri="{FF2B5EF4-FFF2-40B4-BE49-F238E27FC236}">
                  <a16:creationId xmlns:a16="http://schemas.microsoft.com/office/drawing/2014/main" id="{3CE56B06-C2F8-9365-2C3C-609A3178B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0" name="Rectangle 421">
              <a:extLst>
                <a:ext uri="{FF2B5EF4-FFF2-40B4-BE49-F238E27FC236}">
                  <a16:creationId xmlns:a16="http://schemas.microsoft.com/office/drawing/2014/main" id="{9D3A66A1-48DB-98EE-4007-B791A7B75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1" name="Rectangle 422">
              <a:extLst>
                <a:ext uri="{FF2B5EF4-FFF2-40B4-BE49-F238E27FC236}">
                  <a16:creationId xmlns:a16="http://schemas.microsoft.com/office/drawing/2014/main" id="{BD8F27D6-752E-B25E-69B6-E5E704267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2" name="Rectangle 423">
              <a:extLst>
                <a:ext uri="{FF2B5EF4-FFF2-40B4-BE49-F238E27FC236}">
                  <a16:creationId xmlns:a16="http://schemas.microsoft.com/office/drawing/2014/main" id="{63A9B434-BEBB-BAA7-C547-1F62F3CEC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3" name="Rectangle 424">
              <a:extLst>
                <a:ext uri="{FF2B5EF4-FFF2-40B4-BE49-F238E27FC236}">
                  <a16:creationId xmlns:a16="http://schemas.microsoft.com/office/drawing/2014/main" id="{ED249BB2-AC78-072B-F8AE-3FC8B0C8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4" name="Rectangle 425">
              <a:extLst>
                <a:ext uri="{FF2B5EF4-FFF2-40B4-BE49-F238E27FC236}">
                  <a16:creationId xmlns:a16="http://schemas.microsoft.com/office/drawing/2014/main" id="{F2EDD318-AE3B-490B-3A1A-0DAFA4B3E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5" name="Rectangle 426">
              <a:extLst>
                <a:ext uri="{FF2B5EF4-FFF2-40B4-BE49-F238E27FC236}">
                  <a16:creationId xmlns:a16="http://schemas.microsoft.com/office/drawing/2014/main" id="{A28ED5AA-4213-52EC-18B8-B6FAA3559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6" name="Rectangle 427">
              <a:extLst>
                <a:ext uri="{FF2B5EF4-FFF2-40B4-BE49-F238E27FC236}">
                  <a16:creationId xmlns:a16="http://schemas.microsoft.com/office/drawing/2014/main" id="{0305DC5F-6AD2-F427-EA9A-75EEB0198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7" name="Rectangle 428">
              <a:extLst>
                <a:ext uri="{FF2B5EF4-FFF2-40B4-BE49-F238E27FC236}">
                  <a16:creationId xmlns:a16="http://schemas.microsoft.com/office/drawing/2014/main" id="{83001B72-27FC-2D44-41A7-CABBB8337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8" name="Rectangle 429">
              <a:extLst>
                <a:ext uri="{FF2B5EF4-FFF2-40B4-BE49-F238E27FC236}">
                  <a16:creationId xmlns:a16="http://schemas.microsoft.com/office/drawing/2014/main" id="{C8C1470E-EF04-1309-8B74-2BE1F9FC1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29" name="Rectangle 430">
              <a:extLst>
                <a:ext uri="{FF2B5EF4-FFF2-40B4-BE49-F238E27FC236}">
                  <a16:creationId xmlns:a16="http://schemas.microsoft.com/office/drawing/2014/main" id="{214EF699-4865-2FF0-F125-324E95870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0" name="Rectangle 431">
              <a:extLst>
                <a:ext uri="{FF2B5EF4-FFF2-40B4-BE49-F238E27FC236}">
                  <a16:creationId xmlns:a16="http://schemas.microsoft.com/office/drawing/2014/main" id="{4CAEE6EC-7D6F-A182-1046-66DB3945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1" name="Rectangle 432">
              <a:extLst>
                <a:ext uri="{FF2B5EF4-FFF2-40B4-BE49-F238E27FC236}">
                  <a16:creationId xmlns:a16="http://schemas.microsoft.com/office/drawing/2014/main" id="{22FA7F57-B199-BCF8-611A-1260BFCA0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2" name="Rectangle 433">
              <a:extLst>
                <a:ext uri="{FF2B5EF4-FFF2-40B4-BE49-F238E27FC236}">
                  <a16:creationId xmlns:a16="http://schemas.microsoft.com/office/drawing/2014/main" id="{0766C913-B7CD-6983-1782-347B45B06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3" name="Rectangle 434">
              <a:extLst>
                <a:ext uri="{FF2B5EF4-FFF2-40B4-BE49-F238E27FC236}">
                  <a16:creationId xmlns:a16="http://schemas.microsoft.com/office/drawing/2014/main" id="{2F6031B1-557F-2698-AFB5-93F92C02E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4" name="Rectangle 435">
              <a:extLst>
                <a:ext uri="{FF2B5EF4-FFF2-40B4-BE49-F238E27FC236}">
                  <a16:creationId xmlns:a16="http://schemas.microsoft.com/office/drawing/2014/main" id="{4D8A7674-032F-99F6-4D5A-1EA555CF7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5" name="Rectangle 436">
              <a:extLst>
                <a:ext uri="{FF2B5EF4-FFF2-40B4-BE49-F238E27FC236}">
                  <a16:creationId xmlns:a16="http://schemas.microsoft.com/office/drawing/2014/main" id="{8B55B7C7-B8AF-D110-D283-1EBED4EBF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6" name="Rectangle 437">
              <a:extLst>
                <a:ext uri="{FF2B5EF4-FFF2-40B4-BE49-F238E27FC236}">
                  <a16:creationId xmlns:a16="http://schemas.microsoft.com/office/drawing/2014/main" id="{51B93E8F-818E-F268-7EF4-4F59341FB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7" name="Rectangle 438">
              <a:extLst>
                <a:ext uri="{FF2B5EF4-FFF2-40B4-BE49-F238E27FC236}">
                  <a16:creationId xmlns:a16="http://schemas.microsoft.com/office/drawing/2014/main" id="{08784595-A670-787A-D690-9B8EE5F1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8" name="Rectangle 439">
              <a:extLst>
                <a:ext uri="{FF2B5EF4-FFF2-40B4-BE49-F238E27FC236}">
                  <a16:creationId xmlns:a16="http://schemas.microsoft.com/office/drawing/2014/main" id="{F9D4AF6E-8244-B226-12C1-DF834DE13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39" name="Rectangle 440">
              <a:extLst>
                <a:ext uri="{FF2B5EF4-FFF2-40B4-BE49-F238E27FC236}">
                  <a16:creationId xmlns:a16="http://schemas.microsoft.com/office/drawing/2014/main" id="{41EBFDF1-F929-AC2F-ACB0-C505F76A2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0" name="Rectangle 441">
              <a:extLst>
                <a:ext uri="{FF2B5EF4-FFF2-40B4-BE49-F238E27FC236}">
                  <a16:creationId xmlns:a16="http://schemas.microsoft.com/office/drawing/2014/main" id="{2D8DEBD0-FC20-5E13-8357-2A96DDD0C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1" name="Rectangle 442">
              <a:extLst>
                <a:ext uri="{FF2B5EF4-FFF2-40B4-BE49-F238E27FC236}">
                  <a16:creationId xmlns:a16="http://schemas.microsoft.com/office/drawing/2014/main" id="{AE782BD0-924F-E2B7-FBA0-C3FE01FDE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2" name="Rectangle 443">
              <a:extLst>
                <a:ext uri="{FF2B5EF4-FFF2-40B4-BE49-F238E27FC236}">
                  <a16:creationId xmlns:a16="http://schemas.microsoft.com/office/drawing/2014/main" id="{99094479-AF12-68F6-9A18-B2BE76610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3" name="Rectangle 444">
              <a:extLst>
                <a:ext uri="{FF2B5EF4-FFF2-40B4-BE49-F238E27FC236}">
                  <a16:creationId xmlns:a16="http://schemas.microsoft.com/office/drawing/2014/main" id="{044C2994-D51B-04FA-C949-9DE2E5C0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4" name="Rectangle 445">
              <a:extLst>
                <a:ext uri="{FF2B5EF4-FFF2-40B4-BE49-F238E27FC236}">
                  <a16:creationId xmlns:a16="http://schemas.microsoft.com/office/drawing/2014/main" id="{B5EFE42F-898B-028C-54C2-957A0CBB1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5" name="Rectangle 446">
              <a:extLst>
                <a:ext uri="{FF2B5EF4-FFF2-40B4-BE49-F238E27FC236}">
                  <a16:creationId xmlns:a16="http://schemas.microsoft.com/office/drawing/2014/main" id="{FB5391EF-A420-24E3-C970-364B89C73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6" name="Rectangle 447">
              <a:extLst>
                <a:ext uri="{FF2B5EF4-FFF2-40B4-BE49-F238E27FC236}">
                  <a16:creationId xmlns:a16="http://schemas.microsoft.com/office/drawing/2014/main" id="{151EDDDA-87B5-637D-852D-BA30D6BFE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7" name="Rectangle 448">
              <a:extLst>
                <a:ext uri="{FF2B5EF4-FFF2-40B4-BE49-F238E27FC236}">
                  <a16:creationId xmlns:a16="http://schemas.microsoft.com/office/drawing/2014/main" id="{D73956C5-B6DA-184C-7459-89D4A41D8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8" name="Rectangle 449">
              <a:extLst>
                <a:ext uri="{FF2B5EF4-FFF2-40B4-BE49-F238E27FC236}">
                  <a16:creationId xmlns:a16="http://schemas.microsoft.com/office/drawing/2014/main" id="{F72E718D-8071-EAEE-7B6F-A08739854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49" name="Rectangle 450">
              <a:extLst>
                <a:ext uri="{FF2B5EF4-FFF2-40B4-BE49-F238E27FC236}">
                  <a16:creationId xmlns:a16="http://schemas.microsoft.com/office/drawing/2014/main" id="{4AA58A85-E45D-4F51-9383-90390969F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0" name="Rectangle 451">
              <a:extLst>
                <a:ext uri="{FF2B5EF4-FFF2-40B4-BE49-F238E27FC236}">
                  <a16:creationId xmlns:a16="http://schemas.microsoft.com/office/drawing/2014/main" id="{890457B5-AF39-1727-D807-4EBD0AB24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1" name="Rectangle 452">
              <a:extLst>
                <a:ext uri="{FF2B5EF4-FFF2-40B4-BE49-F238E27FC236}">
                  <a16:creationId xmlns:a16="http://schemas.microsoft.com/office/drawing/2014/main" id="{4EDB7CC3-433D-AD27-CFC6-70F1F6605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2" name="Rectangle 453">
              <a:extLst>
                <a:ext uri="{FF2B5EF4-FFF2-40B4-BE49-F238E27FC236}">
                  <a16:creationId xmlns:a16="http://schemas.microsoft.com/office/drawing/2014/main" id="{E7ABE20A-9D91-2CA3-1780-0DF3C96B9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3" name="Rectangle 454">
              <a:extLst>
                <a:ext uri="{FF2B5EF4-FFF2-40B4-BE49-F238E27FC236}">
                  <a16:creationId xmlns:a16="http://schemas.microsoft.com/office/drawing/2014/main" id="{812C7231-8706-6738-46B7-66F96EBC6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4" name="Rectangle 455">
              <a:extLst>
                <a:ext uri="{FF2B5EF4-FFF2-40B4-BE49-F238E27FC236}">
                  <a16:creationId xmlns:a16="http://schemas.microsoft.com/office/drawing/2014/main" id="{3A3B56CE-A1B3-90DE-4CEF-5747EBAD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5" name="Rectangle 456">
              <a:extLst>
                <a:ext uri="{FF2B5EF4-FFF2-40B4-BE49-F238E27FC236}">
                  <a16:creationId xmlns:a16="http://schemas.microsoft.com/office/drawing/2014/main" id="{F6E75A91-5BE9-026E-8863-4BC1D8599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6" name="Rectangle 457">
              <a:extLst>
                <a:ext uri="{FF2B5EF4-FFF2-40B4-BE49-F238E27FC236}">
                  <a16:creationId xmlns:a16="http://schemas.microsoft.com/office/drawing/2014/main" id="{E696186B-F58F-01EA-0C6C-402F61109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7" name="Rectangle 458">
              <a:extLst>
                <a:ext uri="{FF2B5EF4-FFF2-40B4-BE49-F238E27FC236}">
                  <a16:creationId xmlns:a16="http://schemas.microsoft.com/office/drawing/2014/main" id="{7BF040C0-8FBB-EE45-509F-479BF2FD9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8" name="Rectangle 459">
              <a:extLst>
                <a:ext uri="{FF2B5EF4-FFF2-40B4-BE49-F238E27FC236}">
                  <a16:creationId xmlns:a16="http://schemas.microsoft.com/office/drawing/2014/main" id="{633C342D-CA21-198F-B58B-6BECF1500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59" name="Rectangle 460">
              <a:extLst>
                <a:ext uri="{FF2B5EF4-FFF2-40B4-BE49-F238E27FC236}">
                  <a16:creationId xmlns:a16="http://schemas.microsoft.com/office/drawing/2014/main" id="{5DF97CF7-1331-CCB9-0C83-06EE3C7D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0" name="Rectangle 461">
              <a:extLst>
                <a:ext uri="{FF2B5EF4-FFF2-40B4-BE49-F238E27FC236}">
                  <a16:creationId xmlns:a16="http://schemas.microsoft.com/office/drawing/2014/main" id="{2A4FA8BC-2FDF-6C63-DD63-339EFF6B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1" name="Rectangle 462">
              <a:extLst>
                <a:ext uri="{FF2B5EF4-FFF2-40B4-BE49-F238E27FC236}">
                  <a16:creationId xmlns:a16="http://schemas.microsoft.com/office/drawing/2014/main" id="{B3359398-668E-CF3C-476C-1B7355D8C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62" name="Rectangle 463">
              <a:extLst>
                <a:ext uri="{FF2B5EF4-FFF2-40B4-BE49-F238E27FC236}">
                  <a16:creationId xmlns:a16="http://schemas.microsoft.com/office/drawing/2014/main" id="{59D20404-CE26-9E2C-C9F9-AF101781C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>
            <a:extLst>
              <a:ext uri="{FF2B5EF4-FFF2-40B4-BE49-F238E27FC236}">
                <a16:creationId xmlns:a16="http://schemas.microsoft.com/office/drawing/2014/main" id="{0AE9FDB5-0DBF-232E-BFF2-1460B15323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Opening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922A6114-C364-5316-40AC-E1921D835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0" name="Rectangle 4">
            <a:extLst>
              <a:ext uri="{FF2B5EF4-FFF2-40B4-BE49-F238E27FC236}">
                <a16:creationId xmlns:a16="http://schemas.microsoft.com/office/drawing/2014/main" id="{7BCED2C1-A773-593F-2D46-5BE0C4757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1" name="Rectangle 5">
            <a:extLst>
              <a:ext uri="{FF2B5EF4-FFF2-40B4-BE49-F238E27FC236}">
                <a16:creationId xmlns:a16="http://schemas.microsoft.com/office/drawing/2014/main" id="{A6698992-A5D6-86E2-CAC5-FCDDB7C0E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2" name="Rectangle 6">
            <a:extLst>
              <a:ext uri="{FF2B5EF4-FFF2-40B4-BE49-F238E27FC236}">
                <a16:creationId xmlns:a16="http://schemas.microsoft.com/office/drawing/2014/main" id="{28E53F34-5DE1-CBB3-7AAF-320909FCD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3" name="Rectangle 7">
            <a:extLst>
              <a:ext uri="{FF2B5EF4-FFF2-40B4-BE49-F238E27FC236}">
                <a16:creationId xmlns:a16="http://schemas.microsoft.com/office/drawing/2014/main" id="{1DC2A666-0F99-9689-C3BF-E837C5414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4" name="Rectangle 8">
            <a:extLst>
              <a:ext uri="{FF2B5EF4-FFF2-40B4-BE49-F238E27FC236}">
                <a16:creationId xmlns:a16="http://schemas.microsoft.com/office/drawing/2014/main" id="{C2A55DBD-06DF-FCAB-87E2-1DD1EF1FE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5" name="Rectangle 9">
            <a:extLst>
              <a:ext uri="{FF2B5EF4-FFF2-40B4-BE49-F238E27FC236}">
                <a16:creationId xmlns:a16="http://schemas.microsoft.com/office/drawing/2014/main" id="{D21BA0CE-49A4-EB42-A260-B9ECE1BB4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58591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6" name="Rectangle 10">
            <a:extLst>
              <a:ext uri="{FF2B5EF4-FFF2-40B4-BE49-F238E27FC236}">
                <a16:creationId xmlns:a16="http://schemas.microsoft.com/office/drawing/2014/main" id="{F6C10FBE-3759-4622-EA26-9F239071A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7" name="Rectangle 11">
            <a:extLst>
              <a:ext uri="{FF2B5EF4-FFF2-40B4-BE49-F238E27FC236}">
                <a16:creationId xmlns:a16="http://schemas.microsoft.com/office/drawing/2014/main" id="{6174CA0B-25B8-625B-163A-9B674D211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8" name="Rectangle 12">
            <a:extLst>
              <a:ext uri="{FF2B5EF4-FFF2-40B4-BE49-F238E27FC236}">
                <a16:creationId xmlns:a16="http://schemas.microsoft.com/office/drawing/2014/main" id="{088D8E8B-DEC8-616D-F0B0-3A72C8198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29" name="Rectangle 13">
            <a:extLst>
              <a:ext uri="{FF2B5EF4-FFF2-40B4-BE49-F238E27FC236}">
                <a16:creationId xmlns:a16="http://schemas.microsoft.com/office/drawing/2014/main" id="{09C03144-1794-1A45-F20C-C158D0E0F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0" name="Rectangle 14">
            <a:extLst>
              <a:ext uri="{FF2B5EF4-FFF2-40B4-BE49-F238E27FC236}">
                <a16:creationId xmlns:a16="http://schemas.microsoft.com/office/drawing/2014/main" id="{F3B3BB91-6062-8CA2-4A11-FA6B6C4C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07645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1" name="Rectangle 15">
            <a:extLst>
              <a:ext uri="{FF2B5EF4-FFF2-40B4-BE49-F238E27FC236}">
                <a16:creationId xmlns:a16="http://schemas.microsoft.com/office/drawing/2014/main" id="{69B5AF47-DC7D-C061-4DF2-A3170B20B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2" name="Rectangle 16">
            <a:extLst>
              <a:ext uri="{FF2B5EF4-FFF2-40B4-BE49-F238E27FC236}">
                <a16:creationId xmlns:a16="http://schemas.microsoft.com/office/drawing/2014/main" id="{495AF75A-4BC2-49F5-F4F2-0C6B2C93E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3" name="Rectangle 17">
            <a:extLst>
              <a:ext uri="{FF2B5EF4-FFF2-40B4-BE49-F238E27FC236}">
                <a16:creationId xmlns:a16="http://schemas.microsoft.com/office/drawing/2014/main" id="{C9678D65-5D98-F510-D9A3-5E47FBFF3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4" name="Rectangle 18">
            <a:extLst>
              <a:ext uri="{FF2B5EF4-FFF2-40B4-BE49-F238E27FC236}">
                <a16:creationId xmlns:a16="http://schemas.microsoft.com/office/drawing/2014/main" id="{4D22AAEE-69F3-FED0-2ACC-5A8844560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5" name="Rectangle 19">
            <a:extLst>
              <a:ext uri="{FF2B5EF4-FFF2-40B4-BE49-F238E27FC236}">
                <a16:creationId xmlns:a16="http://schemas.microsoft.com/office/drawing/2014/main" id="{63C4E513-D942-099F-CBF2-A070092A7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6" name="Rectangle 20">
            <a:extLst>
              <a:ext uri="{FF2B5EF4-FFF2-40B4-BE49-F238E27FC236}">
                <a16:creationId xmlns:a16="http://schemas.microsoft.com/office/drawing/2014/main" id="{0264A9A9-73F0-CD35-9EB0-47D830FA6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7" name="Rectangle 21">
            <a:extLst>
              <a:ext uri="{FF2B5EF4-FFF2-40B4-BE49-F238E27FC236}">
                <a16:creationId xmlns:a16="http://schemas.microsoft.com/office/drawing/2014/main" id="{007F57FA-15C9-A06C-EFCE-1017616AF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557463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8" name="Rectangle 22">
            <a:extLst>
              <a:ext uri="{FF2B5EF4-FFF2-40B4-BE49-F238E27FC236}">
                <a16:creationId xmlns:a16="http://schemas.microsoft.com/office/drawing/2014/main" id="{B6E4DFFD-70F7-EF2A-0A9A-AA7D75298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557463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39" name="Rectangle 23">
            <a:extLst>
              <a:ext uri="{FF2B5EF4-FFF2-40B4-BE49-F238E27FC236}">
                <a16:creationId xmlns:a16="http://schemas.microsoft.com/office/drawing/2014/main" id="{F672D09E-D2FC-1761-E2A4-DE76F5067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0" name="Rectangle 24">
            <a:extLst>
              <a:ext uri="{FF2B5EF4-FFF2-40B4-BE49-F238E27FC236}">
                <a16:creationId xmlns:a16="http://schemas.microsoft.com/office/drawing/2014/main" id="{758E4EE5-7D6D-88F5-5679-3FEDD8148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1" name="Rectangle 25">
            <a:extLst>
              <a:ext uri="{FF2B5EF4-FFF2-40B4-BE49-F238E27FC236}">
                <a16:creationId xmlns:a16="http://schemas.microsoft.com/office/drawing/2014/main" id="{45F80D4D-9F3F-CA80-B47F-268FD162A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2" name="Rectangle 26">
            <a:extLst>
              <a:ext uri="{FF2B5EF4-FFF2-40B4-BE49-F238E27FC236}">
                <a16:creationId xmlns:a16="http://schemas.microsoft.com/office/drawing/2014/main" id="{C9D3954C-5191-CEB0-8CFB-8042651A1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3" name="Rectangle 27">
            <a:extLst>
              <a:ext uri="{FF2B5EF4-FFF2-40B4-BE49-F238E27FC236}">
                <a16:creationId xmlns:a16="http://schemas.microsoft.com/office/drawing/2014/main" id="{684143DF-905F-0A28-EEEA-6E25BD7CC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4" name="Rectangle 28">
            <a:extLst>
              <a:ext uri="{FF2B5EF4-FFF2-40B4-BE49-F238E27FC236}">
                <a16:creationId xmlns:a16="http://schemas.microsoft.com/office/drawing/2014/main" id="{A732AA76-E455-47CC-E662-002885696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04800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5" name="Rectangle 29">
            <a:extLst>
              <a:ext uri="{FF2B5EF4-FFF2-40B4-BE49-F238E27FC236}">
                <a16:creationId xmlns:a16="http://schemas.microsoft.com/office/drawing/2014/main" id="{44B724DF-D7C5-195B-5A6A-7B6CC414D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04800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6" name="Rectangle 30">
            <a:extLst>
              <a:ext uri="{FF2B5EF4-FFF2-40B4-BE49-F238E27FC236}">
                <a16:creationId xmlns:a16="http://schemas.microsoft.com/office/drawing/2014/main" id="{0A23C4BC-3FDF-7C42-FD6E-5952CBAF7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7" name="Rectangle 31">
            <a:extLst>
              <a:ext uri="{FF2B5EF4-FFF2-40B4-BE49-F238E27FC236}">
                <a16:creationId xmlns:a16="http://schemas.microsoft.com/office/drawing/2014/main" id="{092BF116-C730-A67A-A828-D966365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04800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8" name="Rectangle 32">
            <a:extLst>
              <a:ext uri="{FF2B5EF4-FFF2-40B4-BE49-F238E27FC236}">
                <a16:creationId xmlns:a16="http://schemas.microsoft.com/office/drawing/2014/main" id="{BC5C3A7D-A725-B454-DE33-8B4393D0D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49" name="Rectangle 33">
            <a:extLst>
              <a:ext uri="{FF2B5EF4-FFF2-40B4-BE49-F238E27FC236}">
                <a16:creationId xmlns:a16="http://schemas.microsoft.com/office/drawing/2014/main" id="{DD1B05F2-7A00-D379-DA66-5977FC445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0" name="Rectangle 34">
            <a:extLst>
              <a:ext uri="{FF2B5EF4-FFF2-40B4-BE49-F238E27FC236}">
                <a16:creationId xmlns:a16="http://schemas.microsoft.com/office/drawing/2014/main" id="{5565280F-D208-0EBC-1CA5-3B314A43B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1" name="Rectangle 35">
            <a:extLst>
              <a:ext uri="{FF2B5EF4-FFF2-40B4-BE49-F238E27FC236}">
                <a16:creationId xmlns:a16="http://schemas.microsoft.com/office/drawing/2014/main" id="{4535E9BD-4A86-7D69-76D1-7849CC30C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2" name="Rectangle 36">
            <a:extLst>
              <a:ext uri="{FF2B5EF4-FFF2-40B4-BE49-F238E27FC236}">
                <a16:creationId xmlns:a16="http://schemas.microsoft.com/office/drawing/2014/main" id="{70C7926D-D98F-6F3A-B97A-A2E6DC079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3" name="Rectangle 37">
            <a:extLst>
              <a:ext uri="{FF2B5EF4-FFF2-40B4-BE49-F238E27FC236}">
                <a16:creationId xmlns:a16="http://schemas.microsoft.com/office/drawing/2014/main" id="{048AF889-F38E-C280-67C7-28469DECE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4" name="Rectangle 38">
            <a:extLst>
              <a:ext uri="{FF2B5EF4-FFF2-40B4-BE49-F238E27FC236}">
                <a16:creationId xmlns:a16="http://schemas.microsoft.com/office/drawing/2014/main" id="{0BA5BFA8-B6B8-47B9-9496-0ECD6228A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5" name="Rectangle 39">
            <a:extLst>
              <a:ext uri="{FF2B5EF4-FFF2-40B4-BE49-F238E27FC236}">
                <a16:creationId xmlns:a16="http://schemas.microsoft.com/office/drawing/2014/main" id="{4BEB885E-FC0C-BB86-BD68-D49B7DE16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6" name="Rectangle 40">
            <a:extLst>
              <a:ext uri="{FF2B5EF4-FFF2-40B4-BE49-F238E27FC236}">
                <a16:creationId xmlns:a16="http://schemas.microsoft.com/office/drawing/2014/main" id="{EA563E32-06E3-6B8E-597A-D41C18DB4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7" name="Rectangle 41">
            <a:extLst>
              <a:ext uri="{FF2B5EF4-FFF2-40B4-BE49-F238E27FC236}">
                <a16:creationId xmlns:a16="http://schemas.microsoft.com/office/drawing/2014/main" id="{5FCEB168-6B93-FA5F-5956-5C18897A7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8" name="Rectangle 42">
            <a:extLst>
              <a:ext uri="{FF2B5EF4-FFF2-40B4-BE49-F238E27FC236}">
                <a16:creationId xmlns:a16="http://schemas.microsoft.com/office/drawing/2014/main" id="{104BAAEB-A4B3-2E93-A527-DAA1F3ED1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59" name="Rectangle 43">
            <a:extLst>
              <a:ext uri="{FF2B5EF4-FFF2-40B4-BE49-F238E27FC236}">
                <a16:creationId xmlns:a16="http://schemas.microsoft.com/office/drawing/2014/main" id="{144D0742-EC42-0F8D-7354-40CAE5464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0" name="Rectangle 44">
            <a:extLst>
              <a:ext uri="{FF2B5EF4-FFF2-40B4-BE49-F238E27FC236}">
                <a16:creationId xmlns:a16="http://schemas.microsoft.com/office/drawing/2014/main" id="{AF2E9FC8-8D0B-6522-0376-59FE35E19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1" name="Rectangle 45">
            <a:extLst>
              <a:ext uri="{FF2B5EF4-FFF2-40B4-BE49-F238E27FC236}">
                <a16:creationId xmlns:a16="http://schemas.microsoft.com/office/drawing/2014/main" id="{5F736CD9-9EF6-63AD-948D-E65DFBDC7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2" name="Rectangle 46">
            <a:extLst>
              <a:ext uri="{FF2B5EF4-FFF2-40B4-BE49-F238E27FC236}">
                <a16:creationId xmlns:a16="http://schemas.microsoft.com/office/drawing/2014/main" id="{430915E5-314F-F869-16CB-FE466A1B5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3" name="Rectangle 47">
            <a:extLst>
              <a:ext uri="{FF2B5EF4-FFF2-40B4-BE49-F238E27FC236}">
                <a16:creationId xmlns:a16="http://schemas.microsoft.com/office/drawing/2014/main" id="{B2E01D7B-16E4-41A4-B0A6-66D017B5F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4" name="Rectangle 48">
            <a:extLst>
              <a:ext uri="{FF2B5EF4-FFF2-40B4-BE49-F238E27FC236}">
                <a16:creationId xmlns:a16="http://schemas.microsoft.com/office/drawing/2014/main" id="{EBA8371A-FE50-D511-8A5A-077BE1567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5" name="Rectangle 49">
            <a:extLst>
              <a:ext uri="{FF2B5EF4-FFF2-40B4-BE49-F238E27FC236}">
                <a16:creationId xmlns:a16="http://schemas.microsoft.com/office/drawing/2014/main" id="{97D11516-C812-386B-1C1E-96317818B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6" name="Rectangle 50">
            <a:extLst>
              <a:ext uri="{FF2B5EF4-FFF2-40B4-BE49-F238E27FC236}">
                <a16:creationId xmlns:a16="http://schemas.microsoft.com/office/drawing/2014/main" id="{8E7960F5-CBC2-32CB-416B-5B9F305DE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7" name="Rectangle 51">
            <a:extLst>
              <a:ext uri="{FF2B5EF4-FFF2-40B4-BE49-F238E27FC236}">
                <a16:creationId xmlns:a16="http://schemas.microsoft.com/office/drawing/2014/main" id="{87E14737-19D9-74B4-E90C-3DA51880E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8" name="Rectangle 52">
            <a:extLst>
              <a:ext uri="{FF2B5EF4-FFF2-40B4-BE49-F238E27FC236}">
                <a16:creationId xmlns:a16="http://schemas.microsoft.com/office/drawing/2014/main" id="{D7092E5F-0ABA-D571-CBBB-80722D95F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69" name="Rectangle 53">
            <a:extLst>
              <a:ext uri="{FF2B5EF4-FFF2-40B4-BE49-F238E27FC236}">
                <a16:creationId xmlns:a16="http://schemas.microsoft.com/office/drawing/2014/main" id="{6D0E371D-0C27-D72D-3D4C-70D528E20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0" name="Rectangle 54">
            <a:extLst>
              <a:ext uri="{FF2B5EF4-FFF2-40B4-BE49-F238E27FC236}">
                <a16:creationId xmlns:a16="http://schemas.microsoft.com/office/drawing/2014/main" id="{A71844B1-8CED-A87E-C5C7-2BBDB7D84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1" name="Rectangle 55">
            <a:extLst>
              <a:ext uri="{FF2B5EF4-FFF2-40B4-BE49-F238E27FC236}">
                <a16:creationId xmlns:a16="http://schemas.microsoft.com/office/drawing/2014/main" id="{C5F34AFE-8627-C36A-3795-05D7A390A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2" name="Rectangle 56">
            <a:extLst>
              <a:ext uri="{FF2B5EF4-FFF2-40B4-BE49-F238E27FC236}">
                <a16:creationId xmlns:a16="http://schemas.microsoft.com/office/drawing/2014/main" id="{9A4C2877-B691-751C-83CE-7B6040B67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3" name="Rectangle 57">
            <a:extLst>
              <a:ext uri="{FF2B5EF4-FFF2-40B4-BE49-F238E27FC236}">
                <a16:creationId xmlns:a16="http://schemas.microsoft.com/office/drawing/2014/main" id="{1B57958E-D553-2FA4-0DEB-C6C14564D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4" name="Rectangle 58">
            <a:extLst>
              <a:ext uri="{FF2B5EF4-FFF2-40B4-BE49-F238E27FC236}">
                <a16:creationId xmlns:a16="http://schemas.microsoft.com/office/drawing/2014/main" id="{F2A38916-4762-47F9-EFF4-EAE76737D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5" name="Rectangle 59">
            <a:extLst>
              <a:ext uri="{FF2B5EF4-FFF2-40B4-BE49-F238E27FC236}">
                <a16:creationId xmlns:a16="http://schemas.microsoft.com/office/drawing/2014/main" id="{5C5EAF11-50AF-792B-1D80-446922C20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6" name="Rectangle 60">
            <a:extLst>
              <a:ext uri="{FF2B5EF4-FFF2-40B4-BE49-F238E27FC236}">
                <a16:creationId xmlns:a16="http://schemas.microsoft.com/office/drawing/2014/main" id="{CAE71156-E8EA-D57A-B281-367CB1C69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7" name="Rectangle 61">
            <a:extLst>
              <a:ext uri="{FF2B5EF4-FFF2-40B4-BE49-F238E27FC236}">
                <a16:creationId xmlns:a16="http://schemas.microsoft.com/office/drawing/2014/main" id="{C98792BE-8A9F-CFA8-02FE-D05D31EDE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8" name="Rectangle 62">
            <a:extLst>
              <a:ext uri="{FF2B5EF4-FFF2-40B4-BE49-F238E27FC236}">
                <a16:creationId xmlns:a16="http://schemas.microsoft.com/office/drawing/2014/main" id="{5A98F6C8-61C4-F1AF-4D04-95A6CBC28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79" name="Rectangle 63">
            <a:extLst>
              <a:ext uri="{FF2B5EF4-FFF2-40B4-BE49-F238E27FC236}">
                <a16:creationId xmlns:a16="http://schemas.microsoft.com/office/drawing/2014/main" id="{A537C219-F537-457A-FB90-EF7EEFD8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80" name="Rectangle 64">
            <a:extLst>
              <a:ext uri="{FF2B5EF4-FFF2-40B4-BE49-F238E27FC236}">
                <a16:creationId xmlns:a16="http://schemas.microsoft.com/office/drawing/2014/main" id="{D13E84A0-61B6-A59F-CCDE-53FA47DE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81" name="Rectangle 65">
            <a:extLst>
              <a:ext uri="{FF2B5EF4-FFF2-40B4-BE49-F238E27FC236}">
                <a16:creationId xmlns:a16="http://schemas.microsoft.com/office/drawing/2014/main" id="{93F2BB41-1E1D-72B9-F661-8F631DD48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82" name="Rectangle 66">
            <a:extLst>
              <a:ext uri="{FF2B5EF4-FFF2-40B4-BE49-F238E27FC236}">
                <a16:creationId xmlns:a16="http://schemas.microsoft.com/office/drawing/2014/main" id="{7AC5A07D-E9FF-E80B-3165-B010950EF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0483" name="Text Box 77">
            <a:extLst>
              <a:ext uri="{FF2B5EF4-FFF2-40B4-BE49-F238E27FC236}">
                <a16:creationId xmlns:a16="http://schemas.microsoft.com/office/drawing/2014/main" id="{699E5513-2C4E-4DB3-031A-9D7FCB6CD5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60484" name="Group 78">
            <a:extLst>
              <a:ext uri="{FF2B5EF4-FFF2-40B4-BE49-F238E27FC236}">
                <a16:creationId xmlns:a16="http://schemas.microsoft.com/office/drawing/2014/main" id="{2ECF68EC-C4C2-3BED-E11D-7ACE32FFA57C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60552" name="Rectangle 79">
              <a:extLst>
                <a:ext uri="{FF2B5EF4-FFF2-40B4-BE49-F238E27FC236}">
                  <a16:creationId xmlns:a16="http://schemas.microsoft.com/office/drawing/2014/main" id="{20B213AB-B748-1276-BA29-617BB0C99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3" name="Rectangle 80">
              <a:extLst>
                <a:ext uri="{FF2B5EF4-FFF2-40B4-BE49-F238E27FC236}">
                  <a16:creationId xmlns:a16="http://schemas.microsoft.com/office/drawing/2014/main" id="{B987A446-E7D7-C1BB-797D-5E3DE344C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4" name="Rectangle 81">
              <a:extLst>
                <a:ext uri="{FF2B5EF4-FFF2-40B4-BE49-F238E27FC236}">
                  <a16:creationId xmlns:a16="http://schemas.microsoft.com/office/drawing/2014/main" id="{411AE000-2994-D598-6B04-869978DDE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5" name="Rectangle 82">
              <a:extLst>
                <a:ext uri="{FF2B5EF4-FFF2-40B4-BE49-F238E27FC236}">
                  <a16:creationId xmlns:a16="http://schemas.microsoft.com/office/drawing/2014/main" id="{69CA7788-20CA-3294-5724-BBF29CBB4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6" name="Rectangle 83">
              <a:extLst>
                <a:ext uri="{FF2B5EF4-FFF2-40B4-BE49-F238E27FC236}">
                  <a16:creationId xmlns:a16="http://schemas.microsoft.com/office/drawing/2014/main" id="{53E41FDC-B004-D0DB-9276-6E320616C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7" name="Rectangle 84">
              <a:extLst>
                <a:ext uri="{FF2B5EF4-FFF2-40B4-BE49-F238E27FC236}">
                  <a16:creationId xmlns:a16="http://schemas.microsoft.com/office/drawing/2014/main" id="{878FDD32-F3B8-98FC-F73A-485B4E84E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8" name="Rectangle 85">
              <a:extLst>
                <a:ext uri="{FF2B5EF4-FFF2-40B4-BE49-F238E27FC236}">
                  <a16:creationId xmlns:a16="http://schemas.microsoft.com/office/drawing/2014/main" id="{912C148D-9E23-8C6E-9585-19FB930BB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9" name="Rectangle 86">
              <a:extLst>
                <a:ext uri="{FF2B5EF4-FFF2-40B4-BE49-F238E27FC236}">
                  <a16:creationId xmlns:a16="http://schemas.microsoft.com/office/drawing/2014/main" id="{30C01E29-03FF-B454-6046-B14DF4A84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60" name="Rectangle 87">
              <a:extLst>
                <a:ext uri="{FF2B5EF4-FFF2-40B4-BE49-F238E27FC236}">
                  <a16:creationId xmlns:a16="http://schemas.microsoft.com/office/drawing/2014/main" id="{717F5573-CCC5-A945-B337-2906A752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0485" name="Group 398">
            <a:extLst>
              <a:ext uri="{FF2B5EF4-FFF2-40B4-BE49-F238E27FC236}">
                <a16:creationId xmlns:a16="http://schemas.microsoft.com/office/drawing/2014/main" id="{0D2D7351-5A7C-4539-F954-8F86139F4058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60488" name="Rectangle 399">
              <a:extLst>
                <a:ext uri="{FF2B5EF4-FFF2-40B4-BE49-F238E27FC236}">
                  <a16:creationId xmlns:a16="http://schemas.microsoft.com/office/drawing/2014/main" id="{1A1D47D6-9FD2-5679-DF7D-B16B254A1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89" name="Rectangle 400">
              <a:extLst>
                <a:ext uri="{FF2B5EF4-FFF2-40B4-BE49-F238E27FC236}">
                  <a16:creationId xmlns:a16="http://schemas.microsoft.com/office/drawing/2014/main" id="{9E6D0280-D44C-8F16-E111-A88D9A356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0" name="Rectangle 401">
              <a:extLst>
                <a:ext uri="{FF2B5EF4-FFF2-40B4-BE49-F238E27FC236}">
                  <a16:creationId xmlns:a16="http://schemas.microsoft.com/office/drawing/2014/main" id="{0825A182-0181-D08A-DE74-774CAD3FC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1" name="Rectangle 402">
              <a:extLst>
                <a:ext uri="{FF2B5EF4-FFF2-40B4-BE49-F238E27FC236}">
                  <a16:creationId xmlns:a16="http://schemas.microsoft.com/office/drawing/2014/main" id="{1B259BD3-2D56-F4B2-A23A-3947C7179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2" name="Rectangle 403">
              <a:extLst>
                <a:ext uri="{FF2B5EF4-FFF2-40B4-BE49-F238E27FC236}">
                  <a16:creationId xmlns:a16="http://schemas.microsoft.com/office/drawing/2014/main" id="{E9A354E1-A40C-9232-D14E-E7B451EEF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3" name="Rectangle 404">
              <a:extLst>
                <a:ext uri="{FF2B5EF4-FFF2-40B4-BE49-F238E27FC236}">
                  <a16:creationId xmlns:a16="http://schemas.microsoft.com/office/drawing/2014/main" id="{2BE8DA4B-B706-F14C-B0D3-70D8FD064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4" name="Rectangle 405">
              <a:extLst>
                <a:ext uri="{FF2B5EF4-FFF2-40B4-BE49-F238E27FC236}">
                  <a16:creationId xmlns:a16="http://schemas.microsoft.com/office/drawing/2014/main" id="{E95F9493-08D0-0867-4B5F-67F41DD57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5" name="Rectangle 406">
              <a:extLst>
                <a:ext uri="{FF2B5EF4-FFF2-40B4-BE49-F238E27FC236}">
                  <a16:creationId xmlns:a16="http://schemas.microsoft.com/office/drawing/2014/main" id="{1245750A-D2BF-92BD-4359-BEF54BECA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6" name="Rectangle 407">
              <a:extLst>
                <a:ext uri="{FF2B5EF4-FFF2-40B4-BE49-F238E27FC236}">
                  <a16:creationId xmlns:a16="http://schemas.microsoft.com/office/drawing/2014/main" id="{AEFB4BB5-FA44-0B1F-20B4-9214F46D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7" name="Rectangle 408">
              <a:extLst>
                <a:ext uri="{FF2B5EF4-FFF2-40B4-BE49-F238E27FC236}">
                  <a16:creationId xmlns:a16="http://schemas.microsoft.com/office/drawing/2014/main" id="{B52596FF-869B-0375-A3FF-89CB950C2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8" name="Rectangle 409">
              <a:extLst>
                <a:ext uri="{FF2B5EF4-FFF2-40B4-BE49-F238E27FC236}">
                  <a16:creationId xmlns:a16="http://schemas.microsoft.com/office/drawing/2014/main" id="{C493A419-C35C-D796-4718-FA7306B88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99" name="Rectangle 410">
              <a:extLst>
                <a:ext uri="{FF2B5EF4-FFF2-40B4-BE49-F238E27FC236}">
                  <a16:creationId xmlns:a16="http://schemas.microsoft.com/office/drawing/2014/main" id="{57842868-20BA-F8B2-09DF-B0E0A1EC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0" name="Rectangle 411">
              <a:extLst>
                <a:ext uri="{FF2B5EF4-FFF2-40B4-BE49-F238E27FC236}">
                  <a16:creationId xmlns:a16="http://schemas.microsoft.com/office/drawing/2014/main" id="{8E0F00D1-3F94-EA29-4F58-95C64D6A2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1" name="Rectangle 412">
              <a:extLst>
                <a:ext uri="{FF2B5EF4-FFF2-40B4-BE49-F238E27FC236}">
                  <a16:creationId xmlns:a16="http://schemas.microsoft.com/office/drawing/2014/main" id="{C77E578E-09EA-F9ED-28CF-A0EA2D92B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2" name="Rectangle 413">
              <a:extLst>
                <a:ext uri="{FF2B5EF4-FFF2-40B4-BE49-F238E27FC236}">
                  <a16:creationId xmlns:a16="http://schemas.microsoft.com/office/drawing/2014/main" id="{63DCFC8E-1A52-7461-07AD-A93CDE3F3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3" name="Rectangle 414">
              <a:extLst>
                <a:ext uri="{FF2B5EF4-FFF2-40B4-BE49-F238E27FC236}">
                  <a16:creationId xmlns:a16="http://schemas.microsoft.com/office/drawing/2014/main" id="{D7975CFE-8402-456F-FBD7-9AD34F5A7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4" name="Rectangle 415">
              <a:extLst>
                <a:ext uri="{FF2B5EF4-FFF2-40B4-BE49-F238E27FC236}">
                  <a16:creationId xmlns:a16="http://schemas.microsoft.com/office/drawing/2014/main" id="{17BF23B1-2342-8F57-ECAE-50F457505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5" name="Rectangle 416">
              <a:extLst>
                <a:ext uri="{FF2B5EF4-FFF2-40B4-BE49-F238E27FC236}">
                  <a16:creationId xmlns:a16="http://schemas.microsoft.com/office/drawing/2014/main" id="{049D4957-9AE0-4EAD-FDB9-A4E80F5EA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6" name="Rectangle 417">
              <a:extLst>
                <a:ext uri="{FF2B5EF4-FFF2-40B4-BE49-F238E27FC236}">
                  <a16:creationId xmlns:a16="http://schemas.microsoft.com/office/drawing/2014/main" id="{36F810C0-1D67-1ED4-5454-9EDD8FD76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7" name="Rectangle 418">
              <a:extLst>
                <a:ext uri="{FF2B5EF4-FFF2-40B4-BE49-F238E27FC236}">
                  <a16:creationId xmlns:a16="http://schemas.microsoft.com/office/drawing/2014/main" id="{68D7B8E3-907F-1157-DC04-F34152396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8" name="Rectangle 419">
              <a:extLst>
                <a:ext uri="{FF2B5EF4-FFF2-40B4-BE49-F238E27FC236}">
                  <a16:creationId xmlns:a16="http://schemas.microsoft.com/office/drawing/2014/main" id="{50860A0D-82C0-91C9-B36C-40366B07F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09" name="Rectangle 420">
              <a:extLst>
                <a:ext uri="{FF2B5EF4-FFF2-40B4-BE49-F238E27FC236}">
                  <a16:creationId xmlns:a16="http://schemas.microsoft.com/office/drawing/2014/main" id="{B5231F0A-5B8F-A37B-79FC-44A9850B6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0" name="Rectangle 421">
              <a:extLst>
                <a:ext uri="{FF2B5EF4-FFF2-40B4-BE49-F238E27FC236}">
                  <a16:creationId xmlns:a16="http://schemas.microsoft.com/office/drawing/2014/main" id="{11F128DD-1C6E-ACFC-6B61-340A9CE0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1" name="Rectangle 422">
              <a:extLst>
                <a:ext uri="{FF2B5EF4-FFF2-40B4-BE49-F238E27FC236}">
                  <a16:creationId xmlns:a16="http://schemas.microsoft.com/office/drawing/2014/main" id="{373257FA-72BB-28B4-058C-3E149D1B0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2" name="Rectangle 423">
              <a:extLst>
                <a:ext uri="{FF2B5EF4-FFF2-40B4-BE49-F238E27FC236}">
                  <a16:creationId xmlns:a16="http://schemas.microsoft.com/office/drawing/2014/main" id="{D2424DED-4C45-C0E1-1428-E3B9E782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3" name="Rectangle 424">
              <a:extLst>
                <a:ext uri="{FF2B5EF4-FFF2-40B4-BE49-F238E27FC236}">
                  <a16:creationId xmlns:a16="http://schemas.microsoft.com/office/drawing/2014/main" id="{50863DB5-3921-44CF-AE87-6DAE94E35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4" name="Rectangle 425">
              <a:extLst>
                <a:ext uri="{FF2B5EF4-FFF2-40B4-BE49-F238E27FC236}">
                  <a16:creationId xmlns:a16="http://schemas.microsoft.com/office/drawing/2014/main" id="{5319B4A4-7959-1BB4-AFCE-8C3771A92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5" name="Rectangle 426">
              <a:extLst>
                <a:ext uri="{FF2B5EF4-FFF2-40B4-BE49-F238E27FC236}">
                  <a16:creationId xmlns:a16="http://schemas.microsoft.com/office/drawing/2014/main" id="{ADE84647-4651-AF5C-47E6-2530E317C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6" name="Rectangle 427">
              <a:extLst>
                <a:ext uri="{FF2B5EF4-FFF2-40B4-BE49-F238E27FC236}">
                  <a16:creationId xmlns:a16="http://schemas.microsoft.com/office/drawing/2014/main" id="{1DA45396-E8A3-9090-801E-13B3BAA46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7" name="Rectangle 428">
              <a:extLst>
                <a:ext uri="{FF2B5EF4-FFF2-40B4-BE49-F238E27FC236}">
                  <a16:creationId xmlns:a16="http://schemas.microsoft.com/office/drawing/2014/main" id="{24069257-774B-080A-AA81-1D7C3B44A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8" name="Rectangle 429">
              <a:extLst>
                <a:ext uri="{FF2B5EF4-FFF2-40B4-BE49-F238E27FC236}">
                  <a16:creationId xmlns:a16="http://schemas.microsoft.com/office/drawing/2014/main" id="{AACA34BE-F443-6D51-F5BD-1C190AC4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19" name="Rectangle 430">
              <a:extLst>
                <a:ext uri="{FF2B5EF4-FFF2-40B4-BE49-F238E27FC236}">
                  <a16:creationId xmlns:a16="http://schemas.microsoft.com/office/drawing/2014/main" id="{A92A5E08-DAF4-941B-156E-FB007DF82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0" name="Rectangle 431">
              <a:extLst>
                <a:ext uri="{FF2B5EF4-FFF2-40B4-BE49-F238E27FC236}">
                  <a16:creationId xmlns:a16="http://schemas.microsoft.com/office/drawing/2014/main" id="{EA7F4FE4-4E89-7CE7-C774-7B76AAF2E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1" name="Rectangle 432">
              <a:extLst>
                <a:ext uri="{FF2B5EF4-FFF2-40B4-BE49-F238E27FC236}">
                  <a16:creationId xmlns:a16="http://schemas.microsoft.com/office/drawing/2014/main" id="{159EAD09-5875-4C8B-F989-95C3B9F4A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2" name="Rectangle 433">
              <a:extLst>
                <a:ext uri="{FF2B5EF4-FFF2-40B4-BE49-F238E27FC236}">
                  <a16:creationId xmlns:a16="http://schemas.microsoft.com/office/drawing/2014/main" id="{186A9342-C46B-B07D-42CC-B7F4A4786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3" name="Rectangle 434">
              <a:extLst>
                <a:ext uri="{FF2B5EF4-FFF2-40B4-BE49-F238E27FC236}">
                  <a16:creationId xmlns:a16="http://schemas.microsoft.com/office/drawing/2014/main" id="{C2475F9A-610C-01C7-6C44-B4905883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4" name="Rectangle 435">
              <a:extLst>
                <a:ext uri="{FF2B5EF4-FFF2-40B4-BE49-F238E27FC236}">
                  <a16:creationId xmlns:a16="http://schemas.microsoft.com/office/drawing/2014/main" id="{7A362533-B14E-4791-94B3-8A644BEF3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5" name="Rectangle 436">
              <a:extLst>
                <a:ext uri="{FF2B5EF4-FFF2-40B4-BE49-F238E27FC236}">
                  <a16:creationId xmlns:a16="http://schemas.microsoft.com/office/drawing/2014/main" id="{EB2501BD-3587-921B-03A4-954F5C94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6" name="Rectangle 437">
              <a:extLst>
                <a:ext uri="{FF2B5EF4-FFF2-40B4-BE49-F238E27FC236}">
                  <a16:creationId xmlns:a16="http://schemas.microsoft.com/office/drawing/2014/main" id="{3C383A4D-298C-EB95-B951-9E42CAABF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7" name="Rectangle 438">
              <a:extLst>
                <a:ext uri="{FF2B5EF4-FFF2-40B4-BE49-F238E27FC236}">
                  <a16:creationId xmlns:a16="http://schemas.microsoft.com/office/drawing/2014/main" id="{EC963DF3-DE12-D039-70B5-4C616DB59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8" name="Rectangle 439">
              <a:extLst>
                <a:ext uri="{FF2B5EF4-FFF2-40B4-BE49-F238E27FC236}">
                  <a16:creationId xmlns:a16="http://schemas.microsoft.com/office/drawing/2014/main" id="{D04232D9-631C-C702-26F3-29651B47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29" name="Rectangle 440">
              <a:extLst>
                <a:ext uri="{FF2B5EF4-FFF2-40B4-BE49-F238E27FC236}">
                  <a16:creationId xmlns:a16="http://schemas.microsoft.com/office/drawing/2014/main" id="{F924EAF9-0FA4-D671-B98C-057F0AAE8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0" name="Rectangle 441">
              <a:extLst>
                <a:ext uri="{FF2B5EF4-FFF2-40B4-BE49-F238E27FC236}">
                  <a16:creationId xmlns:a16="http://schemas.microsoft.com/office/drawing/2014/main" id="{F6A5DF4B-4201-4028-F4D5-4E5AF9C17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1" name="Rectangle 442">
              <a:extLst>
                <a:ext uri="{FF2B5EF4-FFF2-40B4-BE49-F238E27FC236}">
                  <a16:creationId xmlns:a16="http://schemas.microsoft.com/office/drawing/2014/main" id="{7A639307-B63A-32EE-CB35-A9FB66E3E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2" name="Rectangle 443">
              <a:extLst>
                <a:ext uri="{FF2B5EF4-FFF2-40B4-BE49-F238E27FC236}">
                  <a16:creationId xmlns:a16="http://schemas.microsoft.com/office/drawing/2014/main" id="{4E189416-2305-B5EC-D76C-4C5C5FE41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3" name="Rectangle 444">
              <a:extLst>
                <a:ext uri="{FF2B5EF4-FFF2-40B4-BE49-F238E27FC236}">
                  <a16:creationId xmlns:a16="http://schemas.microsoft.com/office/drawing/2014/main" id="{BF22BC68-4752-6777-3107-578874620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4" name="Rectangle 445">
              <a:extLst>
                <a:ext uri="{FF2B5EF4-FFF2-40B4-BE49-F238E27FC236}">
                  <a16:creationId xmlns:a16="http://schemas.microsoft.com/office/drawing/2014/main" id="{AC81A125-9D19-61FE-723C-36EB40292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5" name="Rectangle 446">
              <a:extLst>
                <a:ext uri="{FF2B5EF4-FFF2-40B4-BE49-F238E27FC236}">
                  <a16:creationId xmlns:a16="http://schemas.microsoft.com/office/drawing/2014/main" id="{A95B5201-5006-47A4-B398-4499DE5B5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6" name="Rectangle 447">
              <a:extLst>
                <a:ext uri="{FF2B5EF4-FFF2-40B4-BE49-F238E27FC236}">
                  <a16:creationId xmlns:a16="http://schemas.microsoft.com/office/drawing/2014/main" id="{B13E0418-9C0F-C2F1-6E22-23AFB2329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7" name="Rectangle 448">
              <a:extLst>
                <a:ext uri="{FF2B5EF4-FFF2-40B4-BE49-F238E27FC236}">
                  <a16:creationId xmlns:a16="http://schemas.microsoft.com/office/drawing/2014/main" id="{D5101605-69F0-DF02-E6BB-E33B73680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8" name="Rectangle 449">
              <a:extLst>
                <a:ext uri="{FF2B5EF4-FFF2-40B4-BE49-F238E27FC236}">
                  <a16:creationId xmlns:a16="http://schemas.microsoft.com/office/drawing/2014/main" id="{2C0B020E-77AE-A35E-A9C5-AAAB6D455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39" name="Rectangle 450">
              <a:extLst>
                <a:ext uri="{FF2B5EF4-FFF2-40B4-BE49-F238E27FC236}">
                  <a16:creationId xmlns:a16="http://schemas.microsoft.com/office/drawing/2014/main" id="{1E3A2869-553D-314E-7F42-E51D77FB8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0" name="Rectangle 451">
              <a:extLst>
                <a:ext uri="{FF2B5EF4-FFF2-40B4-BE49-F238E27FC236}">
                  <a16:creationId xmlns:a16="http://schemas.microsoft.com/office/drawing/2014/main" id="{153F36A3-FF7C-50C6-4918-43DDD6FF5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1" name="Rectangle 452">
              <a:extLst>
                <a:ext uri="{FF2B5EF4-FFF2-40B4-BE49-F238E27FC236}">
                  <a16:creationId xmlns:a16="http://schemas.microsoft.com/office/drawing/2014/main" id="{B286ADC0-D02C-8C1F-11EC-3FEEC7F28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2" name="Rectangle 453">
              <a:extLst>
                <a:ext uri="{FF2B5EF4-FFF2-40B4-BE49-F238E27FC236}">
                  <a16:creationId xmlns:a16="http://schemas.microsoft.com/office/drawing/2014/main" id="{B46BDF37-31B3-DA58-3AC7-4F93C63BA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3" name="Rectangle 454">
              <a:extLst>
                <a:ext uri="{FF2B5EF4-FFF2-40B4-BE49-F238E27FC236}">
                  <a16:creationId xmlns:a16="http://schemas.microsoft.com/office/drawing/2014/main" id="{7E0C52F1-0754-4FB8-DA78-439706BE3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4" name="Rectangle 455">
              <a:extLst>
                <a:ext uri="{FF2B5EF4-FFF2-40B4-BE49-F238E27FC236}">
                  <a16:creationId xmlns:a16="http://schemas.microsoft.com/office/drawing/2014/main" id="{73095B76-1A03-BD06-4974-339865CD4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5" name="Rectangle 456">
              <a:extLst>
                <a:ext uri="{FF2B5EF4-FFF2-40B4-BE49-F238E27FC236}">
                  <a16:creationId xmlns:a16="http://schemas.microsoft.com/office/drawing/2014/main" id="{63327DB4-A4D1-240F-935E-3226DF92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6" name="Rectangle 457">
              <a:extLst>
                <a:ext uri="{FF2B5EF4-FFF2-40B4-BE49-F238E27FC236}">
                  <a16:creationId xmlns:a16="http://schemas.microsoft.com/office/drawing/2014/main" id="{B751C949-8D6F-C13A-FAFB-5DE18261E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7" name="Rectangle 458">
              <a:extLst>
                <a:ext uri="{FF2B5EF4-FFF2-40B4-BE49-F238E27FC236}">
                  <a16:creationId xmlns:a16="http://schemas.microsoft.com/office/drawing/2014/main" id="{6C886F61-1D89-5122-939D-F843364C1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8" name="Rectangle 459">
              <a:extLst>
                <a:ext uri="{FF2B5EF4-FFF2-40B4-BE49-F238E27FC236}">
                  <a16:creationId xmlns:a16="http://schemas.microsoft.com/office/drawing/2014/main" id="{33F61BE1-F74F-0AC1-2CA2-0A53F8CA1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49" name="Rectangle 460">
              <a:extLst>
                <a:ext uri="{FF2B5EF4-FFF2-40B4-BE49-F238E27FC236}">
                  <a16:creationId xmlns:a16="http://schemas.microsoft.com/office/drawing/2014/main" id="{34364A44-13C7-342C-FB50-787EEF61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0" name="Rectangle 461">
              <a:extLst>
                <a:ext uri="{FF2B5EF4-FFF2-40B4-BE49-F238E27FC236}">
                  <a16:creationId xmlns:a16="http://schemas.microsoft.com/office/drawing/2014/main" id="{613C7551-FB2C-7ED2-F91F-0101AA56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51" name="Rectangle 462">
              <a:extLst>
                <a:ext uri="{FF2B5EF4-FFF2-40B4-BE49-F238E27FC236}">
                  <a16:creationId xmlns:a16="http://schemas.microsoft.com/office/drawing/2014/main" id="{135B8478-967B-78E1-9188-14E5E4DD9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0486" name="Text Box 783">
            <a:extLst>
              <a:ext uri="{FF2B5EF4-FFF2-40B4-BE49-F238E27FC236}">
                <a16:creationId xmlns:a16="http://schemas.microsoft.com/office/drawing/2014/main" id="{BC7EF9DD-3034-9D5C-2E1E-EBCC315AD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2413" y="1233488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60487" name="Text Box 784">
            <a:extLst>
              <a:ext uri="{FF2B5EF4-FFF2-40B4-BE49-F238E27FC236}">
                <a16:creationId xmlns:a16="http://schemas.microsoft.com/office/drawing/2014/main" id="{4D0C8132-7A1F-667D-32D1-1C763BABB9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extLst>
              <a:ext uri="{FF2B5EF4-FFF2-40B4-BE49-F238E27FC236}">
                <a16:creationId xmlns:a16="http://schemas.microsoft.com/office/drawing/2014/main" id="{4EB1E1BF-BDC4-9DD5-C812-05681F4696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Closing Example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61443" name="Rectangle 3">
            <a:extLst>
              <a:ext uri="{FF2B5EF4-FFF2-40B4-BE49-F238E27FC236}">
                <a16:creationId xmlns:a16="http://schemas.microsoft.com/office/drawing/2014/main" id="{6DF45A57-7B6F-BD7A-0F97-01DA0D943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4" name="Rectangle 4">
            <a:extLst>
              <a:ext uri="{FF2B5EF4-FFF2-40B4-BE49-F238E27FC236}">
                <a16:creationId xmlns:a16="http://schemas.microsoft.com/office/drawing/2014/main" id="{222E8AC1-F08D-C282-2E36-4719E2D04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5" name="Rectangle 5">
            <a:extLst>
              <a:ext uri="{FF2B5EF4-FFF2-40B4-BE49-F238E27FC236}">
                <a16:creationId xmlns:a16="http://schemas.microsoft.com/office/drawing/2014/main" id="{D53CDD05-849F-2EB1-923A-104689290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6" name="Rectangle 6">
            <a:extLst>
              <a:ext uri="{FF2B5EF4-FFF2-40B4-BE49-F238E27FC236}">
                <a16:creationId xmlns:a16="http://schemas.microsoft.com/office/drawing/2014/main" id="{EECFA73E-9334-6FB0-FA2D-9EF9F0FF2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7" name="Rectangle 7">
            <a:extLst>
              <a:ext uri="{FF2B5EF4-FFF2-40B4-BE49-F238E27FC236}">
                <a16:creationId xmlns:a16="http://schemas.microsoft.com/office/drawing/2014/main" id="{656AD459-9081-EDAE-AAF1-159F424EA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8" name="Rectangle 8">
            <a:extLst>
              <a:ext uri="{FF2B5EF4-FFF2-40B4-BE49-F238E27FC236}">
                <a16:creationId xmlns:a16="http://schemas.microsoft.com/office/drawing/2014/main" id="{05033B21-FADC-7DFE-F99E-9256F0C74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49" name="Rectangle 9">
            <a:extLst>
              <a:ext uri="{FF2B5EF4-FFF2-40B4-BE49-F238E27FC236}">
                <a16:creationId xmlns:a16="http://schemas.microsoft.com/office/drawing/2014/main" id="{F9B1485B-2C1C-7295-D49E-D21DFEE16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0" name="Rectangle 10">
            <a:extLst>
              <a:ext uri="{FF2B5EF4-FFF2-40B4-BE49-F238E27FC236}">
                <a16:creationId xmlns:a16="http://schemas.microsoft.com/office/drawing/2014/main" id="{C141433E-9C7E-E794-34E9-729448803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158591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1" name="Rectangle 11">
            <a:extLst>
              <a:ext uri="{FF2B5EF4-FFF2-40B4-BE49-F238E27FC236}">
                <a16:creationId xmlns:a16="http://schemas.microsoft.com/office/drawing/2014/main" id="{DFE5CD51-8297-1AF1-4194-B854B7C11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2" name="Rectangle 12">
            <a:extLst>
              <a:ext uri="{FF2B5EF4-FFF2-40B4-BE49-F238E27FC236}">
                <a16:creationId xmlns:a16="http://schemas.microsoft.com/office/drawing/2014/main" id="{914E53D4-AF5B-15B2-FECC-D252EF028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3" name="Rectangle 13">
            <a:extLst>
              <a:ext uri="{FF2B5EF4-FFF2-40B4-BE49-F238E27FC236}">
                <a16:creationId xmlns:a16="http://schemas.microsoft.com/office/drawing/2014/main" id="{59D9CEA2-0BB7-C6A4-F8BD-B047CAC36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4" name="Rectangle 14">
            <a:extLst>
              <a:ext uri="{FF2B5EF4-FFF2-40B4-BE49-F238E27FC236}">
                <a16:creationId xmlns:a16="http://schemas.microsoft.com/office/drawing/2014/main" id="{55754939-E88B-0985-1297-36825BB59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07645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5" name="Rectangle 15">
            <a:extLst>
              <a:ext uri="{FF2B5EF4-FFF2-40B4-BE49-F238E27FC236}">
                <a16:creationId xmlns:a16="http://schemas.microsoft.com/office/drawing/2014/main" id="{0581040A-7E90-A37A-0449-C6223B125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6" name="Rectangle 16">
            <a:extLst>
              <a:ext uri="{FF2B5EF4-FFF2-40B4-BE49-F238E27FC236}">
                <a16:creationId xmlns:a16="http://schemas.microsoft.com/office/drawing/2014/main" id="{9CF6C299-3950-C6C4-D38C-C1997E168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7" name="Rectangle 17">
            <a:extLst>
              <a:ext uri="{FF2B5EF4-FFF2-40B4-BE49-F238E27FC236}">
                <a16:creationId xmlns:a16="http://schemas.microsoft.com/office/drawing/2014/main" id="{8B6107F4-EB31-8FAA-695F-9D3D390CE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076450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8" name="Rectangle 18">
            <a:extLst>
              <a:ext uri="{FF2B5EF4-FFF2-40B4-BE49-F238E27FC236}">
                <a16:creationId xmlns:a16="http://schemas.microsoft.com/office/drawing/2014/main" id="{46729923-24B5-B72E-8BCC-42FC6AD24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07645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9" name="Rectangle 19">
            <a:extLst>
              <a:ext uri="{FF2B5EF4-FFF2-40B4-BE49-F238E27FC236}">
                <a16:creationId xmlns:a16="http://schemas.microsoft.com/office/drawing/2014/main" id="{1740DEEA-9A35-4B93-ADFF-07C5B59DE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0" name="Rectangle 20">
            <a:extLst>
              <a:ext uri="{FF2B5EF4-FFF2-40B4-BE49-F238E27FC236}">
                <a16:creationId xmlns:a16="http://schemas.microsoft.com/office/drawing/2014/main" id="{5CBDF4C8-3F10-12C5-FA47-E37DCC999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1" name="Rectangle 21">
            <a:extLst>
              <a:ext uri="{FF2B5EF4-FFF2-40B4-BE49-F238E27FC236}">
                <a16:creationId xmlns:a16="http://schemas.microsoft.com/office/drawing/2014/main" id="{919494B6-F8DA-A117-ECF7-9D4D9BDEB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557463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2" name="Rectangle 22">
            <a:extLst>
              <a:ext uri="{FF2B5EF4-FFF2-40B4-BE49-F238E27FC236}">
                <a16:creationId xmlns:a16="http://schemas.microsoft.com/office/drawing/2014/main" id="{4D147E40-4D44-A799-DE6B-BA3BEAFDD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557463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3" name="Rectangle 23">
            <a:extLst>
              <a:ext uri="{FF2B5EF4-FFF2-40B4-BE49-F238E27FC236}">
                <a16:creationId xmlns:a16="http://schemas.microsoft.com/office/drawing/2014/main" id="{094FC121-555F-7A25-7170-2BE64AEE4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4" name="Rectangle 24">
            <a:extLst>
              <a:ext uri="{FF2B5EF4-FFF2-40B4-BE49-F238E27FC236}">
                <a16:creationId xmlns:a16="http://schemas.microsoft.com/office/drawing/2014/main" id="{7FF77E5A-ED78-5450-1023-FE3EBCE7B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5" name="Rectangle 25">
            <a:extLst>
              <a:ext uri="{FF2B5EF4-FFF2-40B4-BE49-F238E27FC236}">
                <a16:creationId xmlns:a16="http://schemas.microsoft.com/office/drawing/2014/main" id="{4ED6A8E4-A8D1-3EF6-A78C-06F6CEF5D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557463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6" name="Rectangle 26">
            <a:extLst>
              <a:ext uri="{FF2B5EF4-FFF2-40B4-BE49-F238E27FC236}">
                <a16:creationId xmlns:a16="http://schemas.microsoft.com/office/drawing/2014/main" id="{3AB31CB8-4CB7-2F16-C7E8-D0F678B7B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2557463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7" name="Rectangle 27">
            <a:extLst>
              <a:ext uri="{FF2B5EF4-FFF2-40B4-BE49-F238E27FC236}">
                <a16:creationId xmlns:a16="http://schemas.microsoft.com/office/drawing/2014/main" id="{9E8705E2-341D-53FA-2DBC-E35B16955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8" name="Rectangle 28">
            <a:extLst>
              <a:ext uri="{FF2B5EF4-FFF2-40B4-BE49-F238E27FC236}">
                <a16:creationId xmlns:a16="http://schemas.microsoft.com/office/drawing/2014/main" id="{3903FD9C-7B17-4007-84BE-D32074ACF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04800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69" name="Rectangle 29">
            <a:extLst>
              <a:ext uri="{FF2B5EF4-FFF2-40B4-BE49-F238E27FC236}">
                <a16:creationId xmlns:a16="http://schemas.microsoft.com/office/drawing/2014/main" id="{52B53EDD-D197-05DD-07EE-9B70208BA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048000"/>
            <a:ext cx="492125" cy="4921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0" name="Rectangle 30">
            <a:extLst>
              <a:ext uri="{FF2B5EF4-FFF2-40B4-BE49-F238E27FC236}">
                <a16:creationId xmlns:a16="http://schemas.microsoft.com/office/drawing/2014/main" id="{2A0A6DE8-A52C-7ECC-3C4A-005D99F45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1" name="Rectangle 31">
            <a:extLst>
              <a:ext uri="{FF2B5EF4-FFF2-40B4-BE49-F238E27FC236}">
                <a16:creationId xmlns:a16="http://schemas.microsoft.com/office/drawing/2014/main" id="{ACB0547F-76E4-97C2-26F1-A3E12C024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2" name="Rectangle 32">
            <a:extLst>
              <a:ext uri="{FF2B5EF4-FFF2-40B4-BE49-F238E27FC236}">
                <a16:creationId xmlns:a16="http://schemas.microsoft.com/office/drawing/2014/main" id="{965B726E-664D-94AF-5323-9544497B9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3" name="Rectangle 33">
            <a:extLst>
              <a:ext uri="{FF2B5EF4-FFF2-40B4-BE49-F238E27FC236}">
                <a16:creationId xmlns:a16="http://schemas.microsoft.com/office/drawing/2014/main" id="{1EF04574-3881-B595-546B-60E2F1E84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4" name="Rectangle 34">
            <a:extLst>
              <a:ext uri="{FF2B5EF4-FFF2-40B4-BE49-F238E27FC236}">
                <a16:creationId xmlns:a16="http://schemas.microsoft.com/office/drawing/2014/main" id="{4E92CBF8-6082-F286-E6D4-EFE49225B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048000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5" name="Rectangle 35">
            <a:extLst>
              <a:ext uri="{FF2B5EF4-FFF2-40B4-BE49-F238E27FC236}">
                <a16:creationId xmlns:a16="http://schemas.microsoft.com/office/drawing/2014/main" id="{3CB3632C-0916-778B-E3BF-F1B1A3C5D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6" name="Rectangle 36">
            <a:extLst>
              <a:ext uri="{FF2B5EF4-FFF2-40B4-BE49-F238E27FC236}">
                <a16:creationId xmlns:a16="http://schemas.microsoft.com/office/drawing/2014/main" id="{199AD2F7-69E0-10F4-B6A9-1DD91EDFD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7" name="Rectangle 37">
            <a:extLst>
              <a:ext uri="{FF2B5EF4-FFF2-40B4-BE49-F238E27FC236}">
                <a16:creationId xmlns:a16="http://schemas.microsoft.com/office/drawing/2014/main" id="{281D2722-9FA7-E738-43FD-E4DE852C0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8" name="Rectangle 38">
            <a:extLst>
              <a:ext uri="{FF2B5EF4-FFF2-40B4-BE49-F238E27FC236}">
                <a16:creationId xmlns:a16="http://schemas.microsoft.com/office/drawing/2014/main" id="{4E3E94D9-9D64-75ED-FF07-71965E8F7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353218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79" name="Rectangle 39">
            <a:extLst>
              <a:ext uri="{FF2B5EF4-FFF2-40B4-BE49-F238E27FC236}">
                <a16:creationId xmlns:a16="http://schemas.microsoft.com/office/drawing/2014/main" id="{84EB45EA-64F3-0E13-9CB2-AFD1BE41F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0" name="Rectangle 40">
            <a:extLst>
              <a:ext uri="{FF2B5EF4-FFF2-40B4-BE49-F238E27FC236}">
                <a16:creationId xmlns:a16="http://schemas.microsoft.com/office/drawing/2014/main" id="{E893A840-4410-A9BE-23B5-00056AA16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1" name="Rectangle 41">
            <a:extLst>
              <a:ext uri="{FF2B5EF4-FFF2-40B4-BE49-F238E27FC236}">
                <a16:creationId xmlns:a16="http://schemas.microsoft.com/office/drawing/2014/main" id="{17BAE65A-7C04-6370-08CF-968C6E8F2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2" name="Rectangle 42">
            <a:extLst>
              <a:ext uri="{FF2B5EF4-FFF2-40B4-BE49-F238E27FC236}">
                <a16:creationId xmlns:a16="http://schemas.microsoft.com/office/drawing/2014/main" id="{71595A34-8C6B-613A-993E-C83E6B9D0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353218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3" name="Rectangle 43">
            <a:extLst>
              <a:ext uri="{FF2B5EF4-FFF2-40B4-BE49-F238E27FC236}">
                <a16:creationId xmlns:a16="http://schemas.microsoft.com/office/drawing/2014/main" id="{F5B5703C-D0FF-527B-1D6C-AB901DA42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4" name="Rectangle 44">
            <a:extLst>
              <a:ext uri="{FF2B5EF4-FFF2-40B4-BE49-F238E27FC236}">
                <a16:creationId xmlns:a16="http://schemas.microsoft.com/office/drawing/2014/main" id="{457B9D29-B1DD-15BD-BA6E-ABF098408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5" name="Rectangle 45">
            <a:extLst>
              <a:ext uri="{FF2B5EF4-FFF2-40B4-BE49-F238E27FC236}">
                <a16:creationId xmlns:a16="http://schemas.microsoft.com/office/drawing/2014/main" id="{C3477AF8-6B79-5690-76B7-63CCC2D37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6" name="Rectangle 46">
            <a:extLst>
              <a:ext uri="{FF2B5EF4-FFF2-40B4-BE49-F238E27FC236}">
                <a16:creationId xmlns:a16="http://schemas.microsoft.com/office/drawing/2014/main" id="{808100C4-0B14-8DF0-9926-06E8A8C1A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022725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7" name="Rectangle 47">
            <a:extLst>
              <a:ext uri="{FF2B5EF4-FFF2-40B4-BE49-F238E27FC236}">
                <a16:creationId xmlns:a16="http://schemas.microsoft.com/office/drawing/2014/main" id="{75C6BE18-2D6E-136E-53E0-B6CD526B8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8" name="Rectangle 48">
            <a:extLst>
              <a:ext uri="{FF2B5EF4-FFF2-40B4-BE49-F238E27FC236}">
                <a16:creationId xmlns:a16="http://schemas.microsoft.com/office/drawing/2014/main" id="{A068350E-E816-B964-391D-8575BFCA1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89" name="Rectangle 49">
            <a:extLst>
              <a:ext uri="{FF2B5EF4-FFF2-40B4-BE49-F238E27FC236}">
                <a16:creationId xmlns:a16="http://schemas.microsoft.com/office/drawing/2014/main" id="{D21A7B27-92E7-BD17-0002-042D28FF2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0" name="Rectangle 50">
            <a:extLst>
              <a:ext uri="{FF2B5EF4-FFF2-40B4-BE49-F238E27FC236}">
                <a16:creationId xmlns:a16="http://schemas.microsoft.com/office/drawing/2014/main" id="{6B52D636-7C3C-E62C-AE21-9E540954A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02272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1" name="Rectangle 51">
            <a:extLst>
              <a:ext uri="{FF2B5EF4-FFF2-40B4-BE49-F238E27FC236}">
                <a16:creationId xmlns:a16="http://schemas.microsoft.com/office/drawing/2014/main" id="{44ACC5D2-E53E-C11C-ECF4-15522D9CA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2" name="Rectangle 52">
            <a:extLst>
              <a:ext uri="{FF2B5EF4-FFF2-40B4-BE49-F238E27FC236}">
                <a16:creationId xmlns:a16="http://schemas.microsoft.com/office/drawing/2014/main" id="{95782EC8-13AC-632B-CC51-74CF08AFF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3" name="Rectangle 53">
            <a:extLst>
              <a:ext uri="{FF2B5EF4-FFF2-40B4-BE49-F238E27FC236}">
                <a16:creationId xmlns:a16="http://schemas.microsoft.com/office/drawing/2014/main" id="{CAFC8860-6AF4-0B0F-1101-3843A78E6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4" name="Rectangle 54">
            <a:extLst>
              <a:ext uri="{FF2B5EF4-FFF2-40B4-BE49-F238E27FC236}">
                <a16:creationId xmlns:a16="http://schemas.microsoft.com/office/drawing/2014/main" id="{593C7443-9A25-9568-0E4C-381516D18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503738"/>
            <a:ext cx="492125" cy="492125"/>
          </a:xfrm>
          <a:prstGeom prst="rect">
            <a:avLst/>
          </a:prstGeom>
          <a:solidFill>
            <a:srgbClr val="00008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5" name="Rectangle 55">
            <a:extLst>
              <a:ext uri="{FF2B5EF4-FFF2-40B4-BE49-F238E27FC236}">
                <a16:creationId xmlns:a16="http://schemas.microsoft.com/office/drawing/2014/main" id="{87E3B480-99BE-3A79-D98C-D132EFC7A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6" name="Rectangle 56">
            <a:extLst>
              <a:ext uri="{FF2B5EF4-FFF2-40B4-BE49-F238E27FC236}">
                <a16:creationId xmlns:a16="http://schemas.microsoft.com/office/drawing/2014/main" id="{DBEA1CBE-8392-4A2C-D726-B7CE7CCDD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7" name="Rectangle 57">
            <a:extLst>
              <a:ext uri="{FF2B5EF4-FFF2-40B4-BE49-F238E27FC236}">
                <a16:creationId xmlns:a16="http://schemas.microsoft.com/office/drawing/2014/main" id="{FFF85513-AEDF-F546-A45F-594915CA1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8" name="Rectangle 58">
            <a:extLst>
              <a:ext uri="{FF2B5EF4-FFF2-40B4-BE49-F238E27FC236}">
                <a16:creationId xmlns:a16="http://schemas.microsoft.com/office/drawing/2014/main" id="{9ACEAF71-BC09-69EE-007C-8E04479E2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503738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99" name="Rectangle 59">
            <a:extLst>
              <a:ext uri="{FF2B5EF4-FFF2-40B4-BE49-F238E27FC236}">
                <a16:creationId xmlns:a16="http://schemas.microsoft.com/office/drawing/2014/main" id="{358749FA-0856-7B4D-3C24-CAD1AA89F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0" name="Rectangle 60">
            <a:extLst>
              <a:ext uri="{FF2B5EF4-FFF2-40B4-BE49-F238E27FC236}">
                <a16:creationId xmlns:a16="http://schemas.microsoft.com/office/drawing/2014/main" id="{7E377D52-0539-4D21-618C-87F4A4187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65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1" name="Rectangle 61">
            <a:extLst>
              <a:ext uri="{FF2B5EF4-FFF2-40B4-BE49-F238E27FC236}">
                <a16:creationId xmlns:a16="http://schemas.microsoft.com/office/drawing/2014/main" id="{A5F5AE02-DB56-947B-F0FF-60E37F847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2" name="Rectangle 62">
            <a:extLst>
              <a:ext uri="{FF2B5EF4-FFF2-40B4-BE49-F238E27FC236}">
                <a16:creationId xmlns:a16="http://schemas.microsoft.com/office/drawing/2014/main" id="{93AB6D82-1B1E-F051-3B00-B081BDAEA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3" name="Rectangle 63">
            <a:extLst>
              <a:ext uri="{FF2B5EF4-FFF2-40B4-BE49-F238E27FC236}">
                <a16:creationId xmlns:a16="http://schemas.microsoft.com/office/drawing/2014/main" id="{B03D4EA8-1D37-0BAD-3593-6821C62EA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3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4" name="Rectangle 64">
            <a:extLst>
              <a:ext uri="{FF2B5EF4-FFF2-40B4-BE49-F238E27FC236}">
                <a16:creationId xmlns:a16="http://schemas.microsoft.com/office/drawing/2014/main" id="{29601BC8-E7FA-0532-B090-D6FE59539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5" name="Rectangle 65">
            <a:extLst>
              <a:ext uri="{FF2B5EF4-FFF2-40B4-BE49-F238E27FC236}">
                <a16:creationId xmlns:a16="http://schemas.microsoft.com/office/drawing/2014/main" id="{1806CDA8-0F52-10E9-C9BE-CD400DD5C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6" name="Rectangle 66">
            <a:extLst>
              <a:ext uri="{FF2B5EF4-FFF2-40B4-BE49-F238E27FC236}">
                <a16:creationId xmlns:a16="http://schemas.microsoft.com/office/drawing/2014/main" id="{1745E57C-ED18-71DD-9CA3-88BE49039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75" y="4994275"/>
            <a:ext cx="492125" cy="492125"/>
          </a:xfrm>
          <a:prstGeom prst="rect">
            <a:avLst/>
          </a:prstGeom>
          <a:solidFill>
            <a:srgbClr val="EAF1F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507" name="Text Box 67">
            <a:extLst>
              <a:ext uri="{FF2B5EF4-FFF2-40B4-BE49-F238E27FC236}">
                <a16:creationId xmlns:a16="http://schemas.microsoft.com/office/drawing/2014/main" id="{E85DEB54-10EA-2626-CD01-60A5B3FBE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9488" y="5967413"/>
            <a:ext cx="3311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 sz="2800"/>
              <a:t>Structuring Element</a:t>
            </a:r>
            <a:endParaRPr lang="en-US" altLang="en-US" sz="2800"/>
          </a:p>
        </p:txBody>
      </p:sp>
      <p:grpSp>
        <p:nvGrpSpPr>
          <p:cNvPr id="61508" name="Group 68">
            <a:extLst>
              <a:ext uri="{FF2B5EF4-FFF2-40B4-BE49-F238E27FC236}">
                <a16:creationId xmlns:a16="http://schemas.microsoft.com/office/drawing/2014/main" id="{931534D4-E9A6-FCCE-DEAB-C5835B387D2B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5703888"/>
            <a:ext cx="1081088" cy="1068387"/>
            <a:chOff x="1339" y="3268"/>
            <a:chExt cx="932" cy="921"/>
          </a:xfrm>
        </p:grpSpPr>
        <p:sp>
          <p:nvSpPr>
            <p:cNvPr id="61576" name="Rectangle 69">
              <a:extLst>
                <a:ext uri="{FF2B5EF4-FFF2-40B4-BE49-F238E27FC236}">
                  <a16:creationId xmlns:a16="http://schemas.microsoft.com/office/drawing/2014/main" id="{1734FF22-BA0F-A036-94D9-0A8419388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7" name="Rectangle 70">
              <a:extLst>
                <a:ext uri="{FF2B5EF4-FFF2-40B4-BE49-F238E27FC236}">
                  <a16:creationId xmlns:a16="http://schemas.microsoft.com/office/drawing/2014/main" id="{A8ADFEAE-4F39-449A-ADE7-7B1AAE365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8" name="Rectangle 71">
              <a:extLst>
                <a:ext uri="{FF2B5EF4-FFF2-40B4-BE49-F238E27FC236}">
                  <a16:creationId xmlns:a16="http://schemas.microsoft.com/office/drawing/2014/main" id="{2A3946A1-F8DE-78C3-C101-BB82CADF3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79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9" name="Rectangle 72">
              <a:extLst>
                <a:ext uri="{FF2B5EF4-FFF2-40B4-BE49-F238E27FC236}">
                  <a16:creationId xmlns:a16="http://schemas.microsoft.com/office/drawing/2014/main" id="{65DD9B1E-DAB1-3A86-298C-68468356B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879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80" name="Rectangle 73">
              <a:extLst>
                <a:ext uri="{FF2B5EF4-FFF2-40B4-BE49-F238E27FC236}">
                  <a16:creationId xmlns:a16="http://schemas.microsoft.com/office/drawing/2014/main" id="{423B4BF5-6B20-A125-2E15-E72A342A0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574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81" name="Rectangle 74">
              <a:extLst>
                <a:ext uri="{FF2B5EF4-FFF2-40B4-BE49-F238E27FC236}">
                  <a16:creationId xmlns:a16="http://schemas.microsoft.com/office/drawing/2014/main" id="{AB5132F7-F14B-64CD-B223-455378B06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874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82" name="Rectangle 75">
              <a:extLst>
                <a:ext uri="{FF2B5EF4-FFF2-40B4-BE49-F238E27FC236}">
                  <a16:creationId xmlns:a16="http://schemas.microsoft.com/office/drawing/2014/main" id="{E1ACCC1F-9AD1-B7AD-511F-4C75A116C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268"/>
              <a:ext cx="310" cy="310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83" name="Rectangle 76">
              <a:extLst>
                <a:ext uri="{FF2B5EF4-FFF2-40B4-BE49-F238E27FC236}">
                  <a16:creationId xmlns:a16="http://schemas.microsoft.com/office/drawing/2014/main" id="{6A044785-9DAC-85CB-8253-F24A31AFB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84" name="Rectangle 77">
              <a:extLst>
                <a:ext uri="{FF2B5EF4-FFF2-40B4-BE49-F238E27FC236}">
                  <a16:creationId xmlns:a16="http://schemas.microsoft.com/office/drawing/2014/main" id="{3A9EC5F1-F7EA-B496-0571-7F9D3B529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68"/>
              <a:ext cx="310" cy="310"/>
            </a:xfrm>
            <a:prstGeom prst="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1509" name="Group 78">
            <a:extLst>
              <a:ext uri="{FF2B5EF4-FFF2-40B4-BE49-F238E27FC236}">
                <a16:creationId xmlns:a16="http://schemas.microsoft.com/office/drawing/2014/main" id="{176E408F-625C-B66A-3664-70AB4B265FC2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1577975"/>
            <a:ext cx="3927475" cy="3900488"/>
            <a:chOff x="3178" y="1075"/>
            <a:chExt cx="2474" cy="2457"/>
          </a:xfrm>
        </p:grpSpPr>
        <p:sp>
          <p:nvSpPr>
            <p:cNvPr id="61512" name="Rectangle 79">
              <a:extLst>
                <a:ext uri="{FF2B5EF4-FFF2-40B4-BE49-F238E27FC236}">
                  <a16:creationId xmlns:a16="http://schemas.microsoft.com/office/drawing/2014/main" id="{5FB8823B-161B-B69F-DB03-12F249D1E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3" name="Rectangle 80">
              <a:extLst>
                <a:ext uri="{FF2B5EF4-FFF2-40B4-BE49-F238E27FC236}">
                  <a16:creationId xmlns:a16="http://schemas.microsoft.com/office/drawing/2014/main" id="{3F70FACD-3A0D-AE64-1C5E-BDC63EE93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4" name="Rectangle 81">
              <a:extLst>
                <a:ext uri="{FF2B5EF4-FFF2-40B4-BE49-F238E27FC236}">
                  <a16:creationId xmlns:a16="http://schemas.microsoft.com/office/drawing/2014/main" id="{E759AF81-5078-B501-D19B-90AA980CF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5" name="Rectangle 82">
              <a:extLst>
                <a:ext uri="{FF2B5EF4-FFF2-40B4-BE49-F238E27FC236}">
                  <a16:creationId xmlns:a16="http://schemas.microsoft.com/office/drawing/2014/main" id="{F837337F-2656-EBEF-C120-95F952DEB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6" name="Rectangle 83">
              <a:extLst>
                <a:ext uri="{FF2B5EF4-FFF2-40B4-BE49-F238E27FC236}">
                  <a16:creationId xmlns:a16="http://schemas.microsoft.com/office/drawing/2014/main" id="{132801B4-15EA-B6A4-665A-76A0FB5D3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7" name="Rectangle 84">
              <a:extLst>
                <a:ext uri="{FF2B5EF4-FFF2-40B4-BE49-F238E27FC236}">
                  <a16:creationId xmlns:a16="http://schemas.microsoft.com/office/drawing/2014/main" id="{4A341BBF-1F52-22AB-FD53-D0947250D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8" name="Rectangle 85">
              <a:extLst>
                <a:ext uri="{FF2B5EF4-FFF2-40B4-BE49-F238E27FC236}">
                  <a16:creationId xmlns:a16="http://schemas.microsoft.com/office/drawing/2014/main" id="{8EEC139F-F1C3-0470-57A1-CAF7E9497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19" name="Rectangle 86">
              <a:extLst>
                <a:ext uri="{FF2B5EF4-FFF2-40B4-BE49-F238E27FC236}">
                  <a16:creationId xmlns:a16="http://schemas.microsoft.com/office/drawing/2014/main" id="{67376863-00B9-5FAB-B4BB-7F9062E51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075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0" name="Rectangle 87">
              <a:extLst>
                <a:ext uri="{FF2B5EF4-FFF2-40B4-BE49-F238E27FC236}">
                  <a16:creationId xmlns:a16="http://schemas.microsoft.com/office/drawing/2014/main" id="{4BC82337-AFC5-1ED0-9726-B2402B42F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1" name="Rectangle 88">
              <a:extLst>
                <a:ext uri="{FF2B5EF4-FFF2-40B4-BE49-F238E27FC236}">
                  <a16:creationId xmlns:a16="http://schemas.microsoft.com/office/drawing/2014/main" id="{B7051BE2-330F-E683-90D4-0040683F8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2" name="Rectangle 89">
              <a:extLst>
                <a:ext uri="{FF2B5EF4-FFF2-40B4-BE49-F238E27FC236}">
                  <a16:creationId xmlns:a16="http://schemas.microsoft.com/office/drawing/2014/main" id="{7AD70428-77C3-3B9A-C8ED-E82752753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3" name="Rectangle 90">
              <a:extLst>
                <a:ext uri="{FF2B5EF4-FFF2-40B4-BE49-F238E27FC236}">
                  <a16:creationId xmlns:a16="http://schemas.microsoft.com/office/drawing/2014/main" id="{6437642B-82F0-9E29-7802-56C97C844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4" name="Rectangle 91">
              <a:extLst>
                <a:ext uri="{FF2B5EF4-FFF2-40B4-BE49-F238E27FC236}">
                  <a16:creationId xmlns:a16="http://schemas.microsoft.com/office/drawing/2014/main" id="{FA08C0E2-89F8-BF81-C403-57B7DDED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5" name="Rectangle 92">
              <a:extLst>
                <a:ext uri="{FF2B5EF4-FFF2-40B4-BE49-F238E27FC236}">
                  <a16:creationId xmlns:a16="http://schemas.microsoft.com/office/drawing/2014/main" id="{80145A40-AC3A-6236-AA04-7BC51D875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6" name="Rectangle 93">
              <a:extLst>
                <a:ext uri="{FF2B5EF4-FFF2-40B4-BE49-F238E27FC236}">
                  <a16:creationId xmlns:a16="http://schemas.microsoft.com/office/drawing/2014/main" id="{C9C6588A-3E6E-4BF6-FDD1-9B3D4313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7" name="Rectangle 94">
              <a:extLst>
                <a:ext uri="{FF2B5EF4-FFF2-40B4-BE49-F238E27FC236}">
                  <a16:creationId xmlns:a16="http://schemas.microsoft.com/office/drawing/2014/main" id="{A43F1228-3B1B-F7EE-E061-92D3D1806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384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8" name="Rectangle 95">
              <a:extLst>
                <a:ext uri="{FF2B5EF4-FFF2-40B4-BE49-F238E27FC236}">
                  <a16:creationId xmlns:a16="http://schemas.microsoft.com/office/drawing/2014/main" id="{3F49E9AE-EC66-4208-6000-5881B2CBA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29" name="Rectangle 96">
              <a:extLst>
                <a:ext uri="{FF2B5EF4-FFF2-40B4-BE49-F238E27FC236}">
                  <a16:creationId xmlns:a16="http://schemas.microsoft.com/office/drawing/2014/main" id="{2420A327-A395-5FEC-F983-C8440D1D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0" name="Rectangle 97">
              <a:extLst>
                <a:ext uri="{FF2B5EF4-FFF2-40B4-BE49-F238E27FC236}">
                  <a16:creationId xmlns:a16="http://schemas.microsoft.com/office/drawing/2014/main" id="{8D682B82-39DE-5307-85C5-BB576C857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1" name="Rectangle 98">
              <a:extLst>
                <a:ext uri="{FF2B5EF4-FFF2-40B4-BE49-F238E27FC236}">
                  <a16:creationId xmlns:a16="http://schemas.microsoft.com/office/drawing/2014/main" id="{B5CD5BA5-1B8F-A9B7-E594-6CAD4EC47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2" name="Rectangle 99">
              <a:extLst>
                <a:ext uri="{FF2B5EF4-FFF2-40B4-BE49-F238E27FC236}">
                  <a16:creationId xmlns:a16="http://schemas.microsoft.com/office/drawing/2014/main" id="{03F0C250-6255-968E-30AF-81D9676B3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3" name="Rectangle 100">
              <a:extLst>
                <a:ext uri="{FF2B5EF4-FFF2-40B4-BE49-F238E27FC236}">
                  <a16:creationId xmlns:a16="http://schemas.microsoft.com/office/drawing/2014/main" id="{0315B0D0-9C4E-545D-2322-1E332424D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4" name="Rectangle 101">
              <a:extLst>
                <a:ext uri="{FF2B5EF4-FFF2-40B4-BE49-F238E27FC236}">
                  <a16:creationId xmlns:a16="http://schemas.microsoft.com/office/drawing/2014/main" id="{CB729F69-1EDD-9D0A-AF2C-95DB14CB0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5" name="Rectangle 102">
              <a:extLst>
                <a:ext uri="{FF2B5EF4-FFF2-40B4-BE49-F238E27FC236}">
                  <a16:creationId xmlns:a16="http://schemas.microsoft.com/office/drawing/2014/main" id="{DED72922-C317-9910-5F7F-88B2BC8C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687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6" name="Rectangle 103">
              <a:extLst>
                <a:ext uri="{FF2B5EF4-FFF2-40B4-BE49-F238E27FC236}">
                  <a16:creationId xmlns:a16="http://schemas.microsoft.com/office/drawing/2014/main" id="{4F0DD3AA-AE61-BCBC-458B-A250023DF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7" name="Rectangle 104">
              <a:extLst>
                <a:ext uri="{FF2B5EF4-FFF2-40B4-BE49-F238E27FC236}">
                  <a16:creationId xmlns:a16="http://schemas.microsoft.com/office/drawing/2014/main" id="{8D59FBE8-97E5-C717-0053-1F5E9E19C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8" name="Rectangle 105">
              <a:extLst>
                <a:ext uri="{FF2B5EF4-FFF2-40B4-BE49-F238E27FC236}">
                  <a16:creationId xmlns:a16="http://schemas.microsoft.com/office/drawing/2014/main" id="{1805587D-4E2F-CAAA-8A08-CCF71247C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39" name="Rectangle 106">
              <a:extLst>
                <a:ext uri="{FF2B5EF4-FFF2-40B4-BE49-F238E27FC236}">
                  <a16:creationId xmlns:a16="http://schemas.microsoft.com/office/drawing/2014/main" id="{3814CA29-965F-3609-D448-D1E63F148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0" name="Rectangle 107">
              <a:extLst>
                <a:ext uri="{FF2B5EF4-FFF2-40B4-BE49-F238E27FC236}">
                  <a16:creationId xmlns:a16="http://schemas.microsoft.com/office/drawing/2014/main" id="{A051E0F2-AEC8-8FA5-D79A-BEAD4EA57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1" name="Rectangle 108">
              <a:extLst>
                <a:ext uri="{FF2B5EF4-FFF2-40B4-BE49-F238E27FC236}">
                  <a16:creationId xmlns:a16="http://schemas.microsoft.com/office/drawing/2014/main" id="{94F48570-A4E0-6941-331B-3119671A9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2" name="Rectangle 109">
              <a:extLst>
                <a:ext uri="{FF2B5EF4-FFF2-40B4-BE49-F238E27FC236}">
                  <a16:creationId xmlns:a16="http://schemas.microsoft.com/office/drawing/2014/main" id="{90CF8FD8-B476-48F9-8EF5-C28C77348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3" name="Rectangle 110">
              <a:extLst>
                <a:ext uri="{FF2B5EF4-FFF2-40B4-BE49-F238E27FC236}">
                  <a16:creationId xmlns:a16="http://schemas.microsoft.com/office/drawing/2014/main" id="{B54D3339-A832-977B-BE1E-4F05476C8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1996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4" name="Rectangle 111">
              <a:extLst>
                <a:ext uri="{FF2B5EF4-FFF2-40B4-BE49-F238E27FC236}">
                  <a16:creationId xmlns:a16="http://schemas.microsoft.com/office/drawing/2014/main" id="{079E1689-D48B-8A72-057B-4825F7BEF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5" name="Rectangle 112">
              <a:extLst>
                <a:ext uri="{FF2B5EF4-FFF2-40B4-BE49-F238E27FC236}">
                  <a16:creationId xmlns:a16="http://schemas.microsoft.com/office/drawing/2014/main" id="{940987D3-C096-60E3-FD43-A01D6A241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6" name="Rectangle 113">
              <a:extLst>
                <a:ext uri="{FF2B5EF4-FFF2-40B4-BE49-F238E27FC236}">
                  <a16:creationId xmlns:a16="http://schemas.microsoft.com/office/drawing/2014/main" id="{05FD165B-193C-76C7-315F-FDA80400E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7" name="Rectangle 114">
              <a:extLst>
                <a:ext uri="{FF2B5EF4-FFF2-40B4-BE49-F238E27FC236}">
                  <a16:creationId xmlns:a16="http://schemas.microsoft.com/office/drawing/2014/main" id="{1252C585-2118-92D9-5FE7-98E5F408B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8" name="Rectangle 115">
              <a:extLst>
                <a:ext uri="{FF2B5EF4-FFF2-40B4-BE49-F238E27FC236}">
                  <a16:creationId xmlns:a16="http://schemas.microsoft.com/office/drawing/2014/main" id="{65E9BB05-987D-9406-CA73-915B7CF98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49" name="Rectangle 116">
              <a:extLst>
                <a:ext uri="{FF2B5EF4-FFF2-40B4-BE49-F238E27FC236}">
                  <a16:creationId xmlns:a16="http://schemas.microsoft.com/office/drawing/2014/main" id="{3910A09B-81B1-0BB4-5A5D-56C1D3703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0" name="Rectangle 117">
              <a:extLst>
                <a:ext uri="{FF2B5EF4-FFF2-40B4-BE49-F238E27FC236}">
                  <a16:creationId xmlns:a16="http://schemas.microsoft.com/office/drawing/2014/main" id="{922118CD-F939-5602-0D0B-D6D4BA213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1" name="Rectangle 118">
              <a:extLst>
                <a:ext uri="{FF2B5EF4-FFF2-40B4-BE49-F238E27FC236}">
                  <a16:creationId xmlns:a16="http://schemas.microsoft.com/office/drawing/2014/main" id="{DC52FDB9-861A-5376-541C-A14E68B1C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301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2" name="Rectangle 119">
              <a:extLst>
                <a:ext uri="{FF2B5EF4-FFF2-40B4-BE49-F238E27FC236}">
                  <a16:creationId xmlns:a16="http://schemas.microsoft.com/office/drawing/2014/main" id="{C5C7E3AA-7C2A-72F4-1F97-E5EEC5239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3" name="Rectangle 120">
              <a:extLst>
                <a:ext uri="{FF2B5EF4-FFF2-40B4-BE49-F238E27FC236}">
                  <a16:creationId xmlns:a16="http://schemas.microsoft.com/office/drawing/2014/main" id="{88D8AD6F-4A90-8FF9-D808-B3A793061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4" name="Rectangle 121">
              <a:extLst>
                <a:ext uri="{FF2B5EF4-FFF2-40B4-BE49-F238E27FC236}">
                  <a16:creationId xmlns:a16="http://schemas.microsoft.com/office/drawing/2014/main" id="{4D66A0E2-9F92-75CC-67E7-6B074F2C0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5" name="Rectangle 122">
              <a:extLst>
                <a:ext uri="{FF2B5EF4-FFF2-40B4-BE49-F238E27FC236}">
                  <a16:creationId xmlns:a16="http://schemas.microsoft.com/office/drawing/2014/main" id="{C4247F80-FFA6-4903-4D94-6C1A34FA5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6" name="Rectangle 123">
              <a:extLst>
                <a:ext uri="{FF2B5EF4-FFF2-40B4-BE49-F238E27FC236}">
                  <a16:creationId xmlns:a16="http://schemas.microsoft.com/office/drawing/2014/main" id="{3C1620B5-308C-8F7A-C8E0-98C7AED9D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7" name="Rectangle 124">
              <a:extLst>
                <a:ext uri="{FF2B5EF4-FFF2-40B4-BE49-F238E27FC236}">
                  <a16:creationId xmlns:a16="http://schemas.microsoft.com/office/drawing/2014/main" id="{17ADF96A-57E6-5BB0-9E16-D0ED31E5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8" name="Rectangle 125">
              <a:extLst>
                <a:ext uri="{FF2B5EF4-FFF2-40B4-BE49-F238E27FC236}">
                  <a16:creationId xmlns:a16="http://schemas.microsoft.com/office/drawing/2014/main" id="{057C90D9-ADAB-C609-246F-2F11E78B2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59" name="Rectangle 126">
              <a:extLst>
                <a:ext uri="{FF2B5EF4-FFF2-40B4-BE49-F238E27FC236}">
                  <a16:creationId xmlns:a16="http://schemas.microsoft.com/office/drawing/2014/main" id="{2C86F4D4-90D3-DA8B-415A-343B814DA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610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0" name="Rectangle 127">
              <a:extLst>
                <a:ext uri="{FF2B5EF4-FFF2-40B4-BE49-F238E27FC236}">
                  <a16:creationId xmlns:a16="http://schemas.microsoft.com/office/drawing/2014/main" id="{86CFB9F0-8417-C57F-5FBA-B44D09352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1" name="Rectangle 128">
              <a:extLst>
                <a:ext uri="{FF2B5EF4-FFF2-40B4-BE49-F238E27FC236}">
                  <a16:creationId xmlns:a16="http://schemas.microsoft.com/office/drawing/2014/main" id="{63DC4AD0-813C-6955-CD42-5FB5E9E86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2" name="Rectangle 129">
              <a:extLst>
                <a:ext uri="{FF2B5EF4-FFF2-40B4-BE49-F238E27FC236}">
                  <a16:creationId xmlns:a16="http://schemas.microsoft.com/office/drawing/2014/main" id="{2B4FAC5F-49F3-BCF0-7C6D-28A727E1A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3" name="Rectangle 130">
              <a:extLst>
                <a:ext uri="{FF2B5EF4-FFF2-40B4-BE49-F238E27FC236}">
                  <a16:creationId xmlns:a16="http://schemas.microsoft.com/office/drawing/2014/main" id="{BE9ADDCF-BD88-2086-EB0E-4791A9A7D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4" name="Rectangle 131">
              <a:extLst>
                <a:ext uri="{FF2B5EF4-FFF2-40B4-BE49-F238E27FC236}">
                  <a16:creationId xmlns:a16="http://schemas.microsoft.com/office/drawing/2014/main" id="{0191655D-1C09-3FE9-190B-EC483F206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5" name="Rectangle 132">
              <a:extLst>
                <a:ext uri="{FF2B5EF4-FFF2-40B4-BE49-F238E27FC236}">
                  <a16:creationId xmlns:a16="http://schemas.microsoft.com/office/drawing/2014/main" id="{78E7632E-9D31-D195-BA1C-F06FAE5A7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6" name="Rectangle 133">
              <a:extLst>
                <a:ext uri="{FF2B5EF4-FFF2-40B4-BE49-F238E27FC236}">
                  <a16:creationId xmlns:a16="http://schemas.microsoft.com/office/drawing/2014/main" id="{C0C10495-BBBE-6B69-3CE7-D54C04325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7" name="Rectangle 134">
              <a:extLst>
                <a:ext uri="{FF2B5EF4-FFF2-40B4-BE49-F238E27FC236}">
                  <a16:creationId xmlns:a16="http://schemas.microsoft.com/office/drawing/2014/main" id="{5690E6C2-2852-9BF0-52F8-F0F353C03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913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8" name="Rectangle 135">
              <a:extLst>
                <a:ext uri="{FF2B5EF4-FFF2-40B4-BE49-F238E27FC236}">
                  <a16:creationId xmlns:a16="http://schemas.microsoft.com/office/drawing/2014/main" id="{3071EF51-99E6-CCB3-DD93-FA5685590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69" name="Rectangle 136">
              <a:extLst>
                <a:ext uri="{FF2B5EF4-FFF2-40B4-BE49-F238E27FC236}">
                  <a16:creationId xmlns:a16="http://schemas.microsoft.com/office/drawing/2014/main" id="{AE246009-DE21-9147-C92C-1CE2CF820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0" name="Rectangle 137">
              <a:extLst>
                <a:ext uri="{FF2B5EF4-FFF2-40B4-BE49-F238E27FC236}">
                  <a16:creationId xmlns:a16="http://schemas.microsoft.com/office/drawing/2014/main" id="{DDFAB924-FD72-A406-6EDB-75A1C729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1" name="Rectangle 138">
              <a:extLst>
                <a:ext uri="{FF2B5EF4-FFF2-40B4-BE49-F238E27FC236}">
                  <a16:creationId xmlns:a16="http://schemas.microsoft.com/office/drawing/2014/main" id="{2B190F5D-7FA2-3D23-0C4A-AFAAEAD0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2" name="Rectangle 139">
              <a:extLst>
                <a:ext uri="{FF2B5EF4-FFF2-40B4-BE49-F238E27FC236}">
                  <a16:creationId xmlns:a16="http://schemas.microsoft.com/office/drawing/2014/main" id="{1E0351E6-E042-2665-B269-968934703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3" name="Rectangle 140">
              <a:extLst>
                <a:ext uri="{FF2B5EF4-FFF2-40B4-BE49-F238E27FC236}">
                  <a16:creationId xmlns:a16="http://schemas.microsoft.com/office/drawing/2014/main" id="{7BCCAE93-5EB2-D3FF-C266-EAFC9BBA0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4" name="Rectangle 141">
              <a:extLst>
                <a:ext uri="{FF2B5EF4-FFF2-40B4-BE49-F238E27FC236}">
                  <a16:creationId xmlns:a16="http://schemas.microsoft.com/office/drawing/2014/main" id="{C82BC799-959C-E34E-D573-8B32786F1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75" name="Rectangle 142">
              <a:extLst>
                <a:ext uri="{FF2B5EF4-FFF2-40B4-BE49-F238E27FC236}">
                  <a16:creationId xmlns:a16="http://schemas.microsoft.com/office/drawing/2014/main" id="{52271B16-2284-6898-7491-FFB20208E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3222"/>
              <a:ext cx="310" cy="310"/>
            </a:xfrm>
            <a:prstGeom prst="rect">
              <a:avLst/>
            </a:prstGeom>
            <a:solidFill>
              <a:srgbClr val="E5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1510" name="Text Box 143">
            <a:extLst>
              <a:ext uri="{FF2B5EF4-FFF2-40B4-BE49-F238E27FC236}">
                <a16:creationId xmlns:a16="http://schemas.microsoft.com/office/drawing/2014/main" id="{87E722C0-59ED-0D88-1EDB-6CBFF6541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2413" y="1233488"/>
            <a:ext cx="1670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IE" altLang="en-US"/>
              <a:t>Original Image</a:t>
            </a:r>
            <a:endParaRPr lang="en-US" altLang="en-US"/>
          </a:p>
        </p:txBody>
      </p:sp>
      <p:sp>
        <p:nvSpPr>
          <p:cNvPr id="61511" name="Text Box 144">
            <a:extLst>
              <a:ext uri="{FF2B5EF4-FFF2-40B4-BE49-F238E27FC236}">
                <a16:creationId xmlns:a16="http://schemas.microsoft.com/office/drawing/2014/main" id="{54A941E4-C1CB-3F19-C65B-61A5F39DF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9613" y="1230313"/>
            <a:ext cx="1962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IE" altLang="en-US"/>
              <a:t>Processed Image</a:t>
            </a:r>
            <a:endParaRPr lang="en-US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>
            <a:extLst>
              <a:ext uri="{FF2B5EF4-FFF2-40B4-BE49-F238E27FC236}">
                <a16:creationId xmlns:a16="http://schemas.microsoft.com/office/drawing/2014/main" id="{B4AFB702-04C6-8ED8-FA20-C29B74914F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Region Filling Step By Step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62467" name="Rectangle 3">
            <a:extLst>
              <a:ext uri="{FF2B5EF4-FFF2-40B4-BE49-F238E27FC236}">
                <a16:creationId xmlns:a16="http://schemas.microsoft.com/office/drawing/2014/main" id="{62D42FF5-A064-A5BD-7E21-E0E85011F76A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pic>
        <p:nvPicPr>
          <p:cNvPr id="62468" name="Picture 4">
            <a:extLst>
              <a:ext uri="{FF2B5EF4-FFF2-40B4-BE49-F238E27FC236}">
                <a16:creationId xmlns:a16="http://schemas.microsoft.com/office/drawing/2014/main" id="{902306AF-0957-D320-5B0D-7292DD237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/>
          <a:stretch>
            <a:fillRect/>
          </a:stretch>
        </p:blipFill>
        <p:spPr bwMode="auto">
          <a:xfrm>
            <a:off x="538163" y="1358900"/>
            <a:ext cx="3900487" cy="544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2469" name="Group 5">
            <a:extLst>
              <a:ext uri="{FF2B5EF4-FFF2-40B4-BE49-F238E27FC236}">
                <a16:creationId xmlns:a16="http://schemas.microsoft.com/office/drawing/2014/main" id="{8534003B-A041-CED9-ECB4-0AAA8C1FC5B9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62472" name="Picture 6" descr="book">
              <a:extLst>
                <a:ext uri="{FF2B5EF4-FFF2-40B4-BE49-F238E27FC236}">
                  <a16:creationId xmlns:a16="http://schemas.microsoft.com/office/drawing/2014/main" id="{A7A0E3AB-6B26-62A9-B31B-4AA64EBDA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473" name="Rectangle 7">
              <a:extLst>
                <a:ext uri="{FF2B5EF4-FFF2-40B4-BE49-F238E27FC236}">
                  <a16:creationId xmlns:a16="http://schemas.microsoft.com/office/drawing/2014/main" id="{BF87BE4E-B20D-7C40-147B-5F4D7C361E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pic>
        <p:nvPicPr>
          <p:cNvPr id="62470" name="Picture 8">
            <a:extLst>
              <a:ext uri="{FF2B5EF4-FFF2-40B4-BE49-F238E27FC236}">
                <a16:creationId xmlns:a16="http://schemas.microsoft.com/office/drawing/2014/main" id="{0FF1627A-AC2B-58FA-4772-B611F8AC26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 t="33081" r="38908" b="37222"/>
          <a:stretch>
            <a:fillRect/>
          </a:stretch>
        </p:blipFill>
        <p:spPr bwMode="auto">
          <a:xfrm>
            <a:off x="5073650" y="1403350"/>
            <a:ext cx="3854450" cy="513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71" name="Line 9">
            <a:extLst>
              <a:ext uri="{FF2B5EF4-FFF2-40B4-BE49-F238E27FC236}">
                <a16:creationId xmlns:a16="http://schemas.microsoft.com/office/drawing/2014/main" id="{A659A9B1-0BF9-8E43-390F-2EFE79D737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0275" y="1252538"/>
            <a:ext cx="0" cy="56054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>
            <a:extLst>
              <a:ext uri="{FF2B5EF4-FFF2-40B4-BE49-F238E27FC236}">
                <a16:creationId xmlns:a16="http://schemas.microsoft.com/office/drawing/2014/main" id="{908A17F7-8A3D-8D1A-A469-7D39C826FA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IE" altLang="en-US">
                <a:solidFill>
                  <a:srgbClr val="7B9899"/>
                </a:solidFill>
              </a:rPr>
              <a:t>Region Filling Step By Step</a:t>
            </a:r>
            <a:endParaRPr lang="en-US" altLang="en-US">
              <a:solidFill>
                <a:srgbClr val="7B9899"/>
              </a:solidFill>
            </a:endParaRPr>
          </a:p>
        </p:txBody>
      </p:sp>
      <p:sp>
        <p:nvSpPr>
          <p:cNvPr id="63491" name="Rectangle 3">
            <a:extLst>
              <a:ext uri="{FF2B5EF4-FFF2-40B4-BE49-F238E27FC236}">
                <a16:creationId xmlns:a16="http://schemas.microsoft.com/office/drawing/2014/main" id="{95D02B67-43A5-91AC-B5DA-629A85B79C32}"/>
              </a:ext>
            </a:extLst>
          </p:cNvPr>
          <p:cNvSpPr>
            <a:spLocks noGrp="1" noChangeArrowheads="1"/>
          </p:cNvSpPr>
          <p:nvPr>
            <p:ph sz="quarter" idx="1"/>
          </p:nvPr>
        </p:nvSpPr>
        <p:spPr>
          <a:xfrm>
            <a:off x="301625" y="1527175"/>
            <a:ext cx="8504238" cy="4572000"/>
          </a:xfrm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IE" altLang="en-US"/>
          </a:p>
          <a:p>
            <a:pPr marL="0" indent="0" eaLnBrk="1" hangingPunct="1">
              <a:buFontTx/>
              <a:buNone/>
            </a:pPr>
            <a:endParaRPr lang="en-US" altLang="en-US"/>
          </a:p>
        </p:txBody>
      </p:sp>
      <p:pic>
        <p:nvPicPr>
          <p:cNvPr id="63492" name="Picture 4">
            <a:extLst>
              <a:ext uri="{FF2B5EF4-FFF2-40B4-BE49-F238E27FC236}">
                <a16:creationId xmlns:a16="http://schemas.microsoft.com/office/drawing/2014/main" id="{03A444C2-8B23-A24F-51D1-45CB2F4706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/>
          <a:stretch>
            <a:fillRect/>
          </a:stretch>
        </p:blipFill>
        <p:spPr bwMode="auto">
          <a:xfrm>
            <a:off x="538163" y="1358900"/>
            <a:ext cx="3900487" cy="544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3493" name="Group 5">
            <a:extLst>
              <a:ext uri="{FF2B5EF4-FFF2-40B4-BE49-F238E27FC236}">
                <a16:creationId xmlns:a16="http://schemas.microsoft.com/office/drawing/2014/main" id="{5554DF43-E71A-6719-3E57-D9DD2E4B7B17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1631950"/>
            <a:ext cx="260350" cy="5229225"/>
            <a:chOff x="-2" y="1034"/>
            <a:chExt cx="164" cy="3294"/>
          </a:xfrm>
        </p:grpSpPr>
        <p:pic>
          <p:nvPicPr>
            <p:cNvPr id="63500" name="Picture 6" descr="book">
              <a:extLst>
                <a:ext uri="{FF2B5EF4-FFF2-40B4-BE49-F238E27FC236}">
                  <a16:creationId xmlns:a16="http://schemas.microsoft.com/office/drawing/2014/main" id="{D770A19D-5657-38F0-DD04-43CF18E393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7" y="4184"/>
              <a:ext cx="125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501" name="Rectangle 7">
              <a:extLst>
                <a:ext uri="{FF2B5EF4-FFF2-40B4-BE49-F238E27FC236}">
                  <a16:creationId xmlns:a16="http://schemas.microsoft.com/office/drawing/2014/main" id="{53E4B9F8-26D8-A194-D518-CEE7757DEC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-1508" y="2540"/>
              <a:ext cx="3172" cy="159"/>
            </a:xfrm>
            <a:prstGeom prst="rect">
              <a:avLst/>
            </a:prstGeom>
            <a:solidFill>
              <a:schemeClr val="accent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IE" altLang="en-US" sz="1200">
                  <a:solidFill>
                    <a:schemeClr val="bg1"/>
                  </a:solidFill>
                </a:rPr>
                <a:t>Images taken from Gonzalez &amp; Woods, Digital Image Processing (2002)</a:t>
              </a:r>
              <a:endParaRPr lang="en-US" altLang="en-US" sz="1200">
                <a:solidFill>
                  <a:schemeClr val="bg1"/>
                </a:solidFill>
              </a:endParaRPr>
            </a:p>
          </p:txBody>
        </p:sp>
      </p:grpSp>
      <p:pic>
        <p:nvPicPr>
          <p:cNvPr id="63494" name="Picture 8">
            <a:extLst>
              <a:ext uri="{FF2B5EF4-FFF2-40B4-BE49-F238E27FC236}">
                <a16:creationId xmlns:a16="http://schemas.microsoft.com/office/drawing/2014/main" id="{742443FE-E07A-F609-FCDD-ADE83ADA98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 t="33081" r="38908" b="37222"/>
          <a:stretch>
            <a:fillRect/>
          </a:stretch>
        </p:blipFill>
        <p:spPr bwMode="auto">
          <a:xfrm>
            <a:off x="5073650" y="1403350"/>
            <a:ext cx="1917700" cy="2555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5" name="Picture 9">
            <a:extLst>
              <a:ext uri="{FF2B5EF4-FFF2-40B4-BE49-F238E27FC236}">
                <a16:creationId xmlns:a16="http://schemas.microsoft.com/office/drawing/2014/main" id="{6A756112-F2E6-2993-E9A8-57CAEBD0A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665" r="21190" b="69923"/>
          <a:stretch>
            <a:fillRect/>
          </a:stretch>
        </p:blipFill>
        <p:spPr bwMode="auto">
          <a:xfrm>
            <a:off x="7167563" y="2754313"/>
            <a:ext cx="1871662" cy="2587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6" name="Picture 10">
            <a:extLst>
              <a:ext uri="{FF2B5EF4-FFF2-40B4-BE49-F238E27FC236}">
                <a16:creationId xmlns:a16="http://schemas.microsoft.com/office/drawing/2014/main" id="{64C64152-78CF-31FA-96C4-06D89F0BB4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533" t="33081" r="38908" b="37222"/>
          <a:stretch>
            <a:fillRect/>
          </a:stretch>
        </p:blipFill>
        <p:spPr bwMode="auto">
          <a:xfrm>
            <a:off x="5076825" y="4092575"/>
            <a:ext cx="1917700" cy="2555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7" name="Line 11">
            <a:extLst>
              <a:ext uri="{FF2B5EF4-FFF2-40B4-BE49-F238E27FC236}">
                <a16:creationId xmlns:a16="http://schemas.microsoft.com/office/drawing/2014/main" id="{BCA07AB4-53E5-A980-2217-F3554BD3861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0275" y="1252538"/>
            <a:ext cx="0" cy="56054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289804" name="Picture 12">
            <a:extLst>
              <a:ext uri="{FF2B5EF4-FFF2-40B4-BE49-F238E27FC236}">
                <a16:creationId xmlns:a16="http://schemas.microsoft.com/office/drawing/2014/main" id="{EE6045E2-ECE8-09DF-FFC7-F5BE6525EC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639" r="21169" b="69910"/>
          <a:stretch>
            <a:fillRect/>
          </a:stretch>
        </p:blipFill>
        <p:spPr bwMode="auto">
          <a:xfrm>
            <a:off x="5113338" y="1400175"/>
            <a:ext cx="1876425" cy="2589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9805" name="Picture 13">
            <a:extLst>
              <a:ext uri="{FF2B5EF4-FFF2-40B4-BE49-F238E27FC236}">
                <a16:creationId xmlns:a16="http://schemas.microsoft.com/office/drawing/2014/main" id="{B7744620-E2AD-2522-0E69-19C9C7FE49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48000" contrast="8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639" r="21169" b="69910"/>
          <a:stretch>
            <a:fillRect/>
          </a:stretch>
        </p:blipFill>
        <p:spPr bwMode="auto">
          <a:xfrm>
            <a:off x="5116513" y="4076700"/>
            <a:ext cx="1876425" cy="2589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_rels/them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 /><Relationship Id="rId1" Type="http://schemas.openxmlformats.org/officeDocument/2006/relationships/image" Target="../media/image1.jpeg" /></Relationships>
</file>

<file path=ppt/theme/theme1.xml><?xml version="1.0" encoding="utf-8"?>
<a:theme xmlns:a="http://schemas.openxmlformats.org/drawingml/2006/main" name="Civic">
  <a:themeElements>
    <a:clrScheme name="Civic">
      <a:dk1>
        <a:sysClr val="windowText" lastClr="000000"/>
      </a:dk1>
      <a:lt1>
        <a:sysClr val="window" lastClr="FFFFFF"/>
      </a:lt1>
      <a:dk2>
        <a:srgbClr val="646B86"/>
      </a:dk2>
      <a:lt2>
        <a:srgbClr val="C5D1D7"/>
      </a:lt2>
      <a:accent1>
        <a:srgbClr val="D16349"/>
      </a:accent1>
      <a:accent2>
        <a:srgbClr val="CCB400"/>
      </a:accent2>
      <a:accent3>
        <a:srgbClr val="8CADAE"/>
      </a:accent3>
      <a:accent4>
        <a:srgbClr val="8C7B70"/>
      </a:accent4>
      <a:accent5>
        <a:srgbClr val="8FB08C"/>
      </a:accent5>
      <a:accent6>
        <a:srgbClr val="D19049"/>
      </a:accent6>
      <a:hlink>
        <a:srgbClr val="00A3D6"/>
      </a:hlink>
      <a:folHlink>
        <a:srgbClr val="694F07"/>
      </a:folHlink>
    </a:clrScheme>
    <a:fontScheme name="Civic">
      <a:majorFont>
        <a:latin typeface="Georgia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Georgia"/>
        <a:ea typeface=""/>
        <a:cs typeface=""/>
        <a:font script="Jpan" typeface="ＭＳ Ｐ明朝"/>
        <a:font script="Hang" typeface="바탕"/>
        <a:font script="Hans" typeface="方正舒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Civic">
      <a:fillStyleLst>
        <a:solidFill>
          <a:schemeClr val="phClr"/>
        </a:solidFill>
        <a:solidFill>
          <a:schemeClr val="phClr">
            <a:tint val="45000"/>
          </a:schemeClr>
        </a:solidFill>
        <a:solidFill>
          <a:schemeClr val="phClr">
            <a:tint val="95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1429" cap="flat" cmpd="sng" algn="ctr">
          <a:solidFill>
            <a:schemeClr val="phClr"/>
          </a:solidFill>
          <a:prstDash val="sysDash"/>
        </a:ln>
        <a:ln w="200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254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threePt" dir="t">
              <a:rot lat="0" lon="0" rev="0"/>
            </a:lightRig>
          </a:scene3d>
          <a:sp3d contourW="9525" prstMaterial="matte">
            <a:bevelT w="0" h="0"/>
            <a:contourClr>
              <a:schemeClr val="phClr">
                <a:shade val="70000"/>
                <a:satMod val="105000"/>
              </a:schemeClr>
            </a:contourClr>
          </a:sp3d>
        </a:effectStyle>
        <a:effectStyle>
          <a:effectLst>
            <a:outerShdw blurRad="50800" dist="254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soft" dir="b">
              <a:rot lat="0" lon="0" rev="0"/>
            </a:lightRig>
          </a:scene3d>
          <a:sp3d prstMaterial="dkEdge">
            <a:bevelT w="63500" h="63500" prst="cross"/>
            <a:contourClr>
              <a:schemeClr val="phClr"/>
            </a:contourClr>
          </a:sp3d>
        </a:effectStyle>
      </a:effectStyleLst>
      <a:bgFillStyleLst>
        <a:solidFill>
          <a:schemeClr val="phClr"/>
        </a:solidFill>
        <a:blipFill>
          <a:blip xmlns:r="http://schemas.openxmlformats.org/officeDocument/2006/relationships" r:embed="rId1">
            <a:duotone>
              <a:schemeClr val="phClr">
                <a:shade val="70000"/>
                <a:satMod val="115000"/>
              </a:schemeClr>
              <a:schemeClr val="phClr">
                <a:tint val="85000"/>
              </a:schemeClr>
            </a:duotone>
          </a:blip>
          <a:tile tx="0" ty="0" sx="85000" sy="85000" flip="none" algn="tl"/>
        </a:blipFill>
        <a:blipFill>
          <a:blip xmlns:r="http://schemas.openxmlformats.org/officeDocument/2006/relationships" r:embed="rId2">
            <a:duotone>
              <a:schemeClr val="phClr">
                <a:shade val="65000"/>
                <a:satMod val="115000"/>
              </a:schemeClr>
              <a:schemeClr val="phClr">
                <a:tint val="85000"/>
              </a:schemeClr>
            </a:duotone>
          </a:blip>
          <a:tile tx="0" ty="0" sx="65000" sy="65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Civic</Template>
  <TotalTime>4129</TotalTime>
  <Words>1471</Words>
  <Application>Microsoft Office PowerPoint</Application>
  <PresentationFormat>On-screen Show (4:3)</PresentationFormat>
  <Paragraphs>448</Paragraphs>
  <Slides>48</Slides>
  <Notes>44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48</vt:i4>
      </vt:variant>
    </vt:vector>
  </HeadingPairs>
  <TitlesOfParts>
    <vt:vector size="49" baseType="lpstr">
      <vt:lpstr>Civic</vt:lpstr>
      <vt:lpstr>Digital Image Processing</vt:lpstr>
      <vt:lpstr>Contents</vt:lpstr>
      <vt:lpstr>1, 0, Black, White?</vt:lpstr>
      <vt:lpstr>What Is  Morphology?</vt:lpstr>
      <vt:lpstr>Quick Example</vt:lpstr>
      <vt:lpstr>Structuring Elements, Hits &amp; Fits</vt:lpstr>
      <vt:lpstr>Structuring Elements</vt:lpstr>
      <vt:lpstr>Fitting &amp; Hitting</vt:lpstr>
      <vt:lpstr>Fundamental Operations</vt:lpstr>
      <vt:lpstr>Erosion</vt:lpstr>
      <vt:lpstr>Erosion Example</vt:lpstr>
      <vt:lpstr>Erosion Example</vt:lpstr>
      <vt:lpstr>Erosion Example 1</vt:lpstr>
      <vt:lpstr>Erosion Example 2</vt:lpstr>
      <vt:lpstr>What Is Erosion For?</vt:lpstr>
      <vt:lpstr>Dilation</vt:lpstr>
      <vt:lpstr>Dilation Example</vt:lpstr>
      <vt:lpstr>Dilation Example</vt:lpstr>
      <vt:lpstr>Dilation Example 1</vt:lpstr>
      <vt:lpstr>Dilation Example 2</vt:lpstr>
      <vt:lpstr>What Is Dilation For?</vt:lpstr>
      <vt:lpstr>Compound Operations </vt:lpstr>
      <vt:lpstr>Opening</vt:lpstr>
      <vt:lpstr>Opening Example</vt:lpstr>
      <vt:lpstr>Opening Example</vt:lpstr>
      <vt:lpstr>Opening Example</vt:lpstr>
      <vt:lpstr>Closing</vt:lpstr>
      <vt:lpstr>Closing Example</vt:lpstr>
      <vt:lpstr>Closing Example</vt:lpstr>
      <vt:lpstr>Closing Example</vt:lpstr>
      <vt:lpstr>Morphological Processing Example</vt:lpstr>
      <vt:lpstr>Morphological Algorithms</vt:lpstr>
      <vt:lpstr>Boundary Extraction</vt:lpstr>
      <vt:lpstr>Boundary Extraction Example</vt:lpstr>
      <vt:lpstr>Region Filling</vt:lpstr>
      <vt:lpstr>Region Filling (cont…)</vt:lpstr>
      <vt:lpstr>Region Filling Step By Step</vt:lpstr>
      <vt:lpstr>Region Filling Example</vt:lpstr>
      <vt:lpstr>Summary</vt:lpstr>
      <vt:lpstr>Structuring Elements, Hits &amp; Fits</vt:lpstr>
      <vt:lpstr>PowerPoint Presentation</vt:lpstr>
      <vt:lpstr>PowerPoint Presentation</vt:lpstr>
      <vt:lpstr>Erosion Example</vt:lpstr>
      <vt:lpstr>Dilation Example</vt:lpstr>
      <vt:lpstr>Opening Example</vt:lpstr>
      <vt:lpstr>Closing Example</vt:lpstr>
      <vt:lpstr>Region Filling Step By Step</vt:lpstr>
      <vt:lpstr>Region Filling Step By Step</vt:lpstr>
    </vt:vector>
  </TitlesOfParts>
  <Company>Dublin Institute of Technology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Digital Image Processing</dc:title>
  <dc:creator>Brian Mac Namee</dc:creator>
  <cp:lastModifiedBy>Md. Dulal Hossain</cp:lastModifiedBy>
  <cp:revision>284</cp:revision>
  <dcterms:created xsi:type="dcterms:W3CDTF">2006-03-19T11:05:29Z</dcterms:created>
  <dcterms:modified xsi:type="dcterms:W3CDTF">2026-10-16T05:27:23Z</dcterms:modified>
</cp:coreProperties>
</file>